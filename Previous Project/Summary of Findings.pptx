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338" r:id="rId3"/>
    <p:sldId id="337" r:id="rId4"/>
    <p:sldId id="335" r:id="rId5"/>
    <p:sldId id="339" r:id="rId6"/>
    <p:sldId id="340" r:id="rId7"/>
    <p:sldId id="343" r:id="rId8"/>
    <p:sldId id="341" r:id="rId9"/>
    <p:sldId id="342" r:id="rId10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0C4862-6A33-135D-4E2C-65EAFE705481}" name="Hjulberg, Andrew S" initials="HA" userId="S::hi6397ef@go.minnstate.edu::55255bf8-79f2-42d3-80cc-139b63d0776c" providerId="AD"/>
  <p188:author id="{BD0EC26C-2CC9-06BD-FECB-6FCDDAC094D3}" name="Gresbrink, Emily" initials="GE" userId="S::rf5548gi@minnstate.edu::c28bb680-9ac0-419d-9b2e-95ad1555989e" providerId="AD"/>
  <p188:author id="{453D7895-2499-40B0-2A25-AE4D734D9E65}" name="Lakku, Sai Keertana R" initials="LR" userId="S::kb7924tj@go.minnstate.edu::aa713373-d62e-42be-a5fb-296135668942" providerId="AD"/>
  <p188:author id="{64E46FD4-345F-C3EA-9FAC-3BF92A7AD306}" name="Srinivasa Reddy, Shashank reddy" initials="Sr" userId="S::qn1833ep@go.minnstate.edu::5f8d5532-cbd8-40c0-aa18-97830f20e2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1D7B3"/>
    <a:srgbClr val="FAFC7C"/>
    <a:srgbClr val="F2F2F2"/>
    <a:srgbClr val="FFFF00"/>
    <a:srgbClr val="F2B854"/>
    <a:srgbClr val="00B050"/>
    <a:srgbClr val="C3DED3"/>
    <a:srgbClr val="69A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02DA1-3E84-B524-FC35-1BF03F591A91}" v="95" dt="2025-05-01T03:56:34.106"/>
    <p1510:client id="{D0135FEF-C75B-453B-87BE-800DE15CF7D4}" v="344" dt="2025-05-01T18:39:48.189"/>
    <p1510:client id="{DB85BDC2-D08B-300B-C055-BA808E29AD98}" v="215" dt="2025-05-01T16:54:41.665"/>
  </p1510:revLst>
</p1510:revInfo>
</file>

<file path=ppt/tableStyles.xml><?xml version="1.0" encoding="utf-8"?>
<a:tblStyleLst xmlns:a="http://schemas.openxmlformats.org/drawingml/2006/main" def="{1B263F3F-7B14-4614-B4E3-08E3E1F614D7}">
  <a:tblStyle styleId="{1B263F3F-7B14-4614-B4E3-08E3E1F614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kins, Graham C" userId="S::bh5884is@go.minnstate.edu::d858373d-d4a5-4d5a-af0d-fcf67a33b3d5" providerId="AD" clId="Web-{7C791209-9B80-EB51-55D9-9F6F157201F2}"/>
    <pc:docChg chg="modSld">
      <pc:chgData name="Wilkins, Graham C" userId="S::bh5884is@go.minnstate.edu::d858373d-d4a5-4d5a-af0d-fcf67a33b3d5" providerId="AD" clId="Web-{7C791209-9B80-EB51-55D9-9F6F157201F2}" dt="2025-03-03T00:56:01.072" v="2" actId="1076"/>
      <pc:docMkLst>
        <pc:docMk/>
      </pc:docMkLst>
      <pc:sldChg chg="modSp">
        <pc:chgData name="Wilkins, Graham C" userId="S::bh5884is@go.minnstate.edu::d858373d-d4a5-4d5a-af0d-fcf67a33b3d5" providerId="AD" clId="Web-{7C791209-9B80-EB51-55D9-9F6F157201F2}" dt="2025-03-03T00:56:01.072" v="2" actId="1076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7C791209-9B80-EB51-55D9-9F6F157201F2}" dt="2025-03-03T00:56:01.072" v="2" actId="1076"/>
          <ac:spMkLst>
            <pc:docMk/>
            <pc:sldMk cId="1824116176" sldId="313"/>
            <ac:spMk id="1673" creationId="{4999BF22-AC9A-86D6-17AF-B0AF86FC8562}"/>
          </ac:spMkLst>
        </pc:spChg>
      </pc:sldChg>
    </pc:docChg>
  </pc:docChgLst>
  <pc:docChgLst>
    <pc:chgData name="Srinivasa Reddy, Shashank reddy" userId="S::qn1833ep@go.minnstate.edu::5f8d5532-cbd8-40c0-aa18-97830f20e260" providerId="AD" clId="Web-{377795A5-030D-631B-F4D5-D822FB579A3E}"/>
    <pc:docChg chg="modSld">
      <pc:chgData name="Srinivasa Reddy, Shashank reddy" userId="S::qn1833ep@go.minnstate.edu::5f8d5532-cbd8-40c0-aa18-97830f20e260" providerId="AD" clId="Web-{377795A5-030D-631B-F4D5-D822FB579A3E}" dt="2025-03-07T17:07:06.898" v="23" actId="14100"/>
      <pc:docMkLst>
        <pc:docMk/>
      </pc:docMkLst>
      <pc:sldChg chg="addSp delSp modSp">
        <pc:chgData name="Srinivasa Reddy, Shashank reddy" userId="S::qn1833ep@go.minnstate.edu::5f8d5532-cbd8-40c0-aa18-97830f20e260" providerId="AD" clId="Web-{377795A5-030D-631B-F4D5-D822FB579A3E}" dt="2025-03-07T16:21:51.969" v="22" actId="1076"/>
        <pc:sldMkLst>
          <pc:docMk/>
          <pc:sldMk cId="623324999" sldId="316"/>
        </pc:sldMkLst>
        <pc:spChg chg="add mod">
          <ac:chgData name="Srinivasa Reddy, Shashank reddy" userId="S::qn1833ep@go.minnstate.edu::5f8d5532-cbd8-40c0-aa18-97830f20e260" providerId="AD" clId="Web-{377795A5-030D-631B-F4D5-D822FB579A3E}" dt="2025-03-07T16:21:51.969" v="22" actId="1076"/>
          <ac:spMkLst>
            <pc:docMk/>
            <pc:sldMk cId="623324999" sldId="316"/>
            <ac:spMk id="3" creationId="{57B35562-8C66-12CF-04DA-D5BF5C520692}"/>
          </ac:spMkLst>
        </pc:spChg>
        <pc:spChg chg="del mod">
          <ac:chgData name="Srinivasa Reddy, Shashank reddy" userId="S::qn1833ep@go.minnstate.edu::5f8d5532-cbd8-40c0-aa18-97830f20e260" providerId="AD" clId="Web-{377795A5-030D-631B-F4D5-D822FB579A3E}" dt="2025-03-07T16:21:31.110" v="19"/>
          <ac:spMkLst>
            <pc:docMk/>
            <pc:sldMk cId="623324999" sldId="316"/>
            <ac:spMk id="10" creationId="{D441A092-12CD-25C6-C3D1-7DFB828D7477}"/>
          </ac:spMkLst>
        </pc:spChg>
      </pc:sldChg>
      <pc:sldChg chg="modSp">
        <pc:chgData name="Srinivasa Reddy, Shashank reddy" userId="S::qn1833ep@go.minnstate.edu::5f8d5532-cbd8-40c0-aa18-97830f20e260" providerId="AD" clId="Web-{377795A5-030D-631B-F4D5-D822FB579A3E}" dt="2025-03-07T17:07:06.898" v="23" actId="14100"/>
        <pc:sldMkLst>
          <pc:docMk/>
          <pc:sldMk cId="2962009074" sldId="328"/>
        </pc:sldMkLst>
        <pc:picChg chg="mod">
          <ac:chgData name="Srinivasa Reddy, Shashank reddy" userId="S::qn1833ep@go.minnstate.edu::5f8d5532-cbd8-40c0-aa18-97830f20e260" providerId="AD" clId="Web-{377795A5-030D-631B-F4D5-D822FB579A3E}" dt="2025-03-07T17:07:06.898" v="23" actId="14100"/>
          <ac:picMkLst>
            <pc:docMk/>
            <pc:sldMk cId="2962009074" sldId="328"/>
            <ac:picMk id="17" creationId="{CCF1AFDD-E48D-6AF2-8244-DC932B6DE9E6}"/>
          </ac:picMkLst>
        </pc:picChg>
      </pc:sldChg>
    </pc:docChg>
  </pc:docChgLst>
  <pc:docChgLst>
    <pc:chgData name="Wilkins, Graham C" userId="S::bh5884is@go.minnstate.edu::d858373d-d4a5-4d5a-af0d-fcf67a33b3d5" providerId="AD" clId="Web-{54E5FECE-0B89-6B2B-B949-44189FBD18A9}"/>
    <pc:docChg chg="modSld sldOrd">
      <pc:chgData name="Wilkins, Graham C" userId="S::bh5884is@go.minnstate.edu::d858373d-d4a5-4d5a-af0d-fcf67a33b3d5" providerId="AD" clId="Web-{54E5FECE-0B89-6B2B-B949-44189FBD18A9}" dt="2025-03-06T17:21:56.385" v="4" actId="1076"/>
      <pc:docMkLst>
        <pc:docMk/>
      </pc:docMkLst>
      <pc:sldChg chg="modSp">
        <pc:chgData name="Wilkins, Graham C" userId="S::bh5884is@go.minnstate.edu::d858373d-d4a5-4d5a-af0d-fcf67a33b3d5" providerId="AD" clId="Web-{54E5FECE-0B89-6B2B-B949-44189FBD18A9}" dt="2025-03-06T17:21:56.385" v="4" actId="1076"/>
        <pc:sldMkLst>
          <pc:docMk/>
          <pc:sldMk cId="3409281103" sldId="311"/>
        </pc:sldMkLst>
        <pc:graphicFrameChg chg="mod">
          <ac:chgData name="Wilkins, Graham C" userId="S::bh5884is@go.minnstate.edu::d858373d-d4a5-4d5a-af0d-fcf67a33b3d5" providerId="AD" clId="Web-{54E5FECE-0B89-6B2B-B949-44189FBD18A9}" dt="2025-03-06T17:21:56.385" v="4" actId="1076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ord">
        <pc:chgData name="Wilkins, Graham C" userId="S::bh5884is@go.minnstate.edu::d858373d-d4a5-4d5a-af0d-fcf67a33b3d5" providerId="AD" clId="Web-{54E5FECE-0B89-6B2B-B949-44189FBD18A9}" dt="2025-03-06T17:17:29.539" v="2"/>
        <pc:sldMkLst>
          <pc:docMk/>
          <pc:sldMk cId="3375608379" sldId="321"/>
        </pc:sldMkLst>
      </pc:sldChg>
    </pc:docChg>
  </pc:docChgLst>
  <pc:docChgLst>
    <pc:chgData name="Wilkins, Graham C" userId="S::bh5884is@go.minnstate.edu::d858373d-d4a5-4d5a-af0d-fcf67a33b3d5" providerId="AD" clId="Web-{6435494D-4DB7-2FA7-9846-814D24353E9E}"/>
    <pc:docChg chg="delSld">
      <pc:chgData name="Wilkins, Graham C" userId="S::bh5884is@go.minnstate.edu::d858373d-d4a5-4d5a-af0d-fcf67a33b3d5" providerId="AD" clId="Web-{6435494D-4DB7-2FA7-9846-814D24353E9E}" dt="2025-03-03T16:08:53.105" v="0"/>
      <pc:docMkLst>
        <pc:docMk/>
      </pc:docMkLst>
      <pc:sldChg chg="del">
        <pc:chgData name="Wilkins, Graham C" userId="S::bh5884is@go.minnstate.edu::d858373d-d4a5-4d5a-af0d-fcf67a33b3d5" providerId="AD" clId="Web-{6435494D-4DB7-2FA7-9846-814D24353E9E}" dt="2025-03-03T16:08:53.105" v="0"/>
        <pc:sldMkLst>
          <pc:docMk/>
          <pc:sldMk cId="414450018" sldId="323"/>
        </pc:sldMkLst>
      </pc:sldChg>
    </pc:docChg>
  </pc:docChgLst>
  <pc:docChgLst>
    <pc:chgData name="Hjulberg, Andrew S" userId="S::hi6397ef@go.minnstate.edu::55255bf8-79f2-42d3-80cc-139b63d0776c" providerId="AD" clId="Web-{7EBA0DD3-5C12-295D-B035-FD6C1A4AA571}"/>
    <pc:docChg chg="addSld delSld modSld sldOrd">
      <pc:chgData name="Hjulberg, Andrew S" userId="S::hi6397ef@go.minnstate.edu::55255bf8-79f2-42d3-80cc-139b63d0776c" providerId="AD" clId="Web-{7EBA0DD3-5C12-295D-B035-FD6C1A4AA571}" dt="2025-01-30T01:44:32.011" v="469" actId="20577"/>
      <pc:docMkLst>
        <pc:docMk/>
      </pc:docMkLst>
      <pc:sldChg chg="addSp delSp modSp">
        <pc:chgData name="Hjulberg, Andrew S" userId="S::hi6397ef@go.minnstate.edu::55255bf8-79f2-42d3-80cc-139b63d0776c" providerId="AD" clId="Web-{7EBA0DD3-5C12-295D-B035-FD6C1A4AA571}" dt="2025-01-30T01:44:01.808" v="467" actId="1076"/>
        <pc:sldMkLst>
          <pc:docMk/>
          <pc:sldMk cId="0" sldId="256"/>
        </pc:sldMkLst>
        <pc:spChg chg="add mod">
          <ac:chgData name="Hjulberg, Andrew S" userId="S::hi6397ef@go.minnstate.edu::55255bf8-79f2-42d3-80cc-139b63d0776c" providerId="AD" clId="Web-{7EBA0DD3-5C12-295D-B035-FD6C1A4AA571}" dt="2025-01-30T01:44:01.808" v="467" actId="1076"/>
          <ac:spMkLst>
            <pc:docMk/>
            <pc:sldMk cId="0" sldId="256"/>
            <ac:spMk id="2" creationId="{3A9715BF-A827-6575-5ACF-896F80FB6F6F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2:25.066" v="10" actId="20577"/>
          <ac:spMkLst>
            <pc:docMk/>
            <pc:sldMk cId="0" sldId="256"/>
            <ac:spMk id="1432" creationId="{00000000-0000-0000-0000-000000000000}"/>
          </ac:spMkLst>
        </pc:spChg>
      </pc:sldChg>
      <pc:sldChg chg="new del">
        <pc:chgData name="Hjulberg, Andrew S" userId="S::hi6397ef@go.minnstate.edu::55255bf8-79f2-42d3-80cc-139b63d0776c" providerId="AD" clId="Web-{7EBA0DD3-5C12-295D-B035-FD6C1A4AA571}" dt="2025-01-30T00:14:13.661" v="14"/>
        <pc:sldMkLst>
          <pc:docMk/>
          <pc:sldMk cId="1753536733" sldId="307"/>
        </pc:sldMkLst>
      </pc:sldChg>
      <pc:sldChg chg="modSp new ord">
        <pc:chgData name="Hjulberg, Andrew S" userId="S::hi6397ef@go.minnstate.edu::55255bf8-79f2-42d3-80cc-139b63d0776c" providerId="AD" clId="Web-{7EBA0DD3-5C12-295D-B035-FD6C1A4AA571}" dt="2025-01-30T00:20:20.886" v="102"/>
        <pc:sldMkLst>
          <pc:docMk/>
          <pc:sldMk cId="2564729603" sldId="307"/>
        </pc:sldMkLst>
        <pc:spChg chg="mod">
          <ac:chgData name="Hjulberg, Andrew S" userId="S::hi6397ef@go.minnstate.edu::55255bf8-79f2-42d3-80cc-139b63d0776c" providerId="AD" clId="Web-{7EBA0DD3-5C12-295D-B035-FD6C1A4AA571}" dt="2025-01-30T00:17:39.243" v="22" actId="20577"/>
          <ac:spMkLst>
            <pc:docMk/>
            <pc:sldMk cId="2564729603" sldId="307"/>
            <ac:spMk id="2" creationId="{5D9E6802-8C6D-7B5F-A0AB-028D30E6EE75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7:54.712" v="36" actId="20577"/>
          <ac:spMkLst>
            <pc:docMk/>
            <pc:sldMk cId="2564729603" sldId="307"/>
            <ac:spMk id="3" creationId="{F37B8F86-F5E2-A4CC-EC34-9A1CFEDF4B88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9:31.213" v="56" actId="20577"/>
          <ac:spMkLst>
            <pc:docMk/>
            <pc:sldMk cId="2564729603" sldId="307"/>
            <ac:spMk id="4" creationId="{FFC8B379-7E0A-0D8D-27C2-0F671BEEAC60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9:57.682" v="81" actId="20577"/>
          <ac:spMkLst>
            <pc:docMk/>
            <pc:sldMk cId="2564729603" sldId="307"/>
            <ac:spMk id="5" creationId="{F323DD82-8DE9-FEC6-01D7-954513348361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0:12.339" v="100" actId="20577"/>
          <ac:spMkLst>
            <pc:docMk/>
            <pc:sldMk cId="2564729603" sldId="307"/>
            <ac:spMk id="6" creationId="{082405CF-6417-FFAB-C878-E655814D28D0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7:50.805" v="33" actId="20577"/>
          <ac:spMkLst>
            <pc:docMk/>
            <pc:sldMk cId="2564729603" sldId="307"/>
            <ac:spMk id="7" creationId="{87BCB460-37AD-9807-563D-F57D278F35FD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9:15.182" v="48" actId="20577"/>
          <ac:spMkLst>
            <pc:docMk/>
            <pc:sldMk cId="2564729603" sldId="307"/>
            <ac:spMk id="8" creationId="{E449EDCC-3A37-1673-5C5A-6E082582DABF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19:45.729" v="75" actId="14100"/>
          <ac:spMkLst>
            <pc:docMk/>
            <pc:sldMk cId="2564729603" sldId="307"/>
            <ac:spMk id="9" creationId="{61FB3AE3-8609-0FA2-98F6-FF94292BB4B2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0:03.464" v="84" actId="20577"/>
          <ac:spMkLst>
            <pc:docMk/>
            <pc:sldMk cId="2564729603" sldId="307"/>
            <ac:spMk id="10" creationId="{7F15CDD5-B195-A148-0157-8A440110C8A0}"/>
          </ac:spMkLst>
        </pc:spChg>
      </pc:sldChg>
      <pc:sldChg chg="addSp delSp modSp add ord replId">
        <pc:chgData name="Hjulberg, Andrew S" userId="S::hi6397ef@go.minnstate.edu::55255bf8-79f2-42d3-80cc-139b63d0776c" providerId="AD" clId="Web-{7EBA0DD3-5C12-295D-B035-FD6C1A4AA571}" dt="2025-01-30T01:28:27.940" v="296" actId="1076"/>
        <pc:sldMkLst>
          <pc:docMk/>
          <pc:sldMk cId="1440897289" sldId="308"/>
        </pc:sldMkLst>
        <pc:spChg chg="add mod">
          <ac:chgData name="Hjulberg, Andrew S" userId="S::hi6397ef@go.minnstate.edu::55255bf8-79f2-42d3-80cc-139b63d0776c" providerId="AD" clId="Web-{7EBA0DD3-5C12-295D-B035-FD6C1A4AA571}" dt="2025-01-30T01:28:27.909" v="293" actId="1076"/>
          <ac:spMkLst>
            <pc:docMk/>
            <pc:sldMk cId="1440897289" sldId="308"/>
            <ac:spMk id="7" creationId="{172097DD-6648-507B-3F67-66B42BB039AF}"/>
          </ac:spMkLst>
        </pc:spChg>
        <pc:spChg chg="add mod">
          <ac:chgData name="Hjulberg, Andrew S" userId="S::hi6397ef@go.minnstate.edu::55255bf8-79f2-42d3-80cc-139b63d0776c" providerId="AD" clId="Web-{7EBA0DD3-5C12-295D-B035-FD6C1A4AA571}" dt="2025-01-30T01:28:27.940" v="296" actId="1076"/>
          <ac:spMkLst>
            <pc:docMk/>
            <pc:sldMk cId="1440897289" sldId="308"/>
            <ac:spMk id="9" creationId="{D4BC92D2-B50E-059C-707D-08C504D2B2F9}"/>
          </ac:spMkLst>
        </pc:spChg>
        <pc:spChg chg="add mod">
          <ac:chgData name="Hjulberg, Andrew S" userId="S::hi6397ef@go.minnstate.edu::55255bf8-79f2-42d3-80cc-139b63d0776c" providerId="AD" clId="Web-{7EBA0DD3-5C12-295D-B035-FD6C1A4AA571}" dt="2025-01-30T01:28:27.924" v="294" actId="1076"/>
          <ac:spMkLst>
            <pc:docMk/>
            <pc:sldMk cId="1440897289" sldId="308"/>
            <ac:spMk id="11" creationId="{C038A7A8-25E1-2B64-8F34-B6940DCB8612}"/>
          </ac:spMkLst>
        </pc:spChg>
        <pc:spChg chg="add mod">
          <ac:chgData name="Hjulberg, Andrew S" userId="S::hi6397ef@go.minnstate.edu::55255bf8-79f2-42d3-80cc-139b63d0776c" providerId="AD" clId="Web-{7EBA0DD3-5C12-295D-B035-FD6C1A4AA571}" dt="2025-01-30T01:28:27.940" v="295" actId="1076"/>
          <ac:spMkLst>
            <pc:docMk/>
            <pc:sldMk cId="1440897289" sldId="308"/>
            <ac:spMk id="13" creationId="{7C1621C2-DEEE-BB57-318F-5B451B9E0418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2:23.200" v="140" actId="20577"/>
          <ac:spMkLst>
            <pc:docMk/>
            <pc:sldMk cId="1440897289" sldId="308"/>
            <ac:spMk id="1468" creationId="{EA80D30B-6887-10E9-431F-0759242F1E42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1:27:40.674" v="289" actId="20577"/>
          <ac:spMkLst>
            <pc:docMk/>
            <pc:sldMk cId="1440897289" sldId="308"/>
            <ac:spMk id="1474" creationId="{7E7019B9-8486-E802-C0F3-FFD79A7ADA7E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0:52.668" v="107" actId="1076"/>
          <ac:spMkLst>
            <pc:docMk/>
            <pc:sldMk cId="1440897289" sldId="308"/>
            <ac:spMk id="1475" creationId="{06241906-32FE-2DCF-E33D-9A5ACDC6152B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1:27:45.283" v="291" actId="20577"/>
          <ac:spMkLst>
            <pc:docMk/>
            <pc:sldMk cId="1440897289" sldId="308"/>
            <ac:spMk id="1476" creationId="{5D675A59-53E9-69AC-E809-09C31745F57B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5:56.344" v="172" actId="14100"/>
          <ac:spMkLst>
            <pc:docMk/>
            <pc:sldMk cId="1440897289" sldId="308"/>
            <ac:spMk id="1477" creationId="{F0BC8C6F-A00A-3758-FF04-595243F4337C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7:14.533" v="216" actId="14100"/>
          <ac:spMkLst>
            <pc:docMk/>
            <pc:sldMk cId="1440897289" sldId="308"/>
            <ac:spMk id="1478" creationId="{C502F589-DE05-31AC-0C10-847C25920FFE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0:28:03.846" v="233" actId="1076"/>
          <ac:spMkLst>
            <pc:docMk/>
            <pc:sldMk cId="1440897289" sldId="308"/>
            <ac:spMk id="1479" creationId="{335A3512-5FCD-6AA5-9A10-38683008FFD9}"/>
          </ac:spMkLst>
        </pc:spChg>
      </pc:sldChg>
      <pc:sldChg chg="modSp new">
        <pc:chgData name="Hjulberg, Andrew S" userId="S::hi6397ef@go.minnstate.edu::55255bf8-79f2-42d3-80cc-139b63d0776c" providerId="AD" clId="Web-{7EBA0DD3-5C12-295D-B035-FD6C1A4AA571}" dt="2025-01-30T01:39:59.165" v="444" actId="1076"/>
        <pc:sldMkLst>
          <pc:docMk/>
          <pc:sldMk cId="2119876176" sldId="309"/>
        </pc:sldMkLst>
        <pc:spChg chg="mod">
          <ac:chgData name="Hjulberg, Andrew S" userId="S::hi6397ef@go.minnstate.edu::55255bf8-79f2-42d3-80cc-139b63d0776c" providerId="AD" clId="Web-{7EBA0DD3-5C12-295D-B035-FD6C1A4AA571}" dt="2025-01-30T01:31:16.379" v="307" actId="20577"/>
          <ac:spMkLst>
            <pc:docMk/>
            <pc:sldMk cId="2119876176" sldId="309"/>
            <ac:spMk id="2" creationId="{73C21C1C-8F03-BCD2-D7B0-1F48EF37A510}"/>
          </ac:spMkLst>
        </pc:spChg>
      </pc:sldChg>
      <pc:sldChg chg="addSp modSp new">
        <pc:chgData name="Hjulberg, Andrew S" userId="S::hi6397ef@go.minnstate.edu::55255bf8-79f2-42d3-80cc-139b63d0776c" providerId="AD" clId="Web-{7EBA0DD3-5C12-295D-B035-FD6C1A4AA571}" dt="2025-01-30T01:34:13.084" v="342" actId="1076"/>
        <pc:sldMkLst>
          <pc:docMk/>
          <pc:sldMk cId="3994434584" sldId="310"/>
        </pc:sldMkLst>
        <pc:spChg chg="mod">
          <ac:chgData name="Hjulberg, Andrew S" userId="S::hi6397ef@go.minnstate.edu::55255bf8-79f2-42d3-80cc-139b63d0776c" providerId="AD" clId="Web-{7EBA0DD3-5C12-295D-B035-FD6C1A4AA571}" dt="2025-01-30T01:31:55.754" v="312" actId="20577"/>
          <ac:spMkLst>
            <pc:docMk/>
            <pc:sldMk cId="3994434584" sldId="310"/>
            <ac:spMk id="2" creationId="{F48EA326-6C4B-F463-561C-132DFCA43064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1:33:44.865" v="336" actId="1076"/>
          <ac:spMkLst>
            <pc:docMk/>
            <pc:sldMk cId="3994434584" sldId="310"/>
            <ac:spMk id="3" creationId="{E97A1BDF-6A43-7A49-A782-D0EF44664DC2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1:33:44.880" v="337" actId="1076"/>
          <ac:spMkLst>
            <pc:docMk/>
            <pc:sldMk cId="3994434584" sldId="310"/>
            <ac:spMk id="4" creationId="{D2E05024-B0B0-56B0-F27B-A70FE7C0C367}"/>
          </ac:spMkLst>
        </pc:spChg>
        <pc:spChg chg="mod">
          <ac:chgData name="Hjulberg, Andrew S" userId="S::hi6397ef@go.minnstate.edu::55255bf8-79f2-42d3-80cc-139b63d0776c" providerId="AD" clId="Web-{7EBA0DD3-5C12-295D-B035-FD6C1A4AA571}" dt="2025-01-30T01:33:44.896" v="339" actId="1076"/>
          <ac:spMkLst>
            <pc:docMk/>
            <pc:sldMk cId="3994434584" sldId="310"/>
            <ac:spMk id="6" creationId="{CEC03BCA-71FB-26C8-AC31-B99D17FBC3E0}"/>
          </ac:spMkLst>
        </pc:spChg>
        <pc:picChg chg="add mod">
          <ac:chgData name="Hjulberg, Andrew S" userId="S::hi6397ef@go.minnstate.edu::55255bf8-79f2-42d3-80cc-139b63d0776c" providerId="AD" clId="Web-{7EBA0DD3-5C12-295D-B035-FD6C1A4AA571}" dt="2025-01-30T01:34:13.084" v="342" actId="1076"/>
          <ac:picMkLst>
            <pc:docMk/>
            <pc:sldMk cId="3994434584" sldId="310"/>
            <ac:picMk id="7" creationId="{5849151A-4329-4284-3847-1B949BA32F72}"/>
          </ac:picMkLst>
        </pc:picChg>
      </pc:sldChg>
      <pc:sldChg chg="modSp new">
        <pc:chgData name="Hjulberg, Andrew S" userId="S::hi6397ef@go.minnstate.edu::55255bf8-79f2-42d3-80cc-139b63d0776c" providerId="AD" clId="Web-{7EBA0DD3-5C12-295D-B035-FD6C1A4AA571}" dt="2025-01-30T01:44:32.011" v="469" actId="20577"/>
        <pc:sldMkLst>
          <pc:docMk/>
          <pc:sldMk cId="3409281103" sldId="311"/>
        </pc:sldMkLst>
        <pc:spChg chg="mod">
          <ac:chgData name="Hjulberg, Andrew S" userId="S::hi6397ef@go.minnstate.edu::55255bf8-79f2-42d3-80cc-139b63d0776c" providerId="AD" clId="Web-{7EBA0DD3-5C12-295D-B035-FD6C1A4AA571}" dt="2025-01-30T01:44:32.011" v="469" actId="20577"/>
          <ac:spMkLst>
            <pc:docMk/>
            <pc:sldMk cId="3409281103" sldId="311"/>
            <ac:spMk id="2" creationId="{10258CDE-2E6B-7D33-8917-F582432C6CE0}"/>
          </ac:spMkLst>
        </pc:spChg>
      </pc:sldChg>
    </pc:docChg>
  </pc:docChgLst>
  <pc:docChgLst>
    <pc:chgData name="Hjulberg, Andrew S" userId="S::hi6397ef@go.minnstate.edu::55255bf8-79f2-42d3-80cc-139b63d0776c" providerId="AD" clId="Web-{6FC99C06-D770-27DF-A5CE-417485D458F1}"/>
    <pc:docChg chg="modSld">
      <pc:chgData name="Hjulberg, Andrew S" userId="S::hi6397ef@go.minnstate.edu::55255bf8-79f2-42d3-80cc-139b63d0776c" providerId="AD" clId="Web-{6FC99C06-D770-27DF-A5CE-417485D458F1}" dt="2025-03-07T01:48:30.701" v="68" actId="20577"/>
      <pc:docMkLst>
        <pc:docMk/>
      </pc:docMkLst>
      <pc:sldChg chg="modSp">
        <pc:chgData name="Hjulberg, Andrew S" userId="S::hi6397ef@go.minnstate.edu::55255bf8-79f2-42d3-80cc-139b63d0776c" providerId="AD" clId="Web-{6FC99C06-D770-27DF-A5CE-417485D458F1}" dt="2025-03-07T01:36:13.653" v="61" actId="1076"/>
        <pc:sldMkLst>
          <pc:docMk/>
          <pc:sldMk cId="1440897289" sldId="308"/>
        </pc:sldMkLst>
        <pc:spChg chg="mod">
          <ac:chgData name="Hjulberg, Andrew S" userId="S::hi6397ef@go.minnstate.edu::55255bf8-79f2-42d3-80cc-139b63d0776c" providerId="AD" clId="Web-{6FC99C06-D770-27DF-A5CE-417485D458F1}" dt="2025-03-07T01:36:13.653" v="61" actId="1076"/>
          <ac:spMkLst>
            <pc:docMk/>
            <pc:sldMk cId="1440897289" sldId="308"/>
            <ac:spMk id="13" creationId="{7C1621C2-DEEE-BB57-318F-5B451B9E0418}"/>
          </ac:spMkLst>
        </pc:spChg>
      </pc:sldChg>
      <pc:sldChg chg="modSp">
        <pc:chgData name="Hjulberg, Andrew S" userId="S::hi6397ef@go.minnstate.edu::55255bf8-79f2-42d3-80cc-139b63d0776c" providerId="AD" clId="Web-{6FC99C06-D770-27DF-A5CE-417485D458F1}" dt="2025-03-07T01:48:30.701" v="68" actId="20577"/>
        <pc:sldMkLst>
          <pc:docMk/>
          <pc:sldMk cId="1592350071" sldId="331"/>
        </pc:sldMkLst>
        <pc:graphicFrameChg chg="mod modGraphic">
          <ac:chgData name="Hjulberg, Andrew S" userId="S::hi6397ef@go.minnstate.edu::55255bf8-79f2-42d3-80cc-139b63d0776c" providerId="AD" clId="Web-{6FC99C06-D770-27DF-A5CE-417485D458F1}" dt="2025-03-07T01:48:30.701" v="68" actId="20577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739575C-CB33-F82C-EC89-1281681F832F}"/>
    <pc:docChg chg="addSld modSld">
      <pc:chgData name="Lakku, Sai Keertana R" userId="S::kb7924tj@go.minnstate.edu::aa713373-d62e-42be-a5fb-296135668942" providerId="AD" clId="Web-{9739575C-CB33-F82C-EC89-1281681F832F}" dt="2025-03-03T00:16:42.007" v="463" actId="20577"/>
      <pc:docMkLst>
        <pc:docMk/>
      </pc:docMkLst>
      <pc:sldChg chg="modSp">
        <pc:chgData name="Lakku, Sai Keertana R" userId="S::kb7924tj@go.minnstate.edu::aa713373-d62e-42be-a5fb-296135668942" providerId="AD" clId="Web-{9739575C-CB33-F82C-EC89-1281681F832F}" dt="2025-03-02T23:51:47.866" v="336"/>
        <pc:sldMkLst>
          <pc:docMk/>
          <pc:sldMk cId="3077735570" sldId="320"/>
        </pc:sldMkLst>
        <pc:graphicFrameChg chg="mod modGraphic">
          <ac:chgData name="Lakku, Sai Keertana R" userId="S::kb7924tj@go.minnstate.edu::aa713373-d62e-42be-a5fb-296135668942" providerId="AD" clId="Web-{9739575C-CB33-F82C-EC89-1281681F832F}" dt="2025-03-02T23:51:47.866" v="336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modSp">
        <pc:chgData name="Lakku, Sai Keertana R" userId="S::kb7924tj@go.minnstate.edu::aa713373-d62e-42be-a5fb-296135668942" providerId="AD" clId="Web-{9739575C-CB33-F82C-EC89-1281681F832F}" dt="2025-03-02T23:53:34.382" v="343"/>
        <pc:sldMkLst>
          <pc:docMk/>
          <pc:sldMk cId="3375608379" sldId="321"/>
        </pc:sldMkLst>
        <pc:graphicFrameChg chg="mod modGraphic">
          <ac:chgData name="Lakku, Sai Keertana R" userId="S::kb7924tj@go.minnstate.edu::aa713373-d62e-42be-a5fb-296135668942" providerId="AD" clId="Web-{9739575C-CB33-F82C-EC89-1281681F832F}" dt="2025-03-02T23:53:34.382" v="343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addSp delSp modSp new">
        <pc:chgData name="Lakku, Sai Keertana R" userId="S::kb7924tj@go.minnstate.edu::aa713373-d62e-42be-a5fb-296135668942" providerId="AD" clId="Web-{9739575C-CB33-F82C-EC89-1281681F832F}" dt="2025-03-03T00:16:42.007" v="463" actId="20577"/>
        <pc:sldMkLst>
          <pc:docMk/>
          <pc:sldMk cId="1712934111" sldId="332"/>
        </pc:sldMkLst>
        <pc:spChg chg="mod">
          <ac:chgData name="Lakku, Sai Keertana R" userId="S::kb7924tj@go.minnstate.edu::aa713373-d62e-42be-a5fb-296135668942" providerId="AD" clId="Web-{9739575C-CB33-F82C-EC89-1281681F832F}" dt="2025-03-03T00:16:42.007" v="463" actId="20577"/>
          <ac:spMkLst>
            <pc:docMk/>
            <pc:sldMk cId="1712934111" sldId="332"/>
            <ac:spMk id="2" creationId="{12BFFFC8-B55A-D502-9F70-B8D37B8658FA}"/>
          </ac:spMkLst>
        </pc:spChg>
        <pc:spChg chg="mod">
          <ac:chgData name="Lakku, Sai Keertana R" userId="S::kb7924tj@go.minnstate.edu::aa713373-d62e-42be-a5fb-296135668942" providerId="AD" clId="Web-{9739575C-CB33-F82C-EC89-1281681F832F}" dt="2025-03-02T23:12:04.542" v="228" actId="20577"/>
          <ac:spMkLst>
            <pc:docMk/>
            <pc:sldMk cId="1712934111" sldId="332"/>
            <ac:spMk id="3" creationId="{A3EA551B-CDBD-1647-59BE-C3AF8A52512E}"/>
          </ac:spMkLst>
        </pc:spChg>
        <pc:spChg chg="add mod">
          <ac:chgData name="Lakku, Sai Keertana R" userId="S::kb7924tj@go.minnstate.edu::aa713373-d62e-42be-a5fb-296135668942" providerId="AD" clId="Web-{9739575C-CB33-F82C-EC89-1281681F832F}" dt="2025-03-03T00:16:21.132" v="449" actId="20577"/>
          <ac:spMkLst>
            <pc:docMk/>
            <pc:sldMk cId="1712934111" sldId="332"/>
            <ac:spMk id="7" creationId="{20E1BCE1-1C88-A10B-6A59-674AA59B6BA6}"/>
          </ac:spMkLst>
        </pc:spChg>
      </pc:sldChg>
    </pc:docChg>
  </pc:docChgLst>
  <pc:docChgLst>
    <pc:chgData name="Lakku, Sai Keertana R" userId="S::kb7924tj@go.minnstate.edu::aa713373-d62e-42be-a5fb-296135668942" providerId="AD" clId="Web-{8EB49CAB-E175-35D4-EE6E-5DFB09721CA1}"/>
    <pc:docChg chg="modSld">
      <pc:chgData name="Lakku, Sai Keertana R" userId="S::kb7924tj@go.minnstate.edu::aa713373-d62e-42be-a5fb-296135668942" providerId="AD" clId="Web-{8EB49CAB-E175-35D4-EE6E-5DFB09721CA1}" dt="2025-02-04T06:25:36.014" v="24"/>
      <pc:docMkLst>
        <pc:docMk/>
      </pc:docMkLst>
      <pc:sldChg chg="modSp">
        <pc:chgData name="Lakku, Sai Keertana R" userId="S::kb7924tj@go.minnstate.edu::aa713373-d62e-42be-a5fb-296135668942" providerId="AD" clId="Web-{8EB49CAB-E175-35D4-EE6E-5DFB09721CA1}" dt="2025-02-04T06:23:03.186" v="19" actId="20577"/>
        <pc:sldMkLst>
          <pc:docMk/>
          <pc:sldMk cId="623324999" sldId="316"/>
        </pc:sldMkLst>
        <pc:spChg chg="mod">
          <ac:chgData name="Lakku, Sai Keertana R" userId="S::kb7924tj@go.minnstate.edu::aa713373-d62e-42be-a5fb-296135668942" providerId="AD" clId="Web-{8EB49CAB-E175-35D4-EE6E-5DFB09721CA1}" dt="2025-02-04T06:22:58.718" v="18" actId="20577"/>
          <ac:spMkLst>
            <pc:docMk/>
            <pc:sldMk cId="623324999" sldId="316"/>
            <ac:spMk id="8" creationId="{372722CD-063C-D188-2DAE-7472B9ADACA0}"/>
          </ac:spMkLst>
        </pc:spChg>
        <pc:spChg chg="mod">
          <ac:chgData name="Lakku, Sai Keertana R" userId="S::kb7924tj@go.minnstate.edu::aa713373-d62e-42be-a5fb-296135668942" providerId="AD" clId="Web-{8EB49CAB-E175-35D4-EE6E-5DFB09721CA1}" dt="2025-02-04T06:22:30.983" v="15" actId="20577"/>
          <ac:spMkLst>
            <pc:docMk/>
            <pc:sldMk cId="623324999" sldId="316"/>
            <ac:spMk id="10" creationId="{D441A092-12CD-25C6-C3D1-7DFB828D7477}"/>
          </ac:spMkLst>
        </pc:spChg>
        <pc:spChg chg="mod">
          <ac:chgData name="Lakku, Sai Keertana R" userId="S::kb7924tj@go.minnstate.edu::aa713373-d62e-42be-a5fb-296135668942" providerId="AD" clId="Web-{8EB49CAB-E175-35D4-EE6E-5DFB09721CA1}" dt="2025-02-04T06:23:03.186" v="19" actId="20577"/>
          <ac:spMkLst>
            <pc:docMk/>
            <pc:sldMk cId="623324999" sldId="316"/>
            <ac:spMk id="1636" creationId="{D9B10087-3793-0D5B-349A-2C9E17F67E68}"/>
          </ac:spMkLst>
        </pc:spChg>
        <pc:spChg chg="mod">
          <ac:chgData name="Lakku, Sai Keertana R" userId="S::kb7924tj@go.minnstate.edu::aa713373-d62e-42be-a5fb-296135668942" providerId="AD" clId="Web-{8EB49CAB-E175-35D4-EE6E-5DFB09721CA1}" dt="2025-02-04T06:22:41.327" v="16" actId="20577"/>
          <ac:spMkLst>
            <pc:docMk/>
            <pc:sldMk cId="623324999" sldId="316"/>
            <ac:spMk id="1638" creationId="{EC55D96F-DDB6-F439-9684-5F20423EE58B}"/>
          </ac:spMkLst>
        </pc:spChg>
      </pc:sldChg>
      <pc:sldChg chg="modSp">
        <pc:chgData name="Lakku, Sai Keertana R" userId="S::kb7924tj@go.minnstate.edu::aa713373-d62e-42be-a5fb-296135668942" providerId="AD" clId="Web-{8EB49CAB-E175-35D4-EE6E-5DFB09721CA1}" dt="2025-02-04T06:22:11.077" v="14"/>
        <pc:sldMkLst>
          <pc:docMk/>
          <pc:sldMk cId="3375608379" sldId="321"/>
        </pc:sldMkLst>
        <pc:graphicFrameChg chg="modGraphic">
          <ac:chgData name="Lakku, Sai Keertana R" userId="S::kb7924tj@go.minnstate.edu::aa713373-d62e-42be-a5fb-296135668942" providerId="AD" clId="Web-{8EB49CAB-E175-35D4-EE6E-5DFB09721CA1}" dt="2025-02-04T06:15:47.209" v="1"/>
          <ac:graphicFrameMkLst>
            <pc:docMk/>
            <pc:sldMk cId="3375608379" sldId="321"/>
            <ac:graphicFrameMk id="5" creationId="{482AEDCC-E3F8-E7EC-2B87-3F4003BCFD4B}"/>
          </ac:graphicFrameMkLst>
        </pc:graphicFrameChg>
        <pc:graphicFrameChg chg="mod modGraphic">
          <ac:chgData name="Lakku, Sai Keertana R" userId="S::kb7924tj@go.minnstate.edu::aa713373-d62e-42be-a5fb-296135668942" providerId="AD" clId="Web-{8EB49CAB-E175-35D4-EE6E-5DFB09721CA1}" dt="2025-02-04T06:22:11.077" v="14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8EB49CAB-E175-35D4-EE6E-5DFB09721CA1}" dt="2025-02-04T06:25:36.014" v="24"/>
        <pc:sldMkLst>
          <pc:docMk/>
          <pc:sldMk cId="414450018" sldId="323"/>
        </pc:sldMkLst>
      </pc:sldChg>
      <pc:sldChg chg="modSp">
        <pc:chgData name="Lakku, Sai Keertana R" userId="S::kb7924tj@go.minnstate.edu::aa713373-d62e-42be-a5fb-296135668942" providerId="AD" clId="Web-{8EB49CAB-E175-35D4-EE6E-5DFB09721CA1}" dt="2025-02-04T06:24:09.170" v="22" actId="20577"/>
        <pc:sldMkLst>
          <pc:docMk/>
          <pc:sldMk cId="159321284" sldId="324"/>
        </pc:sldMkLst>
        <pc:spChg chg="mod">
          <ac:chgData name="Lakku, Sai Keertana R" userId="S::kb7924tj@go.minnstate.edu::aa713373-d62e-42be-a5fb-296135668942" providerId="AD" clId="Web-{8EB49CAB-E175-35D4-EE6E-5DFB09721CA1}" dt="2025-02-04T06:24:09.170" v="22" actId="20577"/>
          <ac:spMkLst>
            <pc:docMk/>
            <pc:sldMk cId="159321284" sldId="324"/>
            <ac:spMk id="1638" creationId="{0F8BA396-C5A8-92BF-5518-989DB4554B1F}"/>
          </ac:spMkLst>
        </pc:spChg>
      </pc:sldChg>
    </pc:docChg>
  </pc:docChgLst>
  <pc:docChgLst>
    <pc:chgData name="Srinivasa Reddy, Shashank reddy" userId="S::qn1833ep@go.minnstate.edu::5f8d5532-cbd8-40c0-aa18-97830f20e260" providerId="AD" clId="Web-{B07ED7C8-3A0A-0C7B-E7C0-1FEFAB555E3E}"/>
    <pc:docChg chg="modSld">
      <pc:chgData name="Srinivasa Reddy, Shashank reddy" userId="S::qn1833ep@go.minnstate.edu::5f8d5532-cbd8-40c0-aa18-97830f20e260" providerId="AD" clId="Web-{B07ED7C8-3A0A-0C7B-E7C0-1FEFAB555E3E}" dt="2025-02-26T16:33:16.538" v="3" actId="1076"/>
      <pc:docMkLst>
        <pc:docMk/>
      </pc:docMkLst>
      <pc:sldChg chg="modSp">
        <pc:chgData name="Srinivasa Reddy, Shashank reddy" userId="S::qn1833ep@go.minnstate.edu::5f8d5532-cbd8-40c0-aa18-97830f20e260" providerId="AD" clId="Web-{B07ED7C8-3A0A-0C7B-E7C0-1FEFAB555E3E}" dt="2025-02-26T16:29:49.203" v="2" actId="20577"/>
        <pc:sldMkLst>
          <pc:docMk/>
          <pc:sldMk cId="2119876176" sldId="309"/>
        </pc:sldMkLst>
        <pc:graphicFrameChg chg="modGraphic">
          <ac:chgData name="Srinivasa Reddy, Shashank reddy" userId="S::qn1833ep@go.minnstate.edu::5f8d5532-cbd8-40c0-aa18-97830f20e260" providerId="AD" clId="Web-{B07ED7C8-3A0A-0C7B-E7C0-1FEFAB555E3E}" dt="2025-02-26T16:29:49.203" v="2" actId="20577"/>
          <ac:graphicFrameMkLst>
            <pc:docMk/>
            <pc:sldMk cId="2119876176" sldId="309"/>
            <ac:graphicFrameMk id="10" creationId="{EA5113D6-8178-8F68-80DE-1832CCE5B314}"/>
          </ac:graphicFrameMkLst>
        </pc:graphicFrameChg>
      </pc:sldChg>
      <pc:sldChg chg="modSp">
        <pc:chgData name="Srinivasa Reddy, Shashank reddy" userId="S::qn1833ep@go.minnstate.edu::5f8d5532-cbd8-40c0-aa18-97830f20e260" providerId="AD" clId="Web-{B07ED7C8-3A0A-0C7B-E7C0-1FEFAB555E3E}" dt="2025-02-26T16:33:16.538" v="3" actId="1076"/>
        <pc:sldMkLst>
          <pc:docMk/>
          <pc:sldMk cId="3375608379" sldId="321"/>
        </pc:sldMkLst>
        <pc:spChg chg="mod">
          <ac:chgData name="Srinivasa Reddy, Shashank reddy" userId="S::qn1833ep@go.minnstate.edu::5f8d5532-cbd8-40c0-aa18-97830f20e260" providerId="AD" clId="Web-{B07ED7C8-3A0A-0C7B-E7C0-1FEFAB555E3E}" dt="2025-02-26T16:33:16.538" v="3" actId="1076"/>
          <ac:spMkLst>
            <pc:docMk/>
            <pc:sldMk cId="3375608379" sldId="321"/>
            <ac:spMk id="3" creationId="{8EB334EF-E8FC-8BB5-8695-85CE89E1C531}"/>
          </ac:spMkLst>
        </pc:spChg>
      </pc:sldChg>
    </pc:docChg>
  </pc:docChgLst>
  <pc:docChgLst>
    <pc:chgData name="Srinivasa Reddy, Shashank reddy" userId="S::qn1833ep@go.minnstate.edu::5f8d5532-cbd8-40c0-aa18-97830f20e260" providerId="AD" clId="Web-{F39E7F34-8448-FFA0-46C8-B2A9E9614EA3}"/>
    <pc:docChg chg="modSld">
      <pc:chgData name="Srinivasa Reddy, Shashank reddy" userId="S::qn1833ep@go.minnstate.edu::5f8d5532-cbd8-40c0-aa18-97830f20e260" providerId="AD" clId="Web-{F39E7F34-8448-FFA0-46C8-B2A9E9614EA3}" dt="2025-03-03T17:46:32.828" v="166" actId="20577"/>
      <pc:docMkLst>
        <pc:docMk/>
      </pc:docMkLst>
      <pc:sldChg chg="addSp modSp">
        <pc:chgData name="Srinivasa Reddy, Shashank reddy" userId="S::qn1833ep@go.minnstate.edu::5f8d5532-cbd8-40c0-aa18-97830f20e260" providerId="AD" clId="Web-{F39E7F34-8448-FFA0-46C8-B2A9E9614EA3}" dt="2025-03-03T05:09:18.071" v="152" actId="1076"/>
        <pc:sldMkLst>
          <pc:docMk/>
          <pc:sldMk cId="2962009074" sldId="328"/>
        </pc:sldMkLst>
        <pc:grpChg chg="mod">
          <ac:chgData name="Srinivasa Reddy, Shashank reddy" userId="S::qn1833ep@go.minnstate.edu::5f8d5532-cbd8-40c0-aa18-97830f20e260" providerId="AD" clId="Web-{F39E7F34-8448-FFA0-46C8-B2A9E9614EA3}" dt="2025-03-03T05:09:18.071" v="152" actId="1076"/>
          <ac:grpSpMkLst>
            <pc:docMk/>
            <pc:sldMk cId="2962009074" sldId="328"/>
            <ac:grpSpMk id="16" creationId="{A46BAC75-ABCB-E0CE-09E2-250305B5E81C}"/>
          </ac:grpSpMkLst>
        </pc:grpChg>
        <pc:graphicFrameChg chg="add mod modGraphic">
          <ac:chgData name="Srinivasa Reddy, Shashank reddy" userId="S::qn1833ep@go.minnstate.edu::5f8d5532-cbd8-40c0-aa18-97830f20e260" providerId="AD" clId="Web-{F39E7F34-8448-FFA0-46C8-B2A9E9614EA3}" dt="2025-03-03T05:09:11.211" v="151" actId="1076"/>
          <ac:graphicFrameMkLst>
            <pc:docMk/>
            <pc:sldMk cId="2962009074" sldId="328"/>
            <ac:graphicFrameMk id="2" creationId="{41B70625-890F-FA92-6557-C8B06D4E66F3}"/>
          </ac:graphicFrameMkLst>
        </pc:graphicFrameChg>
      </pc:sldChg>
      <pc:sldChg chg="addSp delSp modSp">
        <pc:chgData name="Srinivasa Reddy, Shashank reddy" userId="S::qn1833ep@go.minnstate.edu::5f8d5532-cbd8-40c0-aa18-97830f20e260" providerId="AD" clId="Web-{F39E7F34-8448-FFA0-46C8-B2A9E9614EA3}" dt="2025-03-03T17:46:32.828" v="166" actId="20577"/>
        <pc:sldMkLst>
          <pc:docMk/>
          <pc:sldMk cId="1864068269" sldId="329"/>
        </pc:sldMkLst>
        <pc:spChg chg="mod">
          <ac:chgData name="Srinivasa Reddy, Shashank reddy" userId="S::qn1833ep@go.minnstate.edu::5f8d5532-cbd8-40c0-aa18-97830f20e260" providerId="AD" clId="Web-{F39E7F34-8448-FFA0-46C8-B2A9E9614EA3}" dt="2025-03-03T17:46:32.828" v="166" actId="20577"/>
          <ac:spMkLst>
            <pc:docMk/>
            <pc:sldMk cId="1864068269" sldId="329"/>
            <ac:spMk id="1636" creationId="{807C6F2E-15FF-6C88-ACAB-3B8B1E47CB8C}"/>
          </ac:spMkLst>
        </pc:spChg>
        <pc:picChg chg="add mod">
          <ac:chgData name="Srinivasa Reddy, Shashank reddy" userId="S::qn1833ep@go.minnstate.edu::5f8d5532-cbd8-40c0-aa18-97830f20e260" providerId="AD" clId="Web-{F39E7F34-8448-FFA0-46C8-B2A9E9614EA3}" dt="2025-03-03T16:08:40.621" v="163" actId="1076"/>
          <ac:picMkLst>
            <pc:docMk/>
            <pc:sldMk cId="1864068269" sldId="329"/>
            <ac:picMk id="2" creationId="{DBED5FC6-42C6-899E-DD99-8085762B1BBE}"/>
          </ac:picMkLst>
        </pc:picChg>
      </pc:sldChg>
    </pc:docChg>
  </pc:docChgLst>
  <pc:docChgLst>
    <pc:chgData name="Hjulberg, Andrew S" userId="S::hi6397ef@go.minnstate.edu::55255bf8-79f2-42d3-80cc-139b63d0776c" providerId="AD" clId="Web-{1B946A6A-7B02-AEBC-795D-E0E50717E46C}"/>
    <pc:docChg chg="modSld">
      <pc:chgData name="Hjulberg, Andrew S" userId="S::hi6397ef@go.minnstate.edu::55255bf8-79f2-42d3-80cc-139b63d0776c" providerId="AD" clId="Web-{1B946A6A-7B02-AEBC-795D-E0E50717E46C}" dt="2025-03-07T16:20:44.416" v="30" actId="20577"/>
      <pc:docMkLst>
        <pc:docMk/>
      </pc:docMkLst>
      <pc:sldChg chg="modSp">
        <pc:chgData name="Hjulberg, Andrew S" userId="S::hi6397ef@go.minnstate.edu::55255bf8-79f2-42d3-80cc-139b63d0776c" providerId="AD" clId="Web-{1B946A6A-7B02-AEBC-795D-E0E50717E46C}" dt="2025-03-07T16:20:44.416" v="30" actId="20577"/>
        <pc:sldMkLst>
          <pc:docMk/>
          <pc:sldMk cId="3409281103" sldId="311"/>
        </pc:sldMkLst>
        <pc:graphicFrameChg chg="modGraphic">
          <ac:chgData name="Hjulberg, Andrew S" userId="S::hi6397ef@go.minnstate.edu::55255bf8-79f2-42d3-80cc-139b63d0776c" providerId="AD" clId="Web-{1B946A6A-7B02-AEBC-795D-E0E50717E46C}" dt="2025-03-07T16:20:44.416" v="30" actId="20577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modSp">
        <pc:chgData name="Hjulberg, Andrew S" userId="S::hi6397ef@go.minnstate.edu::55255bf8-79f2-42d3-80cc-139b63d0776c" providerId="AD" clId="Web-{1B946A6A-7B02-AEBC-795D-E0E50717E46C}" dt="2025-03-07T02:25:49.873" v="21" actId="1076"/>
        <pc:sldMkLst>
          <pc:docMk/>
          <pc:sldMk cId="1592350071" sldId="331"/>
        </pc:sldMkLst>
        <pc:graphicFrameChg chg="mod modGraphic">
          <ac:chgData name="Hjulberg, Andrew S" userId="S::hi6397ef@go.minnstate.edu::55255bf8-79f2-42d3-80cc-139b63d0776c" providerId="AD" clId="Web-{1B946A6A-7B02-AEBC-795D-E0E50717E46C}" dt="2025-03-07T02:25:49.873" v="21" actId="1076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D528CBEA-F7CE-9DB7-1C76-B0566B2E72FC}"/>
    <pc:docChg chg="modSld">
      <pc:chgData name="Wilkins, Graham C" userId="S::bh5884is@go.minnstate.edu::d858373d-d4a5-4d5a-af0d-fcf67a33b3d5" providerId="AD" clId="Web-{D528CBEA-F7CE-9DB7-1C76-B0566B2E72FC}" dt="2025-03-06T18:24:11.977" v="151" actId="14100"/>
      <pc:docMkLst>
        <pc:docMk/>
      </pc:docMkLst>
      <pc:sldChg chg="modSp">
        <pc:chgData name="Wilkins, Graham C" userId="S::bh5884is@go.minnstate.edu::d858373d-d4a5-4d5a-af0d-fcf67a33b3d5" providerId="AD" clId="Web-{D528CBEA-F7CE-9DB7-1C76-B0566B2E72FC}" dt="2025-03-06T18:24:11.977" v="151" actId="14100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D528CBEA-F7CE-9DB7-1C76-B0566B2E72FC}" dt="2025-03-06T18:24:11.977" v="151" actId="14100"/>
          <ac:spMkLst>
            <pc:docMk/>
            <pc:sldMk cId="1824116176" sldId="313"/>
            <ac:spMk id="1670" creationId="{A9C744DC-707A-FE41-7211-1175D87E8D9D}"/>
          </ac:spMkLst>
        </pc:spChg>
        <pc:spChg chg="mod">
          <ac:chgData name="Wilkins, Graham C" userId="S::bh5884is@go.minnstate.edu::d858373d-d4a5-4d5a-af0d-fcf67a33b3d5" providerId="AD" clId="Web-{D528CBEA-F7CE-9DB7-1C76-B0566B2E72FC}" dt="2025-03-06T18:23:59.351" v="135" actId="1076"/>
          <ac:spMkLst>
            <pc:docMk/>
            <pc:sldMk cId="1824116176" sldId="313"/>
            <ac:spMk id="1673" creationId="{4999BF22-AC9A-86D6-17AF-B0AF86FC8562}"/>
          </ac:spMkLst>
        </pc:spChg>
      </pc:sldChg>
      <pc:sldChg chg="addSp delSp modSp">
        <pc:chgData name="Wilkins, Graham C" userId="S::bh5884is@go.minnstate.edu::d858373d-d4a5-4d5a-af0d-fcf67a33b3d5" providerId="AD" clId="Web-{D528CBEA-F7CE-9DB7-1C76-B0566B2E72FC}" dt="2025-03-06T17:57:51.286" v="123" actId="20577"/>
        <pc:sldMkLst>
          <pc:docMk/>
          <pc:sldMk cId="374886099" sldId="335"/>
        </pc:sldMkLst>
        <pc:spChg chg="add mod">
          <ac:chgData name="Wilkins, Graham C" userId="S::bh5884is@go.minnstate.edu::d858373d-d4a5-4d5a-af0d-fcf67a33b3d5" providerId="AD" clId="Web-{D528CBEA-F7CE-9DB7-1C76-B0566B2E72FC}" dt="2025-03-06T17:57:51.286" v="123" actId="20577"/>
          <ac:spMkLst>
            <pc:docMk/>
            <pc:sldMk cId="374886099" sldId="335"/>
            <ac:spMk id="4" creationId="{76700F2C-DC2D-0C29-B815-E0699E6A8384}"/>
          </ac:spMkLst>
        </pc:spChg>
        <pc:spChg chg="del">
          <ac:chgData name="Wilkins, Graham C" userId="S::bh5884is@go.minnstate.edu::d858373d-d4a5-4d5a-af0d-fcf67a33b3d5" providerId="AD" clId="Web-{D528CBEA-F7CE-9DB7-1C76-B0566B2E72FC}" dt="2025-03-06T17:54:45.905" v="86"/>
          <ac:spMkLst>
            <pc:docMk/>
            <pc:sldMk cId="374886099" sldId="335"/>
            <ac:spMk id="13" creationId="{A0975863-716E-5A4A-3CC6-0D8FB77677E6}"/>
          </ac:spMkLst>
        </pc:spChg>
      </pc:sldChg>
      <pc:sldChg chg="addSp delSp modSp">
        <pc:chgData name="Wilkins, Graham C" userId="S::bh5884is@go.minnstate.edu::d858373d-d4a5-4d5a-af0d-fcf67a33b3d5" providerId="AD" clId="Web-{D528CBEA-F7CE-9DB7-1C76-B0566B2E72FC}" dt="2025-03-06T17:57:41.254" v="121" actId="20577"/>
        <pc:sldMkLst>
          <pc:docMk/>
          <pc:sldMk cId="2071863260" sldId="337"/>
        </pc:sldMkLst>
        <pc:spChg chg="add mod">
          <ac:chgData name="Wilkins, Graham C" userId="S::bh5884is@go.minnstate.edu::d858373d-d4a5-4d5a-af0d-fcf67a33b3d5" providerId="AD" clId="Web-{D528CBEA-F7CE-9DB7-1C76-B0566B2E72FC}" dt="2025-03-06T17:57:41.254" v="121" actId="20577"/>
          <ac:spMkLst>
            <pc:docMk/>
            <pc:sldMk cId="2071863260" sldId="337"/>
            <ac:spMk id="4" creationId="{95976B64-BCD2-7BAC-4CCD-91D9DAD0315E}"/>
          </ac:spMkLst>
        </pc:spChg>
        <pc:spChg chg="del">
          <ac:chgData name="Wilkins, Graham C" userId="S::bh5884is@go.minnstate.edu::d858373d-d4a5-4d5a-af0d-fcf67a33b3d5" providerId="AD" clId="Web-{D528CBEA-F7CE-9DB7-1C76-B0566B2E72FC}" dt="2025-03-06T17:53:48.309" v="74"/>
          <ac:spMkLst>
            <pc:docMk/>
            <pc:sldMk cId="2071863260" sldId="337"/>
            <ac:spMk id="8" creationId="{304BEF4A-5DDB-56FE-1892-D22B807E5FC4}"/>
          </ac:spMkLst>
        </pc:spChg>
      </pc:sldChg>
      <pc:sldChg chg="modSp">
        <pc:chgData name="Wilkins, Graham C" userId="S::bh5884is@go.minnstate.edu::d858373d-d4a5-4d5a-af0d-fcf67a33b3d5" providerId="AD" clId="Web-{D528CBEA-F7CE-9DB7-1C76-B0566B2E72FC}" dt="2025-03-06T17:57:29.051" v="119" actId="20577"/>
        <pc:sldMkLst>
          <pc:docMk/>
          <pc:sldMk cId="2953584925" sldId="338"/>
        </pc:sldMkLst>
        <pc:spChg chg="mod">
          <ac:chgData name="Wilkins, Graham C" userId="S::bh5884is@go.minnstate.edu::d858373d-d4a5-4d5a-af0d-fcf67a33b3d5" providerId="AD" clId="Web-{D528CBEA-F7CE-9DB7-1C76-B0566B2E72FC}" dt="2025-03-06T17:57:29.051" v="119" actId="20577"/>
          <ac:spMkLst>
            <pc:docMk/>
            <pc:sldMk cId="2953584925" sldId="338"/>
            <ac:spMk id="6" creationId="{9C420F98-771F-4EB2-F5DA-57B32732DD6C}"/>
          </ac:spMkLst>
        </pc:spChg>
      </pc:sldChg>
      <pc:sldChg chg="modSp">
        <pc:chgData name="Wilkins, Graham C" userId="S::bh5884is@go.minnstate.edu::d858373d-d4a5-4d5a-af0d-fcf67a33b3d5" providerId="AD" clId="Web-{D528CBEA-F7CE-9DB7-1C76-B0566B2E72FC}" dt="2025-03-06T17:47:41.532" v="40" actId="1076"/>
        <pc:sldMkLst>
          <pc:docMk/>
          <pc:sldMk cId="4260985643" sldId="339"/>
        </pc:sldMkLst>
        <pc:spChg chg="mod">
          <ac:chgData name="Wilkins, Graham C" userId="S::bh5884is@go.minnstate.edu::d858373d-d4a5-4d5a-af0d-fcf67a33b3d5" providerId="AD" clId="Web-{D528CBEA-F7CE-9DB7-1C76-B0566B2E72FC}" dt="2025-03-06T17:47:41.532" v="40" actId="1076"/>
          <ac:spMkLst>
            <pc:docMk/>
            <pc:sldMk cId="4260985643" sldId="339"/>
            <ac:spMk id="19" creationId="{64171061-B1AC-7652-13B7-5CCA289A1FB4}"/>
          </ac:spMkLst>
        </pc:spChg>
      </pc:sldChg>
    </pc:docChg>
  </pc:docChgLst>
  <pc:docChgLst>
    <pc:chgData name="Lakku, Sai Keertana R" userId="S::kb7924tj@go.minnstate.edu::aa713373-d62e-42be-a5fb-296135668942" providerId="AD" clId="Web-{0EF215E3-5F73-8A20-FF02-5DA8234ABC6F}"/>
    <pc:docChg chg="modSld">
      <pc:chgData name="Lakku, Sai Keertana R" userId="S::kb7924tj@go.minnstate.edu::aa713373-d62e-42be-a5fb-296135668942" providerId="AD" clId="Web-{0EF215E3-5F73-8A20-FF02-5DA8234ABC6F}" dt="2025-03-03T00:43:44.213" v="28"/>
      <pc:docMkLst>
        <pc:docMk/>
      </pc:docMkLst>
      <pc:sldChg chg="modSp">
        <pc:chgData name="Lakku, Sai Keertana R" userId="S::kb7924tj@go.minnstate.edu::aa713373-d62e-42be-a5fb-296135668942" providerId="AD" clId="Web-{0EF215E3-5F73-8A20-FF02-5DA8234ABC6F}" dt="2025-03-03T00:43:44.213" v="28"/>
        <pc:sldMkLst>
          <pc:docMk/>
          <pc:sldMk cId="3077735570" sldId="320"/>
        </pc:sldMkLst>
        <pc:graphicFrameChg chg="mod modGraphic">
          <ac:chgData name="Lakku, Sai Keertana R" userId="S::kb7924tj@go.minnstate.edu::aa713373-d62e-42be-a5fb-296135668942" providerId="AD" clId="Web-{0EF215E3-5F73-8A20-FF02-5DA8234ABC6F}" dt="2025-03-03T00:43:44.213" v="28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90D62686-F973-35A4-6495-13286EA59004}"/>
    <pc:docChg chg="modSld">
      <pc:chgData name="Hjulberg, Andrew S" userId="S::hi6397ef@go.minnstate.edu::55255bf8-79f2-42d3-80cc-139b63d0776c" providerId="AD" clId="Web-{90D62686-F973-35A4-6495-13286EA59004}" dt="2025-03-02T18:22:31.558" v="25" actId="1076"/>
      <pc:docMkLst>
        <pc:docMk/>
      </pc:docMkLst>
      <pc:sldChg chg="modSp">
        <pc:chgData name="Hjulberg, Andrew S" userId="S::hi6397ef@go.minnstate.edu::55255bf8-79f2-42d3-80cc-139b63d0776c" providerId="AD" clId="Web-{90D62686-F973-35A4-6495-13286EA59004}" dt="2025-03-02T18:22:31.558" v="25" actId="1076"/>
        <pc:sldMkLst>
          <pc:docMk/>
          <pc:sldMk cId="1848018043" sldId="330"/>
        </pc:sldMkLst>
        <pc:spChg chg="mod">
          <ac:chgData name="Hjulberg, Andrew S" userId="S::hi6397ef@go.minnstate.edu::55255bf8-79f2-42d3-80cc-139b63d0776c" providerId="AD" clId="Web-{90D62686-F973-35A4-6495-13286EA59004}" dt="2025-03-02T18:22:31.558" v="25" actId="1076"/>
          <ac:spMkLst>
            <pc:docMk/>
            <pc:sldMk cId="1848018043" sldId="330"/>
            <ac:spMk id="6" creationId="{64E0E54A-78EB-C158-D924-BE7CD2F7884D}"/>
          </ac:spMkLst>
        </pc:spChg>
      </pc:sldChg>
    </pc:docChg>
  </pc:docChgLst>
  <pc:docChgLst>
    <pc:chgData name="Hjulberg, Andrew S" userId="S::hi6397ef@go.minnstate.edu::55255bf8-79f2-42d3-80cc-139b63d0776c" providerId="AD" clId="Web-{66502DA1-3E84-B524-FC35-1BF03F591A91}"/>
    <pc:docChg chg="addSld delSld modSld">
      <pc:chgData name="Hjulberg, Andrew S" userId="S::hi6397ef@go.minnstate.edu::55255bf8-79f2-42d3-80cc-139b63d0776c" providerId="AD" clId="Web-{66502DA1-3E84-B524-FC35-1BF03F591A91}" dt="2025-05-01T03:56:34.106" v="84"/>
      <pc:docMkLst>
        <pc:docMk/>
      </pc:docMkLst>
      <pc:sldChg chg="modSp">
        <pc:chgData name="Hjulberg, Andrew S" userId="S::hi6397ef@go.minnstate.edu::55255bf8-79f2-42d3-80cc-139b63d0776c" providerId="AD" clId="Web-{66502DA1-3E84-B524-FC35-1BF03F591A91}" dt="2025-05-01T03:53:30.844" v="7" actId="20577"/>
        <pc:sldMkLst>
          <pc:docMk/>
          <pc:sldMk cId="0" sldId="256"/>
        </pc:sldMkLst>
        <pc:spChg chg="mod">
          <ac:chgData name="Hjulberg, Andrew S" userId="S::hi6397ef@go.minnstate.edu::55255bf8-79f2-42d3-80cc-139b63d0776c" providerId="AD" clId="Web-{66502DA1-3E84-B524-FC35-1BF03F591A91}" dt="2025-05-01T03:53:30.844" v="7" actId="20577"/>
          <ac:spMkLst>
            <pc:docMk/>
            <pc:sldMk cId="0" sldId="256"/>
            <ac:spMk id="2" creationId="{3A9715BF-A827-6575-5ACF-896F80FB6F6F}"/>
          </ac:spMkLst>
        </pc:spChg>
        <pc:spChg chg="mod">
          <ac:chgData name="Hjulberg, Andrew S" userId="S::hi6397ef@go.minnstate.edu::55255bf8-79f2-42d3-80cc-139b63d0776c" providerId="AD" clId="Web-{66502DA1-3E84-B524-FC35-1BF03F591A91}" dt="2025-05-01T03:53:21.453" v="4" actId="20577"/>
          <ac:spMkLst>
            <pc:docMk/>
            <pc:sldMk cId="0" sldId="256"/>
            <ac:spMk id="1432" creationId="{00000000-0000-0000-0000-000000000000}"/>
          </ac:spMkLst>
        </pc:spChg>
      </pc:sldChg>
      <pc:sldChg chg="del">
        <pc:chgData name="Hjulberg, Andrew S" userId="S::hi6397ef@go.minnstate.edu::55255bf8-79f2-42d3-80cc-139b63d0776c" providerId="AD" clId="Web-{66502DA1-3E84-B524-FC35-1BF03F591A91}" dt="2025-05-01T03:53:39.125" v="9"/>
        <pc:sldMkLst>
          <pc:docMk/>
          <pc:sldMk cId="2564729603" sldId="307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3:36.531" v="8"/>
        <pc:sldMkLst>
          <pc:docMk/>
          <pc:sldMk cId="1440897289" sldId="308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3:46.188" v="11"/>
        <pc:sldMkLst>
          <pc:docMk/>
          <pc:sldMk cId="2119876176" sldId="309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3:41.516" v="10"/>
        <pc:sldMkLst>
          <pc:docMk/>
          <pc:sldMk cId="3994434584" sldId="310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3:48.438" v="12"/>
        <pc:sldMkLst>
          <pc:docMk/>
          <pc:sldMk cId="3409281103" sldId="311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46.224" v="30"/>
        <pc:sldMkLst>
          <pc:docMk/>
          <pc:sldMk cId="2123213135" sldId="312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48.474" v="31"/>
        <pc:sldMkLst>
          <pc:docMk/>
          <pc:sldMk cId="1824116176" sldId="313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50.896" v="32"/>
        <pc:sldMkLst>
          <pc:docMk/>
          <pc:sldMk cId="790410564" sldId="314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53.943" v="33"/>
        <pc:sldMkLst>
          <pc:docMk/>
          <pc:sldMk cId="3141694954" sldId="315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04.454" v="15"/>
        <pc:sldMkLst>
          <pc:docMk/>
          <pc:sldMk cId="623324999" sldId="316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37.224" v="26"/>
        <pc:sldMkLst>
          <pc:docMk/>
          <pc:sldMk cId="2038052492" sldId="317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39.381" v="27"/>
        <pc:sldMkLst>
          <pc:docMk/>
          <pc:sldMk cId="4163894111" sldId="318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02.157" v="14"/>
        <pc:sldMkLst>
          <pc:docMk/>
          <pc:sldMk cId="3077735570" sldId="320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00.001" v="13"/>
        <pc:sldMkLst>
          <pc:docMk/>
          <pc:sldMk cId="3375608379" sldId="321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44.037" v="29"/>
        <pc:sldMkLst>
          <pc:docMk/>
          <pc:sldMk cId="3893279982" sldId="322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06.079" v="16"/>
        <pc:sldMkLst>
          <pc:docMk/>
          <pc:sldMk cId="159321284" sldId="324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41.865" v="28"/>
        <pc:sldMkLst>
          <pc:docMk/>
          <pc:sldMk cId="616591423" sldId="326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34.380" v="25"/>
        <pc:sldMkLst>
          <pc:docMk/>
          <pc:sldMk cId="2047308767" sldId="327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08.485" v="17"/>
        <pc:sldMkLst>
          <pc:docMk/>
          <pc:sldMk cId="2962009074" sldId="328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10.470" v="18"/>
        <pc:sldMkLst>
          <pc:docMk/>
          <pc:sldMk cId="1864068269" sldId="329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12.392" v="19"/>
        <pc:sldMkLst>
          <pc:docMk/>
          <pc:sldMk cId="1848018043" sldId="330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14.673" v="20"/>
        <pc:sldMkLst>
          <pc:docMk/>
          <pc:sldMk cId="1592350071" sldId="331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31.767" v="24"/>
        <pc:sldMkLst>
          <pc:docMk/>
          <pc:sldMk cId="1712934111" sldId="332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4:16.501" v="21"/>
        <pc:sldMkLst>
          <pc:docMk/>
          <pc:sldMk cId="2037012556" sldId="333"/>
        </pc:sldMkLst>
      </pc:sldChg>
      <pc:sldChg chg="del">
        <pc:chgData name="Hjulberg, Andrew S" userId="S::hi6397ef@go.minnstate.edu::55255bf8-79f2-42d3-80cc-139b63d0776c" providerId="AD" clId="Web-{66502DA1-3E84-B524-FC35-1BF03F591A91}" dt="2025-05-01T03:55:02.272" v="35"/>
        <pc:sldMkLst>
          <pc:docMk/>
          <pc:sldMk cId="3013822083" sldId="334"/>
        </pc:sldMkLst>
      </pc:sldChg>
      <pc:sldChg chg="addSp delSp">
        <pc:chgData name="Hjulberg, Andrew S" userId="S::hi6397ef@go.minnstate.edu::55255bf8-79f2-42d3-80cc-139b63d0776c" providerId="AD" clId="Web-{66502DA1-3E84-B524-FC35-1BF03F591A91}" dt="2025-05-01T03:56:34.106" v="84"/>
        <pc:sldMkLst>
          <pc:docMk/>
          <pc:sldMk cId="374886099" sldId="335"/>
        </pc:sldMkLst>
        <pc:picChg chg="add del">
          <ac:chgData name="Hjulberg, Andrew S" userId="S::hi6397ef@go.minnstate.edu::55255bf8-79f2-42d3-80cc-139b63d0776c" providerId="AD" clId="Web-{66502DA1-3E84-B524-FC35-1BF03F591A91}" dt="2025-05-01T03:56:34.106" v="84"/>
          <ac:picMkLst>
            <pc:docMk/>
            <pc:sldMk cId="374886099" sldId="335"/>
            <ac:picMk id="7" creationId="{C708655F-EC47-A1D6-4B5A-09B1945B2E84}"/>
          </ac:picMkLst>
        </pc:picChg>
      </pc:sldChg>
      <pc:sldChg chg="del">
        <pc:chgData name="Hjulberg, Andrew S" userId="S::hi6397ef@go.minnstate.edu::55255bf8-79f2-42d3-80cc-139b63d0776c" providerId="AD" clId="Web-{66502DA1-3E84-B524-FC35-1BF03F591A91}" dt="2025-05-01T03:54:18.720" v="22"/>
        <pc:sldMkLst>
          <pc:docMk/>
          <pc:sldMk cId="166661224" sldId="336"/>
        </pc:sldMkLst>
      </pc:sldChg>
      <pc:sldChg chg="modSp add replId">
        <pc:chgData name="Hjulberg, Andrew S" userId="S::hi6397ef@go.minnstate.edu::55255bf8-79f2-42d3-80cc-139b63d0776c" providerId="AD" clId="Web-{66502DA1-3E84-B524-FC35-1BF03F591A91}" dt="2025-05-01T03:56:00.335" v="66" actId="20577"/>
        <pc:sldMkLst>
          <pc:docMk/>
          <pc:sldMk cId="3382361858" sldId="339"/>
        </pc:sldMkLst>
        <pc:spChg chg="mod">
          <ac:chgData name="Hjulberg, Andrew S" userId="S::hi6397ef@go.minnstate.edu::55255bf8-79f2-42d3-80cc-139b63d0776c" providerId="AD" clId="Web-{66502DA1-3E84-B524-FC35-1BF03F591A91}" dt="2025-05-01T03:56:00.335" v="66" actId="20577"/>
          <ac:spMkLst>
            <pc:docMk/>
            <pc:sldMk cId="3382361858" sldId="339"/>
            <ac:spMk id="2" creationId="{A9B35346-546A-3EE7-797A-75B2408E0A52}"/>
          </ac:spMkLst>
        </pc:spChg>
      </pc:sldChg>
      <pc:sldChg chg="del">
        <pc:chgData name="Hjulberg, Andrew S" userId="S::hi6397ef@go.minnstate.edu::55255bf8-79f2-42d3-80cc-139b63d0776c" providerId="AD" clId="Web-{66502DA1-3E84-B524-FC35-1BF03F591A91}" dt="2025-05-01T03:54:26.642" v="23"/>
        <pc:sldMkLst>
          <pc:docMk/>
          <pc:sldMk cId="4260985643" sldId="339"/>
        </pc:sldMkLst>
      </pc:sldChg>
      <pc:sldChg chg="delSp modSp add replId">
        <pc:chgData name="Hjulberg, Andrew S" userId="S::hi6397ef@go.minnstate.edu::55255bf8-79f2-42d3-80cc-139b63d0776c" providerId="AD" clId="Web-{66502DA1-3E84-B524-FC35-1BF03F591A91}" dt="2025-05-01T03:56:18.606" v="82"/>
        <pc:sldMkLst>
          <pc:docMk/>
          <pc:sldMk cId="282885026" sldId="340"/>
        </pc:sldMkLst>
        <pc:spChg chg="mod">
          <ac:chgData name="Hjulberg, Andrew S" userId="S::hi6397ef@go.minnstate.edu::55255bf8-79f2-42d3-80cc-139b63d0776c" providerId="AD" clId="Web-{66502DA1-3E84-B524-FC35-1BF03F591A91}" dt="2025-05-01T03:56:15.075" v="80" actId="20577"/>
          <ac:spMkLst>
            <pc:docMk/>
            <pc:sldMk cId="282885026" sldId="340"/>
            <ac:spMk id="2" creationId="{B811EC67-742B-34BE-535F-8B9D2DE8EE99}"/>
          </ac:spMkLst>
        </pc:spChg>
        <pc:picChg chg="del">
          <ac:chgData name="Hjulberg, Andrew S" userId="S::hi6397ef@go.minnstate.edu::55255bf8-79f2-42d3-80cc-139b63d0776c" providerId="AD" clId="Web-{66502DA1-3E84-B524-FC35-1BF03F591A91}" dt="2025-05-01T03:56:18.606" v="82"/>
          <ac:picMkLst>
            <pc:docMk/>
            <pc:sldMk cId="282885026" sldId="340"/>
            <ac:picMk id="5" creationId="{99ABA987-E022-A336-9EF6-D72CD7444AFE}"/>
          </ac:picMkLst>
        </pc:picChg>
        <pc:picChg chg="del">
          <ac:chgData name="Hjulberg, Andrew S" userId="S::hi6397ef@go.minnstate.edu::55255bf8-79f2-42d3-80cc-139b63d0776c" providerId="AD" clId="Web-{66502DA1-3E84-B524-FC35-1BF03F591A91}" dt="2025-05-01T03:56:17.090" v="81"/>
          <ac:picMkLst>
            <pc:docMk/>
            <pc:sldMk cId="282885026" sldId="340"/>
            <ac:picMk id="7" creationId="{C981FF4D-1BD1-87FC-5BF0-93732E9AD910}"/>
          </ac:picMkLst>
        </pc:picChg>
      </pc:sldChg>
      <pc:sldChg chg="del">
        <pc:chgData name="Hjulberg, Andrew S" userId="S::hi6397ef@go.minnstate.edu::55255bf8-79f2-42d3-80cc-139b63d0776c" providerId="AD" clId="Web-{66502DA1-3E84-B524-FC35-1BF03F591A91}" dt="2025-05-01T03:54:57.084" v="34"/>
        <pc:sldMkLst>
          <pc:docMk/>
          <pc:sldMk cId="3420170832" sldId="340"/>
        </pc:sldMkLst>
      </pc:sldChg>
      <pc:sldChg chg="delSp modSp add replId">
        <pc:chgData name="Hjulberg, Andrew S" userId="S::hi6397ef@go.minnstate.edu::55255bf8-79f2-42d3-80cc-139b63d0776c" providerId="AD" clId="Web-{66502DA1-3E84-B524-FC35-1BF03F591A91}" dt="2025-05-01T03:55:44.851" v="56"/>
        <pc:sldMkLst>
          <pc:docMk/>
          <pc:sldMk cId="1017535913" sldId="341"/>
        </pc:sldMkLst>
        <pc:spChg chg="mod">
          <ac:chgData name="Hjulberg, Andrew S" userId="S::hi6397ef@go.minnstate.edu::55255bf8-79f2-42d3-80cc-139b63d0776c" providerId="AD" clId="Web-{66502DA1-3E84-B524-FC35-1BF03F591A91}" dt="2025-05-01T03:55:28.100" v="51" actId="20577"/>
          <ac:spMkLst>
            <pc:docMk/>
            <pc:sldMk cId="1017535913" sldId="341"/>
            <ac:spMk id="2" creationId="{E4503559-9F76-9021-26ED-F64B7A639FAB}"/>
          </ac:spMkLst>
        </pc:spChg>
        <pc:spChg chg="del mod">
          <ac:chgData name="Hjulberg, Andrew S" userId="S::hi6397ef@go.minnstate.edu::55255bf8-79f2-42d3-80cc-139b63d0776c" providerId="AD" clId="Web-{66502DA1-3E84-B524-FC35-1BF03F591A91}" dt="2025-05-01T03:55:44.851" v="56"/>
          <ac:spMkLst>
            <pc:docMk/>
            <pc:sldMk cId="1017535913" sldId="341"/>
            <ac:spMk id="4" creationId="{07ECCFA7-B8B5-F780-FE0E-9F6BDD23F5DD}"/>
          </ac:spMkLst>
        </pc:spChg>
        <pc:picChg chg="del">
          <ac:chgData name="Hjulberg, Andrew S" userId="S::hi6397ef@go.minnstate.edu::55255bf8-79f2-42d3-80cc-139b63d0776c" providerId="AD" clId="Web-{66502DA1-3E84-B524-FC35-1BF03F591A91}" dt="2025-05-01T03:55:30.757" v="53"/>
          <ac:picMkLst>
            <pc:docMk/>
            <pc:sldMk cId="1017535913" sldId="341"/>
            <ac:picMk id="5" creationId="{66AC77DE-1AE9-31D0-CD29-8422727B4980}"/>
          </ac:picMkLst>
        </pc:picChg>
        <pc:picChg chg="del">
          <ac:chgData name="Hjulberg, Andrew S" userId="S::hi6397ef@go.minnstate.edu::55255bf8-79f2-42d3-80cc-139b63d0776c" providerId="AD" clId="Web-{66502DA1-3E84-B524-FC35-1BF03F591A91}" dt="2025-05-01T03:55:28.850" v="52"/>
          <ac:picMkLst>
            <pc:docMk/>
            <pc:sldMk cId="1017535913" sldId="341"/>
            <ac:picMk id="7" creationId="{301B3C99-2C70-B58A-6D7F-52800A29C3D3}"/>
          </ac:picMkLst>
        </pc:picChg>
      </pc:sldChg>
    </pc:docChg>
  </pc:docChgLst>
  <pc:docChgLst>
    <pc:chgData name="Hjulberg, Andrew S" userId="S::hi6397ef@go.minnstate.edu::55255bf8-79f2-42d3-80cc-139b63d0776c" providerId="AD" clId="Web-{28BDA7F8-691A-FECC-6BF2-935AEBD5CCBB}"/>
    <pc:docChg chg="modSld">
      <pc:chgData name="Hjulberg, Andrew S" userId="S::hi6397ef@go.minnstate.edu::55255bf8-79f2-42d3-80cc-139b63d0776c" providerId="AD" clId="Web-{28BDA7F8-691A-FECC-6BF2-935AEBD5CCBB}" dt="2025-02-04T14:48:17.961" v="120"/>
      <pc:docMkLst>
        <pc:docMk/>
      </pc:docMkLst>
      <pc:sldChg chg="modNotes">
        <pc:chgData name="Hjulberg, Andrew S" userId="S::hi6397ef@go.minnstate.edu::55255bf8-79f2-42d3-80cc-139b63d0776c" providerId="AD" clId="Web-{28BDA7F8-691A-FECC-6BF2-935AEBD5CCBB}" dt="2025-02-04T14:48:17.961" v="120"/>
        <pc:sldMkLst>
          <pc:docMk/>
          <pc:sldMk cId="3409281103" sldId="311"/>
        </pc:sldMkLst>
      </pc:sldChg>
    </pc:docChg>
  </pc:docChgLst>
  <pc:docChgLst>
    <pc:chgData name="Hjulberg, Andrew S" userId="S::hi6397ef@go.minnstate.edu::55255bf8-79f2-42d3-80cc-139b63d0776c" providerId="AD" clId="Web-{693D0063-B7A6-9272-C4C7-6A71202C1703}"/>
    <pc:docChg chg="addSld modSld">
      <pc:chgData name="Hjulberg, Andrew S" userId="S::hi6397ef@go.minnstate.edu::55255bf8-79f2-42d3-80cc-139b63d0776c" providerId="AD" clId="Web-{693D0063-B7A6-9272-C4C7-6A71202C1703}" dt="2025-02-28T16:55:52.499" v="405" actId="14100"/>
      <pc:docMkLst>
        <pc:docMk/>
      </pc:docMkLst>
      <pc:sldChg chg="modSp">
        <pc:chgData name="Hjulberg, Andrew S" userId="S::hi6397ef@go.minnstate.edu::55255bf8-79f2-42d3-80cc-139b63d0776c" providerId="AD" clId="Web-{693D0063-B7A6-9272-C4C7-6A71202C1703}" dt="2025-02-28T16:55:52.499" v="405" actId="14100"/>
        <pc:sldMkLst>
          <pc:docMk/>
          <pc:sldMk cId="2119876176" sldId="309"/>
        </pc:sldMkLst>
        <pc:graphicFrameChg chg="mod">
          <ac:chgData name="Hjulberg, Andrew S" userId="S::hi6397ef@go.minnstate.edu::55255bf8-79f2-42d3-80cc-139b63d0776c" providerId="AD" clId="Web-{693D0063-B7A6-9272-C4C7-6A71202C1703}" dt="2025-02-28T16:55:52.499" v="405" actId="14100"/>
          <ac:graphicFrameMkLst>
            <pc:docMk/>
            <pc:sldMk cId="2119876176" sldId="309"/>
            <ac:graphicFrameMk id="10" creationId="{EA5113D6-8178-8F68-80DE-1832CCE5B314}"/>
          </ac:graphicFrameMkLst>
        </pc:graphicFrameChg>
      </pc:sldChg>
      <pc:sldChg chg="modSp">
        <pc:chgData name="Hjulberg, Andrew S" userId="S::hi6397ef@go.minnstate.edu::55255bf8-79f2-42d3-80cc-139b63d0776c" providerId="AD" clId="Web-{693D0063-B7A6-9272-C4C7-6A71202C1703}" dt="2025-02-28T16:21:24.457" v="47" actId="20577"/>
        <pc:sldMkLst>
          <pc:docMk/>
          <pc:sldMk cId="3409281103" sldId="311"/>
        </pc:sldMkLst>
        <pc:graphicFrameChg chg="modGraphic">
          <ac:chgData name="Hjulberg, Andrew S" userId="S::hi6397ef@go.minnstate.edu::55255bf8-79f2-42d3-80cc-139b63d0776c" providerId="AD" clId="Web-{693D0063-B7A6-9272-C4C7-6A71202C1703}" dt="2025-02-28T16:21:24.457" v="47" actId="20577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mod modShow">
        <pc:chgData name="Hjulberg, Andrew S" userId="S::hi6397ef@go.minnstate.edu::55255bf8-79f2-42d3-80cc-139b63d0776c" providerId="AD" clId="Web-{693D0063-B7A6-9272-C4C7-6A71202C1703}" dt="2025-02-28T16:47:08.734" v="403"/>
        <pc:sldMkLst>
          <pc:docMk/>
          <pc:sldMk cId="414450018" sldId="323"/>
        </pc:sldMkLst>
      </pc:sldChg>
      <pc:sldChg chg="addSp delSp modSp new">
        <pc:chgData name="Hjulberg, Andrew S" userId="S::hi6397ef@go.minnstate.edu::55255bf8-79f2-42d3-80cc-139b63d0776c" providerId="AD" clId="Web-{693D0063-B7A6-9272-C4C7-6A71202C1703}" dt="2025-02-28T16:37:04.298" v="121" actId="20577"/>
        <pc:sldMkLst>
          <pc:docMk/>
          <pc:sldMk cId="1848018043" sldId="330"/>
        </pc:sldMkLst>
        <pc:spChg chg="mod">
          <ac:chgData name="Hjulberg, Andrew S" userId="S::hi6397ef@go.minnstate.edu::55255bf8-79f2-42d3-80cc-139b63d0776c" providerId="AD" clId="Web-{693D0063-B7A6-9272-C4C7-6A71202C1703}" dt="2025-02-28T16:27:33.018" v="51" actId="20577"/>
          <ac:spMkLst>
            <pc:docMk/>
            <pc:sldMk cId="1848018043" sldId="330"/>
            <ac:spMk id="3" creationId="{EAD9FB99-2A6D-BAF9-BE6E-7D31F5B23F08}"/>
          </ac:spMkLst>
        </pc:spChg>
        <pc:spChg chg="add mod">
          <ac:chgData name="Hjulberg, Andrew S" userId="S::hi6397ef@go.minnstate.edu::55255bf8-79f2-42d3-80cc-139b63d0776c" providerId="AD" clId="Web-{693D0063-B7A6-9272-C4C7-6A71202C1703}" dt="2025-02-28T16:37:04.298" v="121" actId="20577"/>
          <ac:spMkLst>
            <pc:docMk/>
            <pc:sldMk cId="1848018043" sldId="330"/>
            <ac:spMk id="6" creationId="{64E0E54A-78EB-C158-D924-BE7CD2F7884D}"/>
          </ac:spMkLst>
        </pc:spChg>
        <pc:picChg chg="add mod modCrop">
          <ac:chgData name="Hjulberg, Andrew S" userId="S::hi6397ef@go.minnstate.edu::55255bf8-79f2-42d3-80cc-139b63d0776c" providerId="AD" clId="Web-{693D0063-B7A6-9272-C4C7-6A71202C1703}" dt="2025-02-28T16:35:16.642" v="64" actId="1076"/>
          <ac:picMkLst>
            <pc:docMk/>
            <pc:sldMk cId="1848018043" sldId="330"/>
            <ac:picMk id="4" creationId="{014C2F5F-03D4-2891-E528-D6F32A9242FF}"/>
          </ac:picMkLst>
        </pc:picChg>
      </pc:sldChg>
      <pc:sldChg chg="addSp delSp modSp new">
        <pc:chgData name="Hjulberg, Andrew S" userId="S::hi6397ef@go.minnstate.edu::55255bf8-79f2-42d3-80cc-139b63d0776c" providerId="AD" clId="Web-{693D0063-B7A6-9272-C4C7-6A71202C1703}" dt="2025-02-28T16:46:30.453" v="402" actId="20577"/>
        <pc:sldMkLst>
          <pc:docMk/>
          <pc:sldMk cId="1592350071" sldId="331"/>
        </pc:sldMkLst>
        <pc:spChg chg="mod">
          <ac:chgData name="Hjulberg, Andrew S" userId="S::hi6397ef@go.minnstate.edu::55255bf8-79f2-42d3-80cc-139b63d0776c" providerId="AD" clId="Web-{693D0063-B7A6-9272-C4C7-6A71202C1703}" dt="2025-02-28T16:40:43.298" v="136" actId="20577"/>
          <ac:spMkLst>
            <pc:docMk/>
            <pc:sldMk cId="1592350071" sldId="331"/>
            <ac:spMk id="3" creationId="{98033861-0BFD-D479-5376-999391B22A90}"/>
          </ac:spMkLst>
        </pc:spChg>
        <pc:graphicFrameChg chg="add modGraphic">
          <ac:chgData name="Hjulberg, Andrew S" userId="S::hi6397ef@go.minnstate.edu::55255bf8-79f2-42d3-80cc-139b63d0776c" providerId="AD" clId="Web-{693D0063-B7A6-9272-C4C7-6A71202C1703}" dt="2025-02-28T16:46:30.453" v="402" actId="20577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E75EA493-A4AB-F4B4-87A0-D5B66CE79F9B}"/>
    <pc:docChg chg="modSld">
      <pc:chgData name="Hjulberg, Andrew S" userId="S::hi6397ef@go.minnstate.edu::55255bf8-79f2-42d3-80cc-139b63d0776c" providerId="AD" clId="Web-{E75EA493-A4AB-F4B4-87A0-D5B66CE79F9B}" dt="2025-04-28T20:19:48.695" v="0" actId="1076"/>
      <pc:docMkLst>
        <pc:docMk/>
      </pc:docMkLst>
      <pc:sldChg chg="modSp">
        <pc:chgData name="Hjulberg, Andrew S" userId="S::hi6397ef@go.minnstate.edu::55255bf8-79f2-42d3-80cc-139b63d0776c" providerId="AD" clId="Web-{E75EA493-A4AB-F4B4-87A0-D5B66CE79F9B}" dt="2025-04-28T20:19:48.695" v="0" actId="1076"/>
        <pc:sldMkLst>
          <pc:docMk/>
          <pc:sldMk cId="3375608379" sldId="321"/>
        </pc:sldMkLst>
        <pc:spChg chg="mod">
          <ac:chgData name="Hjulberg, Andrew S" userId="S::hi6397ef@go.minnstate.edu::55255bf8-79f2-42d3-80cc-139b63d0776c" providerId="AD" clId="Web-{E75EA493-A4AB-F4B4-87A0-D5B66CE79F9B}" dt="2025-04-28T20:19:48.695" v="0" actId="1076"/>
          <ac:spMkLst>
            <pc:docMk/>
            <pc:sldMk cId="3375608379" sldId="321"/>
            <ac:spMk id="3" creationId="{8EB334EF-E8FC-8BB5-8695-85CE89E1C531}"/>
          </ac:spMkLst>
        </pc:spChg>
      </pc:sldChg>
    </pc:docChg>
  </pc:docChgLst>
  <pc:docChgLst>
    <pc:chgData clId="Web-{66502DA1-3E84-B524-FC35-1BF03F591A91}"/>
    <pc:docChg chg="modSld">
      <pc:chgData name="" userId="" providerId="" clId="Web-{66502DA1-3E84-B524-FC35-1BF03F591A91}" dt="2025-05-01T03:53:18.812" v="1" actId="20577"/>
      <pc:docMkLst>
        <pc:docMk/>
      </pc:docMkLst>
      <pc:sldChg chg="modSp">
        <pc:chgData name="" userId="" providerId="" clId="Web-{66502DA1-3E84-B524-FC35-1BF03F591A91}" dt="2025-05-01T03:53:18.812" v="1" actId="20577"/>
        <pc:sldMkLst>
          <pc:docMk/>
          <pc:sldMk cId="0" sldId="256"/>
        </pc:sldMkLst>
        <pc:spChg chg="mod">
          <ac:chgData name="" userId="" providerId="" clId="Web-{66502DA1-3E84-B524-FC35-1BF03F591A91}" dt="2025-05-01T03:53:18.812" v="1" actId="20577"/>
          <ac:spMkLst>
            <pc:docMk/>
            <pc:sldMk cId="0" sldId="256"/>
            <ac:spMk id="1432" creationId="{00000000-0000-0000-0000-000000000000}"/>
          </ac:spMkLst>
        </pc:spChg>
      </pc:sldChg>
    </pc:docChg>
  </pc:docChgLst>
  <pc:docChgLst>
    <pc:chgData name="Srinivasa Reddy, Shashank reddy" userId="S::qn1833ep@go.minnstate.edu::5f8d5532-cbd8-40c0-aa18-97830f20e260" providerId="AD" clId="Web-{9D2A8DB7-6099-DA5D-BD80-465D08307B1B}"/>
    <pc:docChg chg="addSld modSld">
      <pc:chgData name="Srinivasa Reddy, Shashank reddy" userId="S::qn1833ep@go.minnstate.edu::5f8d5532-cbd8-40c0-aa18-97830f20e260" providerId="AD" clId="Web-{9D2A8DB7-6099-DA5D-BD80-465D08307B1B}" dt="2025-02-28T07:52:58.573" v="163" actId="1076"/>
      <pc:docMkLst>
        <pc:docMk/>
      </pc:docMkLst>
      <pc:sldChg chg="addSp delSp modSp">
        <pc:chgData name="Srinivasa Reddy, Shashank reddy" userId="S::qn1833ep@go.minnstate.edu::5f8d5532-cbd8-40c0-aa18-97830f20e260" providerId="AD" clId="Web-{9D2A8DB7-6099-DA5D-BD80-465D08307B1B}" dt="2025-02-28T07:29:46.294" v="44"/>
        <pc:sldMkLst>
          <pc:docMk/>
          <pc:sldMk cId="159321284" sldId="324"/>
        </pc:sldMkLst>
        <pc:spChg chg="mod">
          <ac:chgData name="Srinivasa Reddy, Shashank reddy" userId="S::qn1833ep@go.minnstate.edu::5f8d5532-cbd8-40c0-aa18-97830f20e260" providerId="AD" clId="Web-{9D2A8DB7-6099-DA5D-BD80-465D08307B1B}" dt="2025-02-28T07:28:07.461" v="36" actId="1076"/>
          <ac:spMkLst>
            <pc:docMk/>
            <pc:sldMk cId="159321284" sldId="324"/>
            <ac:spMk id="3" creationId="{4305F197-D0A1-FBFF-470F-1A52D69E796B}"/>
          </ac:spMkLst>
        </pc:spChg>
        <pc:spChg chg="mod">
          <ac:chgData name="Srinivasa Reddy, Shashank reddy" userId="S::qn1833ep@go.minnstate.edu::5f8d5532-cbd8-40c0-aa18-97830f20e260" providerId="AD" clId="Web-{9D2A8DB7-6099-DA5D-BD80-465D08307B1B}" dt="2025-02-28T07:29:12.668" v="40" actId="1076"/>
          <ac:spMkLst>
            <pc:docMk/>
            <pc:sldMk cId="159321284" sldId="324"/>
            <ac:spMk id="1636" creationId="{8032237B-9A30-27B7-73A8-DF57A1400970}"/>
          </ac:spMkLst>
        </pc:spChg>
        <pc:spChg chg="mod">
          <ac:chgData name="Srinivasa Reddy, Shashank reddy" userId="S::qn1833ep@go.minnstate.edu::5f8d5532-cbd8-40c0-aa18-97830f20e260" providerId="AD" clId="Web-{9D2A8DB7-6099-DA5D-BD80-465D08307B1B}" dt="2025-02-28T07:29:12.683" v="41" actId="1076"/>
          <ac:spMkLst>
            <pc:docMk/>
            <pc:sldMk cId="159321284" sldId="324"/>
            <ac:spMk id="1638" creationId="{0F8BA396-C5A8-92BF-5518-989DB4554B1F}"/>
          </ac:spMkLst>
        </pc:spChg>
        <pc:picChg chg="mod">
          <ac:chgData name="Srinivasa Reddy, Shashank reddy" userId="S::qn1833ep@go.minnstate.edu::5f8d5532-cbd8-40c0-aa18-97830f20e260" providerId="AD" clId="Web-{9D2A8DB7-6099-DA5D-BD80-465D08307B1B}" dt="2025-02-28T07:28:07.492" v="37" actId="1076"/>
          <ac:picMkLst>
            <pc:docMk/>
            <pc:sldMk cId="159321284" sldId="324"/>
            <ac:picMk id="2" creationId="{C4606FE5-8E05-A2DB-CFC3-FFBA75D95633}"/>
          </ac:picMkLst>
        </pc:picChg>
        <pc:picChg chg="add mod">
          <ac:chgData name="Srinivasa Reddy, Shashank reddy" userId="S::qn1833ep@go.minnstate.edu::5f8d5532-cbd8-40c0-aa18-97830f20e260" providerId="AD" clId="Web-{9D2A8DB7-6099-DA5D-BD80-465D08307B1B}" dt="2025-02-28T07:29:14.668" v="42" actId="1076"/>
          <ac:picMkLst>
            <pc:docMk/>
            <pc:sldMk cId="159321284" sldId="324"/>
            <ac:picMk id="5" creationId="{863BF2C5-AEF5-A2A8-7BBA-2247711F3E61}"/>
          </ac:picMkLst>
        </pc:picChg>
      </pc:sldChg>
      <pc:sldChg chg="addSp delSp modSp add replId">
        <pc:chgData name="Srinivasa Reddy, Shashank reddy" userId="S::qn1833ep@go.minnstate.edu::5f8d5532-cbd8-40c0-aa18-97830f20e260" providerId="AD" clId="Web-{9D2A8DB7-6099-DA5D-BD80-465D08307B1B}" dt="2025-02-28T07:51:02.502" v="157" actId="1076"/>
        <pc:sldMkLst>
          <pc:docMk/>
          <pc:sldMk cId="2962009074" sldId="328"/>
        </pc:sldMkLst>
        <pc:spChg chg="mod">
          <ac:chgData name="Srinivasa Reddy, Shashank reddy" userId="S::qn1833ep@go.minnstate.edu::5f8d5532-cbd8-40c0-aa18-97830f20e260" providerId="AD" clId="Web-{9D2A8DB7-6099-DA5D-BD80-465D08307B1B}" dt="2025-02-28T07:33:02.366" v="94" actId="20577"/>
          <ac:spMkLst>
            <pc:docMk/>
            <pc:sldMk cId="2962009074" sldId="328"/>
            <ac:spMk id="1636" creationId="{C0045F5E-7D1C-134C-293E-2308F2CEBF25}"/>
          </ac:spMkLst>
        </pc:spChg>
        <pc:spChg chg="mod">
          <ac:chgData name="Srinivasa Reddy, Shashank reddy" userId="S::qn1833ep@go.minnstate.edu::5f8d5532-cbd8-40c0-aa18-97830f20e260" providerId="AD" clId="Web-{9D2A8DB7-6099-DA5D-BD80-465D08307B1B}" dt="2025-02-28T07:34:22.962" v="98" actId="14100"/>
          <ac:spMkLst>
            <pc:docMk/>
            <pc:sldMk cId="2962009074" sldId="328"/>
            <ac:spMk id="1638" creationId="{ACFCFD19-B3F4-2772-B2D8-94DCEB375FC1}"/>
          </ac:spMkLst>
        </pc:spChg>
        <pc:grpChg chg="add mod">
          <ac:chgData name="Srinivasa Reddy, Shashank reddy" userId="S::qn1833ep@go.minnstate.edu::5f8d5532-cbd8-40c0-aa18-97830f20e260" providerId="AD" clId="Web-{9D2A8DB7-6099-DA5D-BD80-465D08307B1B}" dt="2025-02-28T07:50:40.611" v="151" actId="14100"/>
          <ac:grpSpMkLst>
            <pc:docMk/>
            <pc:sldMk cId="2962009074" sldId="328"/>
            <ac:grpSpMk id="16" creationId="{A46BAC75-ABCB-E0CE-09E2-250305B5E81C}"/>
          </ac:grpSpMkLst>
        </pc:grpChg>
        <pc:picChg chg="add mod">
          <ac:chgData name="Srinivasa Reddy, Shashank reddy" userId="S::qn1833ep@go.minnstate.edu::5f8d5532-cbd8-40c0-aa18-97830f20e260" providerId="AD" clId="Web-{9D2A8DB7-6099-DA5D-BD80-465D08307B1B}" dt="2025-02-28T07:51:02.502" v="157" actId="1076"/>
          <ac:picMkLst>
            <pc:docMk/>
            <pc:sldMk cId="2962009074" sldId="328"/>
            <ac:picMk id="6" creationId="{D697A7EE-B1A8-A07D-821E-2D4662E2E243}"/>
          </ac:picMkLst>
        </pc:picChg>
        <pc:picChg chg="add mod">
          <ac:chgData name="Srinivasa Reddy, Shashank reddy" userId="S::qn1833ep@go.minnstate.edu::5f8d5532-cbd8-40c0-aa18-97830f20e260" providerId="AD" clId="Web-{9D2A8DB7-6099-DA5D-BD80-465D08307B1B}" dt="2025-02-28T07:42:39.705" v="105" actId="1076"/>
          <ac:picMkLst>
            <pc:docMk/>
            <pc:sldMk cId="2962009074" sldId="328"/>
            <ac:picMk id="8" creationId="{30461367-9278-B60D-538A-2BEF286943CD}"/>
          </ac:picMkLst>
        </pc:picChg>
        <pc:picChg chg="add mod">
          <ac:chgData name="Srinivasa Reddy, Shashank reddy" userId="S::qn1833ep@go.minnstate.edu::5f8d5532-cbd8-40c0-aa18-97830f20e260" providerId="AD" clId="Web-{9D2A8DB7-6099-DA5D-BD80-465D08307B1B}" dt="2025-02-28T07:50:59.986" v="156" actId="1076"/>
          <ac:picMkLst>
            <pc:docMk/>
            <pc:sldMk cId="2962009074" sldId="328"/>
            <ac:picMk id="17" creationId="{CCF1AFDD-E48D-6AF2-8244-DC932B6DE9E6}"/>
          </ac:picMkLst>
        </pc:picChg>
        <pc:inkChg chg="add">
          <ac:chgData name="Srinivasa Reddy, Shashank reddy" userId="S::qn1833ep@go.minnstate.edu::5f8d5532-cbd8-40c0-aa18-97830f20e260" providerId="AD" clId="Web-{9D2A8DB7-6099-DA5D-BD80-465D08307B1B}" dt="2025-02-28T07:42:49.940" v="106"/>
          <ac:inkMkLst>
            <pc:docMk/>
            <pc:sldMk cId="2962009074" sldId="328"/>
            <ac:inkMk id="10" creationId="{E35099AB-F0DC-4F77-51AA-2F07875BDE9A}"/>
          </ac:inkMkLst>
        </pc:inkChg>
        <pc:inkChg chg="add">
          <ac:chgData name="Srinivasa Reddy, Shashank reddy" userId="S::qn1833ep@go.minnstate.edu::5f8d5532-cbd8-40c0-aa18-97830f20e260" providerId="AD" clId="Web-{9D2A8DB7-6099-DA5D-BD80-465D08307B1B}" dt="2025-02-28T07:43:43.644" v="116"/>
          <ac:inkMkLst>
            <pc:docMk/>
            <pc:sldMk cId="2962009074" sldId="328"/>
            <ac:inkMk id="15" creationId="{04B29AF4-1210-21A5-28DD-E7FCB0BE61F4}"/>
          </ac:inkMkLst>
        </pc:inkChg>
      </pc:sldChg>
      <pc:sldChg chg="addSp delSp modSp add replId">
        <pc:chgData name="Srinivasa Reddy, Shashank reddy" userId="S::qn1833ep@go.minnstate.edu::5f8d5532-cbd8-40c0-aa18-97830f20e260" providerId="AD" clId="Web-{9D2A8DB7-6099-DA5D-BD80-465D08307B1B}" dt="2025-02-28T07:52:58.573" v="163" actId="1076"/>
        <pc:sldMkLst>
          <pc:docMk/>
          <pc:sldMk cId="1864068269" sldId="329"/>
        </pc:sldMkLst>
        <pc:spChg chg="mod">
          <ac:chgData name="Srinivasa Reddy, Shashank reddy" userId="S::qn1833ep@go.minnstate.edu::5f8d5532-cbd8-40c0-aa18-97830f20e260" providerId="AD" clId="Web-{9D2A8DB7-6099-DA5D-BD80-465D08307B1B}" dt="2025-02-28T07:47:44.996" v="148" actId="1076"/>
          <ac:spMkLst>
            <pc:docMk/>
            <pc:sldMk cId="1864068269" sldId="329"/>
            <ac:spMk id="1636" creationId="{807C6F2E-15FF-6C88-ACAB-3B8B1E47CB8C}"/>
          </ac:spMkLst>
        </pc:spChg>
        <pc:spChg chg="mod">
          <ac:chgData name="Srinivasa Reddy, Shashank reddy" userId="S::qn1833ep@go.minnstate.edu::5f8d5532-cbd8-40c0-aa18-97830f20e260" providerId="AD" clId="Web-{9D2A8DB7-6099-DA5D-BD80-465D08307B1B}" dt="2025-02-28T07:46:11.993" v="130" actId="1076"/>
          <ac:spMkLst>
            <pc:docMk/>
            <pc:sldMk cId="1864068269" sldId="329"/>
            <ac:spMk id="1638" creationId="{B58FA0F1-5593-B3DE-A005-CA73DE5E2EF1}"/>
          </ac:spMkLst>
        </pc:spChg>
      </pc:sldChg>
    </pc:docChg>
  </pc:docChgLst>
  <pc:docChgLst>
    <pc:chgData name="Lakku, Sai Keertana R" userId="S::kb7924tj@go.minnstate.edu::aa713373-d62e-42be-a5fb-296135668942" providerId="AD" clId="Web-{27539528-B4A9-0E4D-95A0-8E47C23CBE94}"/>
    <pc:docChg chg="modSld">
      <pc:chgData name="Lakku, Sai Keertana R" userId="S::kb7924tj@go.minnstate.edu::aa713373-d62e-42be-a5fb-296135668942" providerId="AD" clId="Web-{27539528-B4A9-0E4D-95A0-8E47C23CBE94}" dt="2025-02-05T17:11:56.802" v="61"/>
      <pc:docMkLst>
        <pc:docMk/>
      </pc:docMkLst>
      <pc:sldChg chg="modSp">
        <pc:chgData name="Lakku, Sai Keertana R" userId="S::kb7924tj@go.minnstate.edu::aa713373-d62e-42be-a5fb-296135668942" providerId="AD" clId="Web-{27539528-B4A9-0E4D-95A0-8E47C23CBE94}" dt="2025-02-05T14:21:02.707" v="11"/>
        <pc:sldMkLst>
          <pc:docMk/>
          <pc:sldMk cId="3077735570" sldId="320"/>
        </pc:sldMkLst>
        <pc:graphicFrameChg chg="mod modGraphic">
          <ac:chgData name="Lakku, Sai Keertana R" userId="S::kb7924tj@go.minnstate.edu::aa713373-d62e-42be-a5fb-296135668942" providerId="AD" clId="Web-{27539528-B4A9-0E4D-95A0-8E47C23CBE94}" dt="2025-02-05T14:21:02.707" v="11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modSp">
        <pc:chgData name="Lakku, Sai Keertana R" userId="S::kb7924tj@go.minnstate.edu::aa713373-d62e-42be-a5fb-296135668942" providerId="AD" clId="Web-{27539528-B4A9-0E4D-95A0-8E47C23CBE94}" dt="2025-02-05T17:11:56.802" v="61"/>
        <pc:sldMkLst>
          <pc:docMk/>
          <pc:sldMk cId="3375608379" sldId="321"/>
        </pc:sldMkLst>
        <pc:graphicFrameChg chg="mod modGraphic">
          <ac:chgData name="Lakku, Sai Keertana R" userId="S::kb7924tj@go.minnstate.edu::aa713373-d62e-42be-a5fb-296135668942" providerId="AD" clId="Web-{27539528-B4A9-0E4D-95A0-8E47C23CBE94}" dt="2025-02-05T17:11:56.802" v="61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81785522-7ED1-94ED-152D-A05A772E3FD6}"/>
    <pc:docChg chg="addSld modSld sldOrd">
      <pc:chgData name="Hjulberg, Andrew S" userId="S::hi6397ef@go.minnstate.edu::55255bf8-79f2-42d3-80cc-139b63d0776c" providerId="AD" clId="Web-{81785522-7ED1-94ED-152D-A05A772E3FD6}" dt="2025-03-03T00:25:31.770" v="64" actId="20577"/>
      <pc:docMkLst>
        <pc:docMk/>
      </pc:docMkLst>
      <pc:sldChg chg="modSp">
        <pc:chgData name="Hjulberg, Andrew S" userId="S::hi6397ef@go.minnstate.edu::55255bf8-79f2-42d3-80cc-139b63d0776c" providerId="AD" clId="Web-{81785522-7ED1-94ED-152D-A05A772E3FD6}" dt="2025-03-02T23:46:19.680" v="10" actId="20577"/>
        <pc:sldMkLst>
          <pc:docMk/>
          <pc:sldMk cId="1592350071" sldId="331"/>
        </pc:sldMkLst>
        <pc:graphicFrameChg chg="modGraphic">
          <ac:chgData name="Hjulberg, Andrew S" userId="S::hi6397ef@go.minnstate.edu::55255bf8-79f2-42d3-80cc-139b63d0776c" providerId="AD" clId="Web-{81785522-7ED1-94ED-152D-A05A772E3FD6}" dt="2025-03-02T23:46:19.680" v="10" actId="20577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  <pc:sldChg chg="ord">
        <pc:chgData name="Hjulberg, Andrew S" userId="S::hi6397ef@go.minnstate.edu::55255bf8-79f2-42d3-80cc-139b63d0776c" providerId="AD" clId="Web-{81785522-7ED1-94ED-152D-A05A772E3FD6}" dt="2025-03-03T00:14:58.547" v="15"/>
        <pc:sldMkLst>
          <pc:docMk/>
          <pc:sldMk cId="2037012556" sldId="333"/>
        </pc:sldMkLst>
      </pc:sldChg>
      <pc:sldChg chg="ord">
        <pc:chgData name="Hjulberg, Andrew S" userId="S::hi6397ef@go.minnstate.edu::55255bf8-79f2-42d3-80cc-139b63d0776c" providerId="AD" clId="Web-{81785522-7ED1-94ED-152D-A05A772E3FD6}" dt="2025-03-03T00:15:26.313" v="19"/>
        <pc:sldMkLst>
          <pc:docMk/>
          <pc:sldMk cId="374886099" sldId="335"/>
        </pc:sldMkLst>
      </pc:sldChg>
      <pc:sldChg chg="ord">
        <pc:chgData name="Hjulberg, Andrew S" userId="S::hi6397ef@go.minnstate.edu::55255bf8-79f2-42d3-80cc-139b63d0776c" providerId="AD" clId="Web-{81785522-7ED1-94ED-152D-A05A772E3FD6}" dt="2025-03-03T00:15:14.906" v="17"/>
        <pc:sldMkLst>
          <pc:docMk/>
          <pc:sldMk cId="166661224" sldId="336"/>
        </pc:sldMkLst>
      </pc:sldChg>
      <pc:sldChg chg="modSp new">
        <pc:chgData name="Hjulberg, Andrew S" userId="S::hi6397ef@go.minnstate.edu::55255bf8-79f2-42d3-80cc-139b63d0776c" providerId="AD" clId="Web-{81785522-7ED1-94ED-152D-A05A772E3FD6}" dt="2025-03-03T00:25:08.598" v="43" actId="20577"/>
        <pc:sldMkLst>
          <pc:docMk/>
          <pc:sldMk cId="2071863260" sldId="337"/>
        </pc:sldMkLst>
        <pc:spChg chg="mod">
          <ac:chgData name="Hjulberg, Andrew S" userId="S::hi6397ef@go.minnstate.edu::55255bf8-79f2-42d3-80cc-139b63d0776c" providerId="AD" clId="Web-{81785522-7ED1-94ED-152D-A05A772E3FD6}" dt="2025-03-03T00:25:08.598" v="43" actId="20577"/>
          <ac:spMkLst>
            <pc:docMk/>
            <pc:sldMk cId="2071863260" sldId="337"/>
            <ac:spMk id="2" creationId="{7D2E417B-781C-D810-C099-0809E19F887E}"/>
          </ac:spMkLst>
        </pc:spChg>
      </pc:sldChg>
      <pc:sldChg chg="modSp new">
        <pc:chgData name="Hjulberg, Andrew S" userId="S::hi6397ef@go.minnstate.edu::55255bf8-79f2-42d3-80cc-139b63d0776c" providerId="AD" clId="Web-{81785522-7ED1-94ED-152D-A05A772E3FD6}" dt="2025-03-03T00:25:31.770" v="64" actId="20577"/>
        <pc:sldMkLst>
          <pc:docMk/>
          <pc:sldMk cId="2953584925" sldId="338"/>
        </pc:sldMkLst>
        <pc:spChg chg="mod">
          <ac:chgData name="Hjulberg, Andrew S" userId="S::hi6397ef@go.minnstate.edu::55255bf8-79f2-42d3-80cc-139b63d0776c" providerId="AD" clId="Web-{81785522-7ED1-94ED-152D-A05A772E3FD6}" dt="2025-03-03T00:25:31.770" v="64" actId="20577"/>
          <ac:spMkLst>
            <pc:docMk/>
            <pc:sldMk cId="2953584925" sldId="338"/>
            <ac:spMk id="2" creationId="{D6535E73-FBFB-5F4C-DAD2-0DE101C12BBA}"/>
          </ac:spMkLst>
        </pc:spChg>
      </pc:sldChg>
    </pc:docChg>
  </pc:docChgLst>
  <pc:docChgLst>
    <pc:chgData name="Wilkins, Graham C" userId="S::bh5884is@go.minnstate.edu::d858373d-d4a5-4d5a-af0d-fcf67a33b3d5" providerId="AD" clId="Web-{57DFFAC4-0DED-63C4-22E1-38F3D8A70AD3}"/>
    <pc:docChg chg="addSld delSld modSld sldOrd">
      <pc:chgData name="Wilkins, Graham C" userId="S::bh5884is@go.minnstate.edu::d858373d-d4a5-4d5a-af0d-fcf67a33b3d5" providerId="AD" clId="Web-{57DFFAC4-0DED-63C4-22E1-38F3D8A70AD3}" dt="2025-03-03T16:07:37.447" v="436" actId="14100"/>
      <pc:docMkLst>
        <pc:docMk/>
      </pc:docMkLst>
      <pc:sldChg chg="modSp">
        <pc:chgData name="Wilkins, Graham C" userId="S::bh5884is@go.minnstate.edu::d858373d-d4a5-4d5a-af0d-fcf67a33b3d5" providerId="AD" clId="Web-{57DFFAC4-0DED-63C4-22E1-38F3D8A70AD3}" dt="2025-03-03T16:07:25.837" v="434" actId="20577"/>
        <pc:sldMkLst>
          <pc:docMk/>
          <pc:sldMk cId="2123213135" sldId="312"/>
        </pc:sldMkLst>
        <pc:spChg chg="mod">
          <ac:chgData name="Wilkins, Graham C" userId="S::bh5884is@go.minnstate.edu::d858373d-d4a5-4d5a-af0d-fcf67a33b3d5" providerId="AD" clId="Web-{57DFFAC4-0DED-63C4-22E1-38F3D8A70AD3}" dt="2025-03-03T16:07:25.837" v="434" actId="20577"/>
          <ac:spMkLst>
            <pc:docMk/>
            <pc:sldMk cId="2123213135" sldId="312"/>
            <ac:spMk id="1673" creationId="{40BDEA12-2B29-D886-7628-F74A3D810497}"/>
          </ac:spMkLst>
        </pc:spChg>
      </pc:sldChg>
      <pc:sldChg chg="modSp">
        <pc:chgData name="Wilkins, Graham C" userId="S::bh5884is@go.minnstate.edu::d858373d-d4a5-4d5a-af0d-fcf67a33b3d5" providerId="AD" clId="Web-{57DFFAC4-0DED-63C4-22E1-38F3D8A70AD3}" dt="2025-03-03T16:07:37.447" v="436" actId="14100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57DFFAC4-0DED-63C4-22E1-38F3D8A70AD3}" dt="2025-03-03T16:07:37.447" v="436" actId="14100"/>
          <ac:spMkLst>
            <pc:docMk/>
            <pc:sldMk cId="1824116176" sldId="313"/>
            <ac:spMk id="1673" creationId="{4999BF22-AC9A-86D6-17AF-B0AF86FC8562}"/>
          </ac:spMkLst>
        </pc:spChg>
      </pc:sldChg>
      <pc:sldChg chg="modSp">
        <pc:chgData name="Wilkins, Graham C" userId="S::bh5884is@go.minnstate.edu::d858373d-d4a5-4d5a-af0d-fcf67a33b3d5" providerId="AD" clId="Web-{57DFFAC4-0DED-63C4-22E1-38F3D8A70AD3}" dt="2025-03-03T15:50:23.314" v="375" actId="20577"/>
        <pc:sldMkLst>
          <pc:docMk/>
          <pc:sldMk cId="2037012556" sldId="333"/>
        </pc:sldMkLst>
        <pc:graphicFrameChg chg="modGraphic">
          <ac:chgData name="Wilkins, Graham C" userId="S::bh5884is@go.minnstate.edu::d858373d-d4a5-4d5a-af0d-fcf67a33b3d5" providerId="AD" clId="Web-{57DFFAC4-0DED-63C4-22E1-38F3D8A70AD3}" dt="2025-03-03T15:50:23.314" v="375" actId="20577"/>
          <ac:graphicFrameMkLst>
            <pc:docMk/>
            <pc:sldMk cId="2037012556" sldId="333"/>
            <ac:graphicFrameMk id="11" creationId="{23DA6A59-6D2A-9E22-F7C0-0837D869CB0E}"/>
          </ac:graphicFrameMkLst>
        </pc:graphicFrameChg>
      </pc:sldChg>
      <pc:sldChg chg="addSp delSp modSp ord">
        <pc:chgData name="Wilkins, Graham C" userId="S::bh5884is@go.minnstate.edu::d858373d-d4a5-4d5a-af0d-fcf67a33b3d5" providerId="AD" clId="Web-{57DFFAC4-0DED-63C4-22E1-38F3D8A70AD3}" dt="2025-03-03T15:48:48.326" v="362" actId="1076"/>
        <pc:sldMkLst>
          <pc:docMk/>
          <pc:sldMk cId="3013822083" sldId="334"/>
        </pc:sldMkLst>
        <pc:spChg chg="mod">
          <ac:chgData name="Wilkins, Graham C" userId="S::bh5884is@go.minnstate.edu::d858373d-d4a5-4d5a-af0d-fcf67a33b3d5" providerId="AD" clId="Web-{57DFFAC4-0DED-63C4-22E1-38F3D8A70AD3}" dt="2025-03-03T15:47:58.262" v="347" actId="20577"/>
          <ac:spMkLst>
            <pc:docMk/>
            <pc:sldMk cId="3013822083" sldId="334"/>
            <ac:spMk id="2" creationId="{F5164F0E-CC2A-D94D-EDE2-3AA3934D15A0}"/>
          </ac:spMkLst>
        </pc:spChg>
        <pc:picChg chg="add mod">
          <ac:chgData name="Wilkins, Graham C" userId="S::bh5884is@go.minnstate.edu::d858373d-d4a5-4d5a-af0d-fcf67a33b3d5" providerId="AD" clId="Web-{57DFFAC4-0DED-63C4-22E1-38F3D8A70AD3}" dt="2025-03-03T15:48:47.233" v="361" actId="1076"/>
          <ac:picMkLst>
            <pc:docMk/>
            <pc:sldMk cId="3013822083" sldId="334"/>
            <ac:picMk id="5" creationId="{5D6AE051-0E7D-5951-0713-326EC0CC901B}"/>
          </ac:picMkLst>
        </pc:picChg>
        <pc:picChg chg="add mod">
          <ac:chgData name="Wilkins, Graham C" userId="S::bh5884is@go.minnstate.edu::d858373d-d4a5-4d5a-af0d-fcf67a33b3d5" providerId="AD" clId="Web-{57DFFAC4-0DED-63C4-22E1-38F3D8A70AD3}" dt="2025-03-03T15:48:48.326" v="362" actId="1076"/>
          <ac:picMkLst>
            <pc:docMk/>
            <pc:sldMk cId="3013822083" sldId="334"/>
            <ac:picMk id="6" creationId="{A9CFB0C6-E41E-2DB4-493B-3641C170509E}"/>
          </ac:picMkLst>
        </pc:picChg>
      </pc:sldChg>
      <pc:sldChg chg="modSp">
        <pc:chgData name="Wilkins, Graham C" userId="S::bh5884is@go.minnstate.edu::d858373d-d4a5-4d5a-af0d-fcf67a33b3d5" providerId="AD" clId="Web-{57DFFAC4-0DED-63C4-22E1-38F3D8A70AD3}" dt="2025-03-03T15:49:55.423" v="372" actId="20577"/>
        <pc:sldMkLst>
          <pc:docMk/>
          <pc:sldMk cId="166661224" sldId="336"/>
        </pc:sldMkLst>
        <pc:graphicFrameChg chg="modGraphic">
          <ac:chgData name="Wilkins, Graham C" userId="S::bh5884is@go.minnstate.edu::d858373d-d4a5-4d5a-af0d-fcf67a33b3d5" providerId="AD" clId="Web-{57DFFAC4-0DED-63C4-22E1-38F3D8A70AD3}" dt="2025-03-03T15:49:55.423" v="372" actId="20577"/>
          <ac:graphicFrameMkLst>
            <pc:docMk/>
            <pc:sldMk cId="166661224" sldId="336"/>
            <ac:graphicFrameMk id="11" creationId="{8D21D689-F01E-FB5F-AFF6-31AF6F258413}"/>
          </ac:graphicFrameMkLst>
        </pc:graphicFrameChg>
      </pc:sldChg>
      <pc:sldChg chg="addSp delSp modSp">
        <pc:chgData name="Wilkins, Graham C" userId="S::bh5884is@go.minnstate.edu::d858373d-d4a5-4d5a-af0d-fcf67a33b3d5" providerId="AD" clId="Web-{57DFFAC4-0DED-63C4-22E1-38F3D8A70AD3}" dt="2025-03-03T16:04:24.127" v="425" actId="14100"/>
        <pc:sldMkLst>
          <pc:docMk/>
          <pc:sldMk cId="4260985643" sldId="339"/>
        </pc:sldMkLst>
        <pc:spChg chg="mod">
          <ac:chgData name="Wilkins, Graham C" userId="S::bh5884is@go.minnstate.edu::d858373d-d4a5-4d5a-af0d-fcf67a33b3d5" providerId="AD" clId="Web-{57DFFAC4-0DED-63C4-22E1-38F3D8A70AD3}" dt="2025-03-03T16:03:47.626" v="419" actId="1076"/>
          <ac:spMkLst>
            <pc:docMk/>
            <pc:sldMk cId="4260985643" sldId="339"/>
            <ac:spMk id="19" creationId="{64171061-B1AC-7652-13B7-5CCA289A1FB4}"/>
          </ac:spMkLst>
        </pc:spChg>
        <pc:picChg chg="add mod">
          <ac:chgData name="Wilkins, Graham C" userId="S::bh5884is@go.minnstate.edu::d858373d-d4a5-4d5a-af0d-fcf67a33b3d5" providerId="AD" clId="Web-{57DFFAC4-0DED-63C4-22E1-38F3D8A70AD3}" dt="2025-03-03T16:04:24.127" v="425" actId="14100"/>
          <ac:picMkLst>
            <pc:docMk/>
            <pc:sldMk cId="4260985643" sldId="339"/>
            <ac:picMk id="8" creationId="{9A108CB2-C4C8-C605-F56E-903DB7ABD5FB}"/>
          </ac:picMkLst>
        </pc:picChg>
      </pc:sldChg>
      <pc:sldChg chg="addSp delSp modSp add replId">
        <pc:chgData name="Wilkins, Graham C" userId="S::bh5884is@go.minnstate.edu::d858373d-d4a5-4d5a-af0d-fcf67a33b3d5" providerId="AD" clId="Web-{57DFFAC4-0DED-63C4-22E1-38F3D8A70AD3}" dt="2025-03-03T15:49:41.532" v="367" actId="1076"/>
        <pc:sldMkLst>
          <pc:docMk/>
          <pc:sldMk cId="3420170832" sldId="340"/>
        </pc:sldMkLst>
        <pc:picChg chg="add mod">
          <ac:chgData name="Wilkins, Graham C" userId="S::bh5884is@go.minnstate.edu::d858373d-d4a5-4d5a-af0d-fcf67a33b3d5" providerId="AD" clId="Web-{57DFFAC4-0DED-63C4-22E1-38F3D8A70AD3}" dt="2025-03-03T15:49:41.532" v="367" actId="1076"/>
          <ac:picMkLst>
            <pc:docMk/>
            <pc:sldMk cId="3420170832" sldId="340"/>
            <ac:picMk id="5" creationId="{630AFA44-AB5D-A1D9-A182-B8FCADD8FEFD}"/>
          </ac:picMkLst>
        </pc:picChg>
      </pc:sldChg>
      <pc:sldChg chg="add del replId">
        <pc:chgData name="Wilkins, Graham C" userId="S::bh5884is@go.minnstate.edu::d858373d-d4a5-4d5a-af0d-fcf67a33b3d5" providerId="AD" clId="Web-{57DFFAC4-0DED-63C4-22E1-38F3D8A70AD3}" dt="2025-03-03T15:48:02.028" v="349"/>
        <pc:sldMkLst>
          <pc:docMk/>
          <pc:sldMk cId="1868565619" sldId="341"/>
        </pc:sldMkLst>
      </pc:sldChg>
    </pc:docChg>
  </pc:docChgLst>
  <pc:docChgLst>
    <pc:chgData name="Hjulberg, Andrew S" userId="S::hi6397ef@go.minnstate.edu::55255bf8-79f2-42d3-80cc-139b63d0776c" providerId="AD" clId="Web-{791C6070-2846-D6EF-D9BE-56133C514523}"/>
    <pc:docChg chg="sldOrd">
      <pc:chgData name="Hjulberg, Andrew S" userId="S::hi6397ef@go.minnstate.edu::55255bf8-79f2-42d3-80cc-139b63d0776c" providerId="AD" clId="Web-{791C6070-2846-D6EF-D9BE-56133C514523}" dt="2025-02-02T17:15:19.340" v="1"/>
      <pc:docMkLst>
        <pc:docMk/>
      </pc:docMkLst>
      <pc:sldChg chg="ord">
        <pc:chgData name="Hjulberg, Andrew S" userId="S::hi6397ef@go.minnstate.edu::55255bf8-79f2-42d3-80cc-139b63d0776c" providerId="AD" clId="Web-{791C6070-2846-D6EF-D9BE-56133C514523}" dt="2025-02-02T17:15:19.340" v="1"/>
        <pc:sldMkLst>
          <pc:docMk/>
          <pc:sldMk cId="2123213135" sldId="312"/>
        </pc:sldMkLst>
      </pc:sldChg>
    </pc:docChg>
  </pc:docChgLst>
  <pc:docChgLst>
    <pc:chgData name="Wilkins, Graham C" userId="d858373d-d4a5-4d5a-af0d-fcf67a33b3d5" providerId="ADAL" clId="{3D067F47-A483-4DFC-8996-72C70450ECE1}"/>
    <pc:docChg chg="modSld">
      <pc:chgData name="Wilkins, Graham C" userId="d858373d-d4a5-4d5a-af0d-fcf67a33b3d5" providerId="ADAL" clId="{3D067F47-A483-4DFC-8996-72C70450ECE1}" dt="2025-03-07T01:04:44.610" v="0" actId="13782"/>
      <pc:docMkLst>
        <pc:docMk/>
      </pc:docMkLst>
      <pc:sldChg chg="modSp">
        <pc:chgData name="Wilkins, Graham C" userId="d858373d-d4a5-4d5a-af0d-fcf67a33b3d5" providerId="ADAL" clId="{3D067F47-A483-4DFC-8996-72C70450ECE1}" dt="2025-03-07T01:04:44.610" v="0" actId="13782"/>
        <pc:sldMkLst>
          <pc:docMk/>
          <pc:sldMk cId="1592350071" sldId="331"/>
        </pc:sldMkLst>
        <pc:graphicFrameChg chg="mod">
          <ac:chgData name="Wilkins, Graham C" userId="d858373d-d4a5-4d5a-af0d-fcf67a33b3d5" providerId="ADAL" clId="{3D067F47-A483-4DFC-8996-72C70450ECE1}" dt="2025-03-07T01:04:44.610" v="0" actId="13782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0F43B2A9-3D7A-9D37-9D71-8572DE333136}"/>
    <pc:docChg chg="addSld modSld sldOrd">
      <pc:chgData name="Wilkins, Graham C" userId="S::bh5884is@go.minnstate.edu::d858373d-d4a5-4d5a-af0d-fcf67a33b3d5" providerId="AD" clId="Web-{0F43B2A9-3D7A-9D37-9D71-8572DE333136}" dt="2025-03-03T00:27:51.376" v="1035" actId="20577"/>
      <pc:docMkLst>
        <pc:docMk/>
      </pc:docMkLst>
      <pc:sldChg chg="modSp">
        <pc:chgData name="Wilkins, Graham C" userId="S::bh5884is@go.minnstate.edu::d858373d-d4a5-4d5a-af0d-fcf67a33b3d5" providerId="AD" clId="Web-{0F43B2A9-3D7A-9D37-9D71-8572DE333136}" dt="2025-03-02T23:59:33.979" v="748" actId="20577"/>
        <pc:sldMkLst>
          <pc:docMk/>
          <pc:sldMk cId="2123213135" sldId="312"/>
        </pc:sldMkLst>
        <pc:spChg chg="mod">
          <ac:chgData name="Wilkins, Graham C" userId="S::bh5884is@go.minnstate.edu::d858373d-d4a5-4d5a-af0d-fcf67a33b3d5" providerId="AD" clId="Web-{0F43B2A9-3D7A-9D37-9D71-8572DE333136}" dt="2025-03-02T23:59:33.979" v="748" actId="20577"/>
          <ac:spMkLst>
            <pc:docMk/>
            <pc:sldMk cId="2123213135" sldId="312"/>
            <ac:spMk id="1668" creationId="{D61ECD0E-B694-130F-A79C-2DEB1D523C07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2T23:38:12.914" v="216" actId="20577"/>
          <ac:spMkLst>
            <pc:docMk/>
            <pc:sldMk cId="2123213135" sldId="312"/>
            <ac:spMk id="1670" creationId="{B20D429D-C34E-7A35-70E0-232026974942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2T23:37:38.102" v="135" actId="20577"/>
          <ac:spMkLst>
            <pc:docMk/>
            <pc:sldMk cId="2123213135" sldId="312"/>
            <ac:spMk id="1673" creationId="{40BDEA12-2B29-D886-7628-F74A3D810497}"/>
          </ac:spMkLst>
        </pc:spChg>
      </pc:sldChg>
      <pc:sldChg chg="addSp delSp modSp">
        <pc:chgData name="Wilkins, Graham C" userId="S::bh5884is@go.minnstate.edu::d858373d-d4a5-4d5a-af0d-fcf67a33b3d5" providerId="AD" clId="Web-{0F43B2A9-3D7A-9D37-9D71-8572DE333136}" dt="2025-03-03T00:27:51.376" v="1035" actId="20577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0F43B2A9-3D7A-9D37-9D71-8572DE333136}" dt="2025-03-02T23:48:34.227" v="346" actId="20577"/>
          <ac:spMkLst>
            <pc:docMk/>
            <pc:sldMk cId="1824116176" sldId="313"/>
            <ac:spMk id="11" creationId="{B6E0B65E-7E1B-E1A7-CAA4-7D516F8BD05A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3T00:16:54.042" v="940" actId="20577"/>
          <ac:spMkLst>
            <pc:docMk/>
            <pc:sldMk cId="1824116176" sldId="313"/>
            <ac:spMk id="12" creationId="{8BA2C8D1-5AC0-A689-974C-FD2000872F0F}"/>
          </ac:spMkLst>
        </pc:spChg>
        <pc:spChg chg="add mod">
          <ac:chgData name="Wilkins, Graham C" userId="S::bh5884is@go.minnstate.edu::d858373d-d4a5-4d5a-af0d-fcf67a33b3d5" providerId="AD" clId="Web-{0F43B2A9-3D7A-9D37-9D71-8572DE333136}" dt="2025-03-03T00:27:51.376" v="1035" actId="20577"/>
          <ac:spMkLst>
            <pc:docMk/>
            <pc:sldMk cId="1824116176" sldId="313"/>
            <ac:spMk id="14" creationId="{8FCA9FB0-FD95-985C-2EB9-444DD07F9C84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3T00:17:17.807" v="946" actId="20577"/>
          <ac:spMkLst>
            <pc:docMk/>
            <pc:sldMk cId="1824116176" sldId="313"/>
            <ac:spMk id="1669" creationId="{A503C427-68DA-2AFE-7D4A-3DF707C562D4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3T00:17:29.526" v="955" actId="20577"/>
          <ac:spMkLst>
            <pc:docMk/>
            <pc:sldMk cId="1824116176" sldId="313"/>
            <ac:spMk id="1670" creationId="{A9C744DC-707A-FE41-7211-1175D87E8D9D}"/>
          </ac:spMkLst>
        </pc:spChg>
        <pc:spChg chg="mod">
          <ac:chgData name="Wilkins, Graham C" userId="S::bh5884is@go.minnstate.edu::d858373d-d4a5-4d5a-af0d-fcf67a33b3d5" providerId="AD" clId="Web-{0F43B2A9-3D7A-9D37-9D71-8572DE333136}" dt="2025-03-03T00:15:51.755" v="890" actId="1076"/>
          <ac:spMkLst>
            <pc:docMk/>
            <pc:sldMk cId="1824116176" sldId="313"/>
            <ac:spMk id="1673" creationId="{4999BF22-AC9A-86D6-17AF-B0AF86FC8562}"/>
          </ac:spMkLst>
        </pc:spChg>
      </pc:sldChg>
      <pc:sldChg chg="addSp delSp modSp new">
        <pc:chgData name="Wilkins, Graham C" userId="S::bh5884is@go.minnstate.edu::d858373d-d4a5-4d5a-af0d-fcf67a33b3d5" providerId="AD" clId="Web-{0F43B2A9-3D7A-9D37-9D71-8572DE333136}" dt="2025-03-02T23:57:40.898" v="693" actId="1076"/>
        <pc:sldMkLst>
          <pc:docMk/>
          <pc:sldMk cId="2037012556" sldId="333"/>
        </pc:sldMkLst>
        <pc:spChg chg="mod">
          <ac:chgData name="Wilkins, Graham C" userId="S::bh5884is@go.minnstate.edu::d858373d-d4a5-4d5a-af0d-fcf67a33b3d5" providerId="AD" clId="Web-{0F43B2A9-3D7A-9D37-9D71-8572DE333136}" dt="2025-03-02T23:57:28.570" v="691" actId="1076"/>
          <ac:spMkLst>
            <pc:docMk/>
            <pc:sldMk cId="2037012556" sldId="333"/>
            <ac:spMk id="2" creationId="{605B7759-5941-5A2B-58E8-DE512FB483C8}"/>
          </ac:spMkLst>
        </pc:spChg>
        <pc:graphicFrameChg chg="add mod modGraphic">
          <ac:chgData name="Wilkins, Graham C" userId="S::bh5884is@go.minnstate.edu::d858373d-d4a5-4d5a-af0d-fcf67a33b3d5" providerId="AD" clId="Web-{0F43B2A9-3D7A-9D37-9D71-8572DE333136}" dt="2025-03-02T23:57:40.898" v="693" actId="1076"/>
          <ac:graphicFrameMkLst>
            <pc:docMk/>
            <pc:sldMk cId="2037012556" sldId="333"/>
            <ac:graphicFrameMk id="11" creationId="{23DA6A59-6D2A-9E22-F7C0-0837D869CB0E}"/>
          </ac:graphicFrameMkLst>
        </pc:graphicFrameChg>
      </pc:sldChg>
      <pc:sldChg chg="add ord replId">
        <pc:chgData name="Wilkins, Graham C" userId="S::bh5884is@go.minnstate.edu::d858373d-d4a5-4d5a-af0d-fcf67a33b3d5" providerId="AD" clId="Web-{0F43B2A9-3D7A-9D37-9D71-8572DE333136}" dt="2025-03-02T23:49:51.821" v="355"/>
        <pc:sldMkLst>
          <pc:docMk/>
          <pc:sldMk cId="3013822083" sldId="334"/>
        </pc:sldMkLst>
      </pc:sldChg>
      <pc:sldChg chg="addSp delSp modSp add ord replId">
        <pc:chgData name="Wilkins, Graham C" userId="S::bh5884is@go.minnstate.edu::d858373d-d4a5-4d5a-af0d-fcf67a33b3d5" providerId="AD" clId="Web-{0F43B2A9-3D7A-9D37-9D71-8572DE333136}" dt="2025-03-03T00:25:48.078" v="1006"/>
        <pc:sldMkLst>
          <pc:docMk/>
          <pc:sldMk cId="374886099" sldId="335"/>
        </pc:sldMkLst>
        <pc:spChg chg="mod">
          <ac:chgData name="Wilkins, Graham C" userId="S::bh5884is@go.minnstate.edu::d858373d-d4a5-4d5a-af0d-fcf67a33b3d5" providerId="AD" clId="Web-{0F43B2A9-3D7A-9D37-9D71-8572DE333136}" dt="2025-03-02T23:52:41.608" v="469" actId="20577"/>
          <ac:spMkLst>
            <pc:docMk/>
            <pc:sldMk cId="374886099" sldId="335"/>
            <ac:spMk id="2" creationId="{0A99ACE8-3B29-0AFC-0675-4B416DAC408F}"/>
          </ac:spMkLst>
        </pc:spChg>
      </pc:sldChg>
      <pc:sldChg chg="addSp modSp add replId">
        <pc:chgData name="Wilkins, Graham C" userId="S::bh5884is@go.minnstate.edu::d858373d-d4a5-4d5a-af0d-fcf67a33b3d5" providerId="AD" clId="Web-{0F43B2A9-3D7A-9D37-9D71-8572DE333136}" dt="2025-03-03T00:08:43.735" v="858" actId="20577"/>
        <pc:sldMkLst>
          <pc:docMk/>
          <pc:sldMk cId="166661224" sldId="336"/>
        </pc:sldMkLst>
        <pc:spChg chg="mod">
          <ac:chgData name="Wilkins, Graham C" userId="S::bh5884is@go.minnstate.edu::d858373d-d4a5-4d5a-af0d-fcf67a33b3d5" providerId="AD" clId="Web-{0F43B2A9-3D7A-9D37-9D71-8572DE333136}" dt="2025-03-03T00:01:31.793" v="791" actId="20577"/>
          <ac:spMkLst>
            <pc:docMk/>
            <pc:sldMk cId="166661224" sldId="336"/>
            <ac:spMk id="2" creationId="{2A942DC9-8D47-36CC-853B-CDB69B70598B}"/>
          </ac:spMkLst>
        </pc:spChg>
        <pc:spChg chg="add mod">
          <ac:chgData name="Wilkins, Graham C" userId="S::bh5884is@go.minnstate.edu::d858373d-d4a5-4d5a-af0d-fcf67a33b3d5" providerId="AD" clId="Web-{0F43B2A9-3D7A-9D37-9D71-8572DE333136}" dt="2025-03-03T00:08:43.735" v="858" actId="20577"/>
          <ac:spMkLst>
            <pc:docMk/>
            <pc:sldMk cId="166661224" sldId="336"/>
            <ac:spMk id="497" creationId="{9644145F-27BE-FDC9-3441-78A877F2EA1B}"/>
          </ac:spMkLst>
        </pc:spChg>
        <pc:graphicFrameChg chg="mod modGraphic">
          <ac:chgData name="Wilkins, Graham C" userId="S::bh5884is@go.minnstate.edu::d858373d-d4a5-4d5a-af0d-fcf67a33b3d5" providerId="AD" clId="Web-{0F43B2A9-3D7A-9D37-9D71-8572DE333136}" dt="2025-03-03T00:01:17.871" v="786" actId="1076"/>
          <ac:graphicFrameMkLst>
            <pc:docMk/>
            <pc:sldMk cId="166661224" sldId="336"/>
            <ac:graphicFrameMk id="11" creationId="{8D21D689-F01E-FB5F-AFF6-31AF6F258413}"/>
          </ac:graphicFrameMkLst>
        </pc:graphicFrameChg>
      </pc:sldChg>
      <pc:sldChg chg="ord">
        <pc:chgData name="Wilkins, Graham C" userId="S::bh5884is@go.minnstate.edu::d858373d-d4a5-4d5a-af0d-fcf67a33b3d5" providerId="AD" clId="Web-{0F43B2A9-3D7A-9D37-9D71-8572DE333136}" dt="2025-03-03T00:25:50.140" v="1007"/>
        <pc:sldMkLst>
          <pc:docMk/>
          <pc:sldMk cId="2953584925" sldId="338"/>
        </pc:sldMkLst>
      </pc:sldChg>
    </pc:docChg>
  </pc:docChgLst>
  <pc:docChgLst>
    <pc:chgData name="Lakku, Sai Keertana R" userId="S::kb7924tj@go.minnstate.edu::aa713373-d62e-42be-a5fb-296135668942" providerId="AD" clId="Web-{D6B7D3C0-DF6A-CAEA-1FC3-B1BB93D5F6CC}"/>
    <pc:docChg chg="modSld">
      <pc:chgData name="Lakku, Sai Keertana R" userId="S::kb7924tj@go.minnstate.edu::aa713373-d62e-42be-a5fb-296135668942" providerId="AD" clId="Web-{D6B7D3C0-DF6A-CAEA-1FC3-B1BB93D5F6CC}" dt="2025-02-04T23:41:04.627" v="35" actId="14100"/>
      <pc:docMkLst>
        <pc:docMk/>
      </pc:docMkLst>
      <pc:sldChg chg="modSp">
        <pc:chgData name="Lakku, Sai Keertana R" userId="S::kb7924tj@go.minnstate.edu::aa713373-d62e-42be-a5fb-296135668942" providerId="AD" clId="Web-{D6B7D3C0-DF6A-CAEA-1FC3-B1BB93D5F6CC}" dt="2025-02-04T23:31:51.704" v="1" actId="20577"/>
        <pc:sldMkLst>
          <pc:docMk/>
          <pc:sldMk cId="0" sldId="256"/>
        </pc:sldMkLst>
        <pc:spChg chg="mod">
          <ac:chgData name="Lakku, Sai Keertana R" userId="S::kb7924tj@go.minnstate.edu::aa713373-d62e-42be-a5fb-296135668942" providerId="AD" clId="Web-{D6B7D3C0-DF6A-CAEA-1FC3-B1BB93D5F6CC}" dt="2025-02-04T23:31:51.704" v="1" actId="20577"/>
          <ac:spMkLst>
            <pc:docMk/>
            <pc:sldMk cId="0" sldId="256"/>
            <ac:spMk id="1432" creationId="{00000000-0000-0000-0000-000000000000}"/>
          </ac:spMkLst>
        </pc:spChg>
      </pc:sldChg>
      <pc:sldChg chg="modSp">
        <pc:chgData name="Lakku, Sai Keertana R" userId="S::kb7924tj@go.minnstate.edu::aa713373-d62e-42be-a5fb-296135668942" providerId="AD" clId="Web-{D6B7D3C0-DF6A-CAEA-1FC3-B1BB93D5F6CC}" dt="2025-02-04T23:33:22.832" v="7" actId="14100"/>
        <pc:sldMkLst>
          <pc:docMk/>
          <pc:sldMk cId="2564729603" sldId="307"/>
        </pc:sldMkLst>
        <pc:spChg chg="mod">
          <ac:chgData name="Lakku, Sai Keertana R" userId="S::kb7924tj@go.minnstate.edu::aa713373-d62e-42be-a5fb-296135668942" providerId="AD" clId="Web-{D6B7D3C0-DF6A-CAEA-1FC3-B1BB93D5F6CC}" dt="2025-02-04T23:33:22.832" v="7" actId="14100"/>
          <ac:spMkLst>
            <pc:docMk/>
            <pc:sldMk cId="2564729603" sldId="307"/>
            <ac:spMk id="7" creationId="{87BCB460-37AD-9807-563D-F57D278F35FD}"/>
          </ac:spMkLst>
        </pc:spChg>
      </pc:sldChg>
      <pc:sldChg chg="modSp">
        <pc:chgData name="Lakku, Sai Keertana R" userId="S::kb7924tj@go.minnstate.edu::aa713373-d62e-42be-a5fb-296135668942" providerId="AD" clId="Web-{D6B7D3C0-DF6A-CAEA-1FC3-B1BB93D5F6CC}" dt="2025-02-04T23:41:04.627" v="35" actId="14100"/>
        <pc:sldMkLst>
          <pc:docMk/>
          <pc:sldMk cId="616591423" sldId="326"/>
        </pc:sldMkLst>
        <pc:picChg chg="mod">
          <ac:chgData name="Lakku, Sai Keertana R" userId="S::kb7924tj@go.minnstate.edu::aa713373-d62e-42be-a5fb-296135668942" providerId="AD" clId="Web-{D6B7D3C0-DF6A-CAEA-1FC3-B1BB93D5F6CC}" dt="2025-02-04T23:41:04.627" v="35" actId="14100"/>
          <ac:picMkLst>
            <pc:docMk/>
            <pc:sldMk cId="616591423" sldId="326"/>
            <ac:picMk id="3" creationId="{B33216BE-043E-C4C3-7B1A-E297C1B350C5}"/>
          </ac:picMkLst>
        </pc:picChg>
      </pc:sldChg>
      <pc:sldChg chg="addSp delSp modSp">
        <pc:chgData name="Lakku, Sai Keertana R" userId="S::kb7924tj@go.minnstate.edu::aa713373-d62e-42be-a5fb-296135668942" providerId="AD" clId="Web-{D6B7D3C0-DF6A-CAEA-1FC3-B1BB93D5F6CC}" dt="2025-02-04T23:40:18.017" v="34" actId="1076"/>
        <pc:sldMkLst>
          <pc:docMk/>
          <pc:sldMk cId="2047308767" sldId="327"/>
        </pc:sldMkLst>
        <pc:spChg chg="mod">
          <ac:chgData name="Lakku, Sai Keertana R" userId="S::kb7924tj@go.minnstate.edu::aa713373-d62e-42be-a5fb-296135668942" providerId="AD" clId="Web-{D6B7D3C0-DF6A-CAEA-1FC3-B1BB93D5F6CC}" dt="2025-02-04T23:39:31.781" v="33" actId="20577"/>
          <ac:spMkLst>
            <pc:docMk/>
            <pc:sldMk cId="2047308767" sldId="327"/>
            <ac:spMk id="5" creationId="{1C4DF6DA-3059-BC80-46DF-E8F10781254D}"/>
          </ac:spMkLst>
        </pc:spChg>
        <pc:picChg chg="mod">
          <ac:chgData name="Lakku, Sai Keertana R" userId="S::kb7924tj@go.minnstate.edu::aa713373-d62e-42be-a5fb-296135668942" providerId="AD" clId="Web-{D6B7D3C0-DF6A-CAEA-1FC3-B1BB93D5F6CC}" dt="2025-02-04T23:38:54.889" v="29" actId="1076"/>
          <ac:picMkLst>
            <pc:docMk/>
            <pc:sldMk cId="2047308767" sldId="327"/>
            <ac:picMk id="2" creationId="{443DD3BD-4B07-C462-759E-C861E1762030}"/>
          </ac:picMkLst>
        </pc:picChg>
        <pc:picChg chg="mod">
          <ac:chgData name="Lakku, Sai Keertana R" userId="S::kb7924tj@go.minnstate.edu::aa713373-d62e-42be-a5fb-296135668942" providerId="AD" clId="Web-{D6B7D3C0-DF6A-CAEA-1FC3-B1BB93D5F6CC}" dt="2025-02-04T23:40:18.017" v="34" actId="1076"/>
          <ac:picMkLst>
            <pc:docMk/>
            <pc:sldMk cId="2047308767" sldId="327"/>
            <ac:picMk id="7" creationId="{60D14F69-5C4E-1EF2-2B44-2AB4B3C8FBFB}"/>
          </ac:picMkLst>
        </pc:picChg>
      </pc:sldChg>
    </pc:docChg>
  </pc:docChgLst>
  <pc:docChgLst>
    <pc:chgData name="Wilkins, Graham C" userId="S::bh5884is@go.minnstate.edu::d858373d-d4a5-4d5a-af0d-fcf67a33b3d5" providerId="AD" clId="Web-{48D866B3-FEB8-52A3-92A8-2EC02295DD1C}"/>
    <pc:docChg chg="modSld">
      <pc:chgData name="Wilkins, Graham C" userId="S::bh5884is@go.minnstate.edu::d858373d-d4a5-4d5a-af0d-fcf67a33b3d5" providerId="AD" clId="Web-{48D866B3-FEB8-52A3-92A8-2EC02295DD1C}" dt="2025-01-31T15:01:22.641" v="12" actId="20577"/>
      <pc:docMkLst>
        <pc:docMk/>
      </pc:docMkLst>
      <pc:sldChg chg="modSp">
        <pc:chgData name="Wilkins, Graham C" userId="S::bh5884is@go.minnstate.edu::d858373d-d4a5-4d5a-af0d-fcf67a33b3d5" providerId="AD" clId="Web-{48D866B3-FEB8-52A3-92A8-2EC02295DD1C}" dt="2025-01-31T15:01:22.641" v="12" actId="20577"/>
        <pc:sldMkLst>
          <pc:docMk/>
          <pc:sldMk cId="2123213135" sldId="312"/>
        </pc:sldMkLst>
        <pc:spChg chg="mod">
          <ac:chgData name="Wilkins, Graham C" userId="S::bh5884is@go.minnstate.edu::d858373d-d4a5-4d5a-af0d-fcf67a33b3d5" providerId="AD" clId="Web-{48D866B3-FEB8-52A3-92A8-2EC02295DD1C}" dt="2025-01-31T15:01:22.641" v="12" actId="20577"/>
          <ac:spMkLst>
            <pc:docMk/>
            <pc:sldMk cId="2123213135" sldId="312"/>
            <ac:spMk id="1671" creationId="{3692D6D4-FA17-4E81-AB65-28E99F04A6B1}"/>
          </ac:spMkLst>
        </pc:spChg>
      </pc:sldChg>
    </pc:docChg>
  </pc:docChgLst>
  <pc:docChgLst>
    <pc:chgData name="Srinivasa Reddy, Shashank reddy" userId="S::qn1833ep@go.minnstate.edu::5f8d5532-cbd8-40c0-aa18-97830f20e260" providerId="AD" clId="Web-{F2BCD589-97A8-6E80-BDFB-0C431A41032B}"/>
    <pc:docChg chg="modSld">
      <pc:chgData name="Srinivasa Reddy, Shashank reddy" userId="S::qn1833ep@go.minnstate.edu::5f8d5532-cbd8-40c0-aa18-97830f20e260" providerId="AD" clId="Web-{F2BCD589-97A8-6E80-BDFB-0C431A41032B}" dt="2025-03-04T01:42:53.636" v="11"/>
      <pc:docMkLst>
        <pc:docMk/>
      </pc:docMkLst>
      <pc:sldChg chg="modSp">
        <pc:chgData name="Srinivasa Reddy, Shashank reddy" userId="S::qn1833ep@go.minnstate.edu::5f8d5532-cbd8-40c0-aa18-97830f20e260" providerId="AD" clId="Web-{F2BCD589-97A8-6E80-BDFB-0C431A41032B}" dt="2025-03-04T01:42:53.636" v="11"/>
        <pc:sldMkLst>
          <pc:docMk/>
          <pc:sldMk cId="2962009074" sldId="328"/>
        </pc:sldMkLst>
        <pc:graphicFrameChg chg="mod modGraphic">
          <ac:chgData name="Srinivasa Reddy, Shashank reddy" userId="S::qn1833ep@go.minnstate.edu::5f8d5532-cbd8-40c0-aa18-97830f20e260" providerId="AD" clId="Web-{F2BCD589-97A8-6E80-BDFB-0C431A41032B}" dt="2025-03-04T01:42:53.636" v="11"/>
          <ac:graphicFrameMkLst>
            <pc:docMk/>
            <pc:sldMk cId="2962009074" sldId="328"/>
            <ac:graphicFrameMk id="2" creationId="{41B70625-890F-FA92-6557-C8B06D4E66F3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C5A1D532-164C-65C5-7933-D3BB336DE85E}"/>
    <pc:docChg chg="modSld">
      <pc:chgData name="Lakku, Sai Keertana R" userId="S::kb7924tj@go.minnstate.edu::aa713373-d62e-42be-a5fb-296135668942" providerId="AD" clId="Web-{C5A1D532-164C-65C5-7933-D3BB336DE85E}" dt="2025-02-05T05:20:14.601" v="101" actId="1076"/>
      <pc:docMkLst>
        <pc:docMk/>
      </pc:docMkLst>
      <pc:sldChg chg="modSp">
        <pc:chgData name="Lakku, Sai Keertana R" userId="S::kb7924tj@go.minnstate.edu::aa713373-d62e-42be-a5fb-296135668942" providerId="AD" clId="Web-{C5A1D532-164C-65C5-7933-D3BB336DE85E}" dt="2025-02-05T05:17:17.759" v="93" actId="14100"/>
        <pc:sldMkLst>
          <pc:docMk/>
          <pc:sldMk cId="2564729603" sldId="307"/>
        </pc:sldMkLst>
        <pc:spChg chg="mod">
          <ac:chgData name="Lakku, Sai Keertana R" userId="S::kb7924tj@go.minnstate.edu::aa713373-d62e-42be-a5fb-296135668942" providerId="AD" clId="Web-{C5A1D532-164C-65C5-7933-D3BB336DE85E}" dt="2025-02-05T05:16:58.025" v="90" actId="14100"/>
          <ac:spMkLst>
            <pc:docMk/>
            <pc:sldMk cId="2564729603" sldId="307"/>
            <ac:spMk id="3" creationId="{F37B8F86-F5E2-A4CC-EC34-9A1CFEDF4B88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39:03.471" v="78" actId="14100"/>
          <ac:spMkLst>
            <pc:docMk/>
            <pc:sldMk cId="2564729603" sldId="307"/>
            <ac:spMk id="4" creationId="{FFC8B379-7E0A-0D8D-27C2-0F671BEEAC60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5:17:17.759" v="93" actId="14100"/>
          <ac:spMkLst>
            <pc:docMk/>
            <pc:sldMk cId="2564729603" sldId="307"/>
            <ac:spMk id="5" creationId="{F323DD82-8DE9-FEC6-01D7-954513348361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40:21.470" v="82" actId="14100"/>
          <ac:spMkLst>
            <pc:docMk/>
            <pc:sldMk cId="2564729603" sldId="307"/>
            <ac:spMk id="6" creationId="{082405CF-6417-FFAB-C878-E655814D28D0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36:37.676" v="74" actId="14100"/>
          <ac:spMkLst>
            <pc:docMk/>
            <pc:sldMk cId="2564729603" sldId="307"/>
            <ac:spMk id="7" creationId="{87BCB460-37AD-9807-563D-F57D278F35FD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38:47.049" v="75" actId="14100"/>
          <ac:spMkLst>
            <pc:docMk/>
            <pc:sldMk cId="2564729603" sldId="307"/>
            <ac:spMk id="8" creationId="{E449EDCC-3A37-1673-5C5A-6E082582DABF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5:17:13.259" v="92" actId="14100"/>
          <ac:spMkLst>
            <pc:docMk/>
            <pc:sldMk cId="2564729603" sldId="307"/>
            <ac:spMk id="9" creationId="{61FB3AE3-8609-0FA2-98F6-FF94292BB4B2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38:50.690" v="76" actId="14100"/>
          <ac:spMkLst>
            <pc:docMk/>
            <pc:sldMk cId="2564729603" sldId="307"/>
            <ac:spMk id="10" creationId="{7F15CDD5-B195-A148-0157-8A440110C8A0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40:10.814" v="81" actId="14100"/>
          <ac:spMkLst>
            <pc:docMk/>
            <pc:sldMk cId="2564729603" sldId="307"/>
            <ac:spMk id="12" creationId="{8A8C1BAC-2B36-E75F-9E70-DD43C44BE0B4}"/>
          </ac:spMkLst>
        </pc:spChg>
        <pc:spChg chg="mod">
          <ac:chgData name="Lakku, Sai Keertana R" userId="S::kb7924tj@go.minnstate.edu::aa713373-d62e-42be-a5fb-296135668942" providerId="AD" clId="Web-{C5A1D532-164C-65C5-7933-D3BB336DE85E}" dt="2025-02-05T00:40:02.861" v="79" actId="14100"/>
          <ac:spMkLst>
            <pc:docMk/>
            <pc:sldMk cId="2564729603" sldId="307"/>
            <ac:spMk id="14" creationId="{8E231A91-A52F-BB17-045F-1B9D6895B9AF}"/>
          </ac:spMkLst>
        </pc:spChg>
      </pc:sldChg>
      <pc:sldChg chg="modSp">
        <pc:chgData name="Lakku, Sai Keertana R" userId="S::kb7924tj@go.minnstate.edu::aa713373-d62e-42be-a5fb-296135668942" providerId="AD" clId="Web-{C5A1D532-164C-65C5-7933-D3BB336DE85E}" dt="2025-02-05T00:54:19.914" v="89" actId="1076"/>
        <pc:sldMkLst>
          <pc:docMk/>
          <pc:sldMk cId="616591423" sldId="326"/>
        </pc:sldMkLst>
        <pc:picChg chg="mod">
          <ac:chgData name="Lakku, Sai Keertana R" userId="S::kb7924tj@go.minnstate.edu::aa713373-d62e-42be-a5fb-296135668942" providerId="AD" clId="Web-{C5A1D532-164C-65C5-7933-D3BB336DE85E}" dt="2025-02-05T00:54:19.914" v="89" actId="1076"/>
          <ac:picMkLst>
            <pc:docMk/>
            <pc:sldMk cId="616591423" sldId="326"/>
            <ac:picMk id="8" creationId="{45B6434D-1F63-D641-33AB-69B85AFC30A7}"/>
          </ac:picMkLst>
        </pc:picChg>
      </pc:sldChg>
      <pc:sldChg chg="modSp">
        <pc:chgData name="Lakku, Sai Keertana R" userId="S::kb7924tj@go.minnstate.edu::aa713373-d62e-42be-a5fb-296135668942" providerId="AD" clId="Web-{C5A1D532-164C-65C5-7933-D3BB336DE85E}" dt="2025-02-05T05:20:14.601" v="101" actId="1076"/>
        <pc:sldMkLst>
          <pc:docMk/>
          <pc:sldMk cId="2047308767" sldId="327"/>
        </pc:sldMkLst>
        <pc:spChg chg="mod">
          <ac:chgData name="Lakku, Sai Keertana R" userId="S::kb7924tj@go.minnstate.edu::aa713373-d62e-42be-a5fb-296135668942" providerId="AD" clId="Web-{C5A1D532-164C-65C5-7933-D3BB336DE85E}" dt="2025-02-05T05:19:05.023" v="99" actId="20577"/>
          <ac:spMkLst>
            <pc:docMk/>
            <pc:sldMk cId="2047308767" sldId="327"/>
            <ac:spMk id="5" creationId="{1C4DF6DA-3059-BC80-46DF-E8F10781254D}"/>
          </ac:spMkLst>
        </pc:spChg>
        <pc:picChg chg="mod">
          <ac:chgData name="Lakku, Sai Keertana R" userId="S::kb7924tj@go.minnstate.edu::aa713373-d62e-42be-a5fb-296135668942" providerId="AD" clId="Web-{C5A1D532-164C-65C5-7933-D3BB336DE85E}" dt="2025-02-05T05:20:14.601" v="101" actId="1076"/>
          <ac:picMkLst>
            <pc:docMk/>
            <pc:sldMk cId="2047308767" sldId="327"/>
            <ac:picMk id="2" creationId="{443DD3BD-4B07-C462-759E-C861E1762030}"/>
          </ac:picMkLst>
        </pc:picChg>
        <pc:picChg chg="mod">
          <ac:chgData name="Lakku, Sai Keertana R" userId="S::kb7924tj@go.minnstate.edu::aa713373-d62e-42be-a5fb-296135668942" providerId="AD" clId="Web-{C5A1D532-164C-65C5-7933-D3BB336DE85E}" dt="2025-02-05T05:20:11.116" v="100" actId="1076"/>
          <ac:picMkLst>
            <pc:docMk/>
            <pc:sldMk cId="2047308767" sldId="327"/>
            <ac:picMk id="7" creationId="{60D14F69-5C4E-1EF2-2B44-2AB4B3C8FBFB}"/>
          </ac:picMkLst>
        </pc:picChg>
      </pc:sldChg>
    </pc:docChg>
  </pc:docChgLst>
  <pc:docChgLst>
    <pc:chgData name="Wilkins, Graham C" userId="S::bh5884is@go.minnstate.edu::d858373d-d4a5-4d5a-af0d-fcf67a33b3d5" providerId="AD" clId="Web-{25DE6015-6CD5-8741-AC5D-BFFB5FCC4188}"/>
    <pc:docChg chg="addSld modSld">
      <pc:chgData name="Wilkins, Graham C" userId="S::bh5884is@go.minnstate.edu::d858373d-d4a5-4d5a-af0d-fcf67a33b3d5" providerId="AD" clId="Web-{25DE6015-6CD5-8741-AC5D-BFFB5FCC4188}" dt="2025-01-31T15:00:47.023" v="130" actId="20577"/>
      <pc:docMkLst>
        <pc:docMk/>
      </pc:docMkLst>
      <pc:sldChg chg="modSp add replId">
        <pc:chgData name="Wilkins, Graham C" userId="S::bh5884is@go.minnstate.edu::d858373d-d4a5-4d5a-af0d-fcf67a33b3d5" providerId="AD" clId="Web-{25DE6015-6CD5-8741-AC5D-BFFB5FCC4188}" dt="2025-01-31T15:00:47.023" v="130" actId="20577"/>
        <pc:sldMkLst>
          <pc:docMk/>
          <pc:sldMk cId="2123213135" sldId="312"/>
        </pc:sldMkLst>
        <pc:spChg chg="mod">
          <ac:chgData name="Wilkins, Graham C" userId="S::bh5884is@go.minnstate.edu::d858373d-d4a5-4d5a-af0d-fcf67a33b3d5" providerId="AD" clId="Web-{25DE6015-6CD5-8741-AC5D-BFFB5FCC4188}" dt="2025-01-31T14:57:16.861" v="8" actId="20577"/>
          <ac:spMkLst>
            <pc:docMk/>
            <pc:sldMk cId="2123213135" sldId="312"/>
            <ac:spMk id="1667" creationId="{87C68F6E-66ED-284D-771C-ADE14344C61C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4:59:32.521" v="64" actId="20577"/>
          <ac:spMkLst>
            <pc:docMk/>
            <pc:sldMk cId="2123213135" sldId="312"/>
            <ac:spMk id="1668" creationId="{D61ECD0E-B694-130F-A79C-2DEB1D523C07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5:00:14.132" v="118" actId="20577"/>
          <ac:spMkLst>
            <pc:docMk/>
            <pc:sldMk cId="2123213135" sldId="312"/>
            <ac:spMk id="1669" creationId="{F6A6C265-E7BC-3D5A-327F-14CE30E0F4A8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5:00:42.539" v="129" actId="20577"/>
          <ac:spMkLst>
            <pc:docMk/>
            <pc:sldMk cId="2123213135" sldId="312"/>
            <ac:spMk id="1670" creationId="{B20D429D-C34E-7A35-70E0-232026974942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5:00:47.023" v="130" actId="20577"/>
          <ac:spMkLst>
            <pc:docMk/>
            <pc:sldMk cId="2123213135" sldId="312"/>
            <ac:spMk id="1671" creationId="{3692D6D4-FA17-4E81-AB65-28E99F04A6B1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4:58:17.550" v="26" actId="14100"/>
          <ac:spMkLst>
            <pc:docMk/>
            <pc:sldMk cId="2123213135" sldId="312"/>
            <ac:spMk id="1672" creationId="{BA98113C-5A1C-C761-0BB0-A0D3F1C84D86}"/>
          </ac:spMkLst>
        </pc:spChg>
        <pc:spChg chg="mod">
          <ac:chgData name="Wilkins, Graham C" userId="S::bh5884is@go.minnstate.edu::d858373d-d4a5-4d5a-af0d-fcf67a33b3d5" providerId="AD" clId="Web-{25DE6015-6CD5-8741-AC5D-BFFB5FCC4188}" dt="2025-01-31T14:59:04.724" v="46" actId="20577"/>
          <ac:spMkLst>
            <pc:docMk/>
            <pc:sldMk cId="2123213135" sldId="312"/>
            <ac:spMk id="1673" creationId="{40BDEA12-2B29-D886-7628-F74A3D810497}"/>
          </ac:spMkLst>
        </pc:spChg>
      </pc:sldChg>
    </pc:docChg>
  </pc:docChgLst>
  <pc:docChgLst>
    <pc:chgData name="Hjulberg, Andrew S" userId="S::hi6397ef@go.minnstate.edu::55255bf8-79f2-42d3-80cc-139b63d0776c" providerId="AD" clId="Web-{57DB56DF-5FB4-57B4-C3C8-8719D63CFA16}"/>
    <pc:docChg chg="modSld">
      <pc:chgData name="Hjulberg, Andrew S" userId="S::hi6397ef@go.minnstate.edu::55255bf8-79f2-42d3-80cc-139b63d0776c" providerId="AD" clId="Web-{57DB56DF-5FB4-57B4-C3C8-8719D63CFA16}" dt="2025-02-26T17:25:13.821" v="31" actId="14100"/>
      <pc:docMkLst>
        <pc:docMk/>
      </pc:docMkLst>
      <pc:sldChg chg="modSp">
        <pc:chgData name="Hjulberg, Andrew S" userId="S::hi6397ef@go.minnstate.edu::55255bf8-79f2-42d3-80cc-139b63d0776c" providerId="AD" clId="Web-{57DB56DF-5FB4-57B4-C3C8-8719D63CFA16}" dt="2025-02-26T17:15:22.798" v="30" actId="20577"/>
        <pc:sldMkLst>
          <pc:docMk/>
          <pc:sldMk cId="0" sldId="256"/>
        </pc:sldMkLst>
        <pc:spChg chg="mod">
          <ac:chgData name="Hjulberg, Andrew S" userId="S::hi6397ef@go.minnstate.edu::55255bf8-79f2-42d3-80cc-139b63d0776c" providerId="AD" clId="Web-{57DB56DF-5FB4-57B4-C3C8-8719D63CFA16}" dt="2025-02-26T17:15:22.798" v="30" actId="20577"/>
          <ac:spMkLst>
            <pc:docMk/>
            <pc:sldMk cId="0" sldId="256"/>
            <ac:spMk id="2" creationId="{3A9715BF-A827-6575-5ACF-896F80FB6F6F}"/>
          </ac:spMkLst>
        </pc:spChg>
        <pc:spChg chg="mod">
          <ac:chgData name="Hjulberg, Andrew S" userId="S::hi6397ef@go.minnstate.edu::55255bf8-79f2-42d3-80cc-139b63d0776c" providerId="AD" clId="Web-{57DB56DF-5FB4-57B4-C3C8-8719D63CFA16}" dt="2025-02-26T16:07:13.072" v="1" actId="20577"/>
          <ac:spMkLst>
            <pc:docMk/>
            <pc:sldMk cId="0" sldId="256"/>
            <ac:spMk id="143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7DB56DF-5FB4-57B4-C3C8-8719D63CFA16}" dt="2025-02-26T17:25:13.821" v="31" actId="14100"/>
        <pc:sldMkLst>
          <pc:docMk/>
          <pc:sldMk cId="2119876176" sldId="309"/>
        </pc:sldMkLst>
        <pc:graphicFrameChg chg="mod modGraphic">
          <ac:chgData name="Hjulberg, Andrew S" userId="S::hi6397ef@go.minnstate.edu::55255bf8-79f2-42d3-80cc-139b63d0776c" providerId="AD" clId="Web-{57DB56DF-5FB4-57B4-C3C8-8719D63CFA16}" dt="2025-02-26T17:25:13.821" v="31" actId="14100"/>
          <ac:graphicFrameMkLst>
            <pc:docMk/>
            <pc:sldMk cId="2119876176" sldId="309"/>
            <ac:graphicFrameMk id="10" creationId="{EA5113D6-8178-8F68-80DE-1832CCE5B314}"/>
          </ac:graphicFrameMkLst>
        </pc:graphicFrameChg>
      </pc:sldChg>
    </pc:docChg>
  </pc:docChgLst>
  <pc:docChgLst>
    <pc:chgData name="Gresbrink, Emily" userId="S::rf5548gi@minnstate.edu::c28bb680-9ac0-419d-9b2e-95ad1555989e" providerId="AD" clId="Web-{69465835-F85B-6663-1880-7866928896E8}"/>
    <pc:docChg chg="mod modSld">
      <pc:chgData name="Gresbrink, Emily" userId="S::rf5548gi@minnstate.edu::c28bb680-9ac0-419d-9b2e-95ad1555989e" providerId="AD" clId="Web-{69465835-F85B-6663-1880-7866928896E8}" dt="2025-02-04T23:17:41.326" v="8" actId="20577"/>
      <pc:docMkLst>
        <pc:docMk/>
      </pc:docMkLst>
      <pc:sldChg chg="modSp">
        <pc:chgData name="Gresbrink, Emily" userId="S::rf5548gi@minnstate.edu::c28bb680-9ac0-419d-9b2e-95ad1555989e" providerId="AD" clId="Web-{69465835-F85B-6663-1880-7866928896E8}" dt="2025-02-04T23:17:41.326" v="8" actId="20577"/>
        <pc:sldMkLst>
          <pc:docMk/>
          <pc:sldMk cId="1440897289" sldId="308"/>
        </pc:sldMkLst>
        <pc:spChg chg="mod">
          <ac:chgData name="Gresbrink, Emily" userId="S::rf5548gi@minnstate.edu::c28bb680-9ac0-419d-9b2e-95ad1555989e" providerId="AD" clId="Web-{69465835-F85B-6663-1880-7866928896E8}" dt="2025-02-04T23:17:41.326" v="8" actId="20577"/>
          <ac:spMkLst>
            <pc:docMk/>
            <pc:sldMk cId="1440897289" sldId="308"/>
            <ac:spMk id="13" creationId="{7C1621C2-DEEE-BB57-318F-5B451B9E0418}"/>
          </ac:spMkLst>
        </pc:spChg>
      </pc:sldChg>
    </pc:docChg>
  </pc:docChgLst>
  <pc:docChgLst>
    <pc:chgData name="Lakku, Sai Keertana R" userId="S::kb7924tj@go.minnstate.edu::aa713373-d62e-42be-a5fb-296135668942" providerId="AD" clId="Web-{E0A8B98E-F0E6-55E1-E828-30E060A554D0}"/>
    <pc:docChg chg="modSld">
      <pc:chgData name="Lakku, Sai Keertana R" userId="S::kb7924tj@go.minnstate.edu::aa713373-d62e-42be-a5fb-296135668942" providerId="AD" clId="Web-{E0A8B98E-F0E6-55E1-E828-30E060A554D0}" dt="2025-03-03T16:08:49.945" v="109"/>
      <pc:docMkLst>
        <pc:docMk/>
      </pc:docMkLst>
      <pc:sldChg chg="modSp">
        <pc:chgData name="Lakku, Sai Keertana R" userId="S::kb7924tj@go.minnstate.edu::aa713373-d62e-42be-a5fb-296135668942" providerId="AD" clId="Web-{E0A8B98E-F0E6-55E1-E828-30E060A554D0}" dt="2025-03-03T15:47:42.315" v="45" actId="20577"/>
        <pc:sldMkLst>
          <pc:docMk/>
          <pc:sldMk cId="2038052492" sldId="317"/>
        </pc:sldMkLst>
        <pc:spChg chg="mod">
          <ac:chgData name="Lakku, Sai Keertana R" userId="S::kb7924tj@go.minnstate.edu::aa713373-d62e-42be-a5fb-296135668942" providerId="AD" clId="Web-{E0A8B98E-F0E6-55E1-E828-30E060A554D0}" dt="2025-03-03T15:47:42.315" v="45" actId="20577"/>
          <ac:spMkLst>
            <pc:docMk/>
            <pc:sldMk cId="2038052492" sldId="317"/>
            <ac:spMk id="1670" creationId="{E0851ED5-9649-0F8D-5C05-079CCF8FE3D3}"/>
          </ac:spMkLst>
        </pc:spChg>
      </pc:sldChg>
      <pc:sldChg chg="modSp">
        <pc:chgData name="Lakku, Sai Keertana R" userId="S::kb7924tj@go.minnstate.edu::aa713373-d62e-42be-a5fb-296135668942" providerId="AD" clId="Web-{E0A8B98E-F0E6-55E1-E828-30E060A554D0}" dt="2025-03-03T15:26:39.419" v="8" actId="20577"/>
        <pc:sldMkLst>
          <pc:docMk/>
          <pc:sldMk cId="1848018043" sldId="330"/>
        </pc:sldMkLst>
        <pc:spChg chg="mod">
          <ac:chgData name="Lakku, Sai Keertana R" userId="S::kb7924tj@go.minnstate.edu::aa713373-d62e-42be-a5fb-296135668942" providerId="AD" clId="Web-{E0A8B98E-F0E6-55E1-E828-30E060A554D0}" dt="2025-03-03T15:26:39.419" v="8" actId="20577"/>
          <ac:spMkLst>
            <pc:docMk/>
            <pc:sldMk cId="1848018043" sldId="330"/>
            <ac:spMk id="3" creationId="{EAD9FB99-2A6D-BAF9-BE6E-7D31F5B23F08}"/>
          </ac:spMkLst>
        </pc:spChg>
      </pc:sldChg>
      <pc:sldChg chg="addSp delSp modSp">
        <pc:chgData name="Lakku, Sai Keertana R" userId="S::kb7924tj@go.minnstate.edu::aa713373-d62e-42be-a5fb-296135668942" providerId="AD" clId="Web-{E0A8B98E-F0E6-55E1-E828-30E060A554D0}" dt="2025-03-03T16:08:49.945" v="109"/>
        <pc:sldMkLst>
          <pc:docMk/>
          <pc:sldMk cId="1712934111" sldId="332"/>
        </pc:sldMkLst>
        <pc:spChg chg="mod">
          <ac:chgData name="Lakku, Sai Keertana R" userId="S::kb7924tj@go.minnstate.edu::aa713373-d62e-42be-a5fb-296135668942" providerId="AD" clId="Web-{E0A8B98E-F0E6-55E1-E828-30E060A554D0}" dt="2025-03-03T16:06:53.759" v="92" actId="20577"/>
          <ac:spMkLst>
            <pc:docMk/>
            <pc:sldMk cId="1712934111" sldId="332"/>
            <ac:spMk id="2" creationId="{12BFFFC8-B55A-D502-9F70-B8D37B8658FA}"/>
          </ac:spMkLst>
        </pc:spChg>
        <pc:spChg chg="mod">
          <ac:chgData name="Lakku, Sai Keertana R" userId="S::kb7924tj@go.minnstate.edu::aa713373-d62e-42be-a5fb-296135668942" providerId="AD" clId="Web-{E0A8B98E-F0E6-55E1-E828-30E060A554D0}" dt="2025-03-03T16:06:09.181" v="68" actId="1076"/>
          <ac:spMkLst>
            <pc:docMk/>
            <pc:sldMk cId="1712934111" sldId="332"/>
            <ac:spMk id="7" creationId="{20E1BCE1-1C88-A10B-6A59-674AA59B6BA6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7:52.633" v="100" actId="1076"/>
          <ac:spMkLst>
            <pc:docMk/>
            <pc:sldMk cId="1712934111" sldId="332"/>
            <ac:spMk id="11" creationId="{6B5E0F5D-4C4E-DBEE-594F-B15B51B3BB03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7:02.446" v="94"/>
          <ac:spMkLst>
            <pc:docMk/>
            <pc:sldMk cId="1712934111" sldId="332"/>
            <ac:spMk id="12" creationId="{D9264D2E-BEC1-C076-DD57-5C5D15B4F857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7:23.758" v="97" actId="1076"/>
          <ac:spMkLst>
            <pc:docMk/>
            <pc:sldMk cId="1712934111" sldId="332"/>
            <ac:spMk id="16" creationId="{779C9673-A0DA-890C-1C27-2E7F1F1825DD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7:48.008" v="99" actId="1076"/>
          <ac:spMkLst>
            <pc:docMk/>
            <pc:sldMk cId="1712934111" sldId="332"/>
            <ac:spMk id="17" creationId="{FF1961F5-0102-24E9-3E34-13FA2662D4F0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8:01.664" v="102" actId="1076"/>
          <ac:spMkLst>
            <pc:docMk/>
            <pc:sldMk cId="1712934111" sldId="332"/>
            <ac:spMk id="18" creationId="{FD350810-0BF2-A90F-6122-57EE4FD5D5BB}"/>
          </ac:spMkLst>
        </pc:spChg>
        <pc:spChg chg="add mod">
          <ac:chgData name="Lakku, Sai Keertana R" userId="S::kb7924tj@go.minnstate.edu::aa713373-d62e-42be-a5fb-296135668942" providerId="AD" clId="Web-{E0A8B98E-F0E6-55E1-E828-30E060A554D0}" dt="2025-03-03T16:08:27.727" v="107" actId="14100"/>
          <ac:spMkLst>
            <pc:docMk/>
            <pc:sldMk cId="1712934111" sldId="332"/>
            <ac:spMk id="19" creationId="{7EDCCA04-3372-EF2C-F5CC-2AF9033D1EA8}"/>
          </ac:spMkLst>
        </pc:spChg>
        <pc:picChg chg="add mod">
          <ac:chgData name="Lakku, Sai Keertana R" userId="S::kb7924tj@go.minnstate.edu::aa713373-d62e-42be-a5fb-296135668942" providerId="AD" clId="Web-{E0A8B98E-F0E6-55E1-E828-30E060A554D0}" dt="2025-03-03T16:06:02.244" v="65" actId="14100"/>
          <ac:picMkLst>
            <pc:docMk/>
            <pc:sldMk cId="1712934111" sldId="332"/>
            <ac:picMk id="14" creationId="{554832ED-09CC-504A-4ED4-F0E527336C39}"/>
          </ac:picMkLst>
        </pc:picChg>
      </pc:sldChg>
    </pc:docChg>
  </pc:docChgLst>
  <pc:docChgLst>
    <pc:chgData name="Wilkins, Graham C" userId="S::bh5884is@go.minnstate.edu::d858373d-d4a5-4d5a-af0d-fcf67a33b3d5" providerId="AD" clId="Web-{B002AD96-3AE4-AA6B-B0B4-34394E3FB557}"/>
    <pc:docChg chg="addSld modSld">
      <pc:chgData name="Wilkins, Graham C" userId="S::bh5884is@go.minnstate.edu::d858373d-d4a5-4d5a-af0d-fcf67a33b3d5" providerId="AD" clId="Web-{B002AD96-3AE4-AA6B-B0B4-34394E3FB557}" dt="2025-01-31T15:32:00.226" v="176"/>
      <pc:docMkLst>
        <pc:docMk/>
      </pc:docMkLst>
      <pc:sldChg chg="modSp">
        <pc:chgData name="Wilkins, Graham C" userId="S::bh5884is@go.minnstate.edu::d858373d-d4a5-4d5a-af0d-fcf67a33b3d5" providerId="AD" clId="Web-{B002AD96-3AE4-AA6B-B0B4-34394E3FB557}" dt="2025-01-31T15:17:50.724" v="2" actId="20577"/>
        <pc:sldMkLst>
          <pc:docMk/>
          <pc:sldMk cId="0" sldId="256"/>
        </pc:sldMkLst>
        <pc:spChg chg="mod">
          <ac:chgData name="Wilkins, Graham C" userId="S::bh5884is@go.minnstate.edu::d858373d-d4a5-4d5a-af0d-fcf67a33b3d5" providerId="AD" clId="Web-{B002AD96-3AE4-AA6B-B0B4-34394E3FB557}" dt="2025-01-31T15:17:50.724" v="2" actId="20577"/>
          <ac:spMkLst>
            <pc:docMk/>
            <pc:sldMk cId="0" sldId="256"/>
            <ac:spMk id="2" creationId="{3A9715BF-A827-6575-5ACF-896F80FB6F6F}"/>
          </ac:spMkLst>
        </pc:spChg>
      </pc:sldChg>
      <pc:sldChg chg="addSp delSp modSp">
        <pc:chgData name="Wilkins, Graham C" userId="S::bh5884is@go.minnstate.edu::d858373d-d4a5-4d5a-af0d-fcf67a33b3d5" providerId="AD" clId="Web-{B002AD96-3AE4-AA6B-B0B4-34394E3FB557}" dt="2025-01-31T15:26:24.110" v="107"/>
        <pc:sldMkLst>
          <pc:docMk/>
          <pc:sldMk cId="0" sldId="285"/>
        </pc:sldMkLst>
      </pc:sldChg>
      <pc:sldChg chg="addSp">
        <pc:chgData name="Wilkins, Graham C" userId="S::bh5884is@go.minnstate.edu::d858373d-d4a5-4d5a-af0d-fcf67a33b3d5" providerId="AD" clId="Web-{B002AD96-3AE4-AA6B-B0B4-34394E3FB557}" dt="2025-01-31T15:31:44.117" v="174"/>
        <pc:sldMkLst>
          <pc:docMk/>
          <pc:sldMk cId="0" sldId="286"/>
        </pc:sldMkLst>
      </pc:sldChg>
      <pc:sldChg chg="addSp delSp">
        <pc:chgData name="Wilkins, Graham C" userId="S::bh5884is@go.minnstate.edu::d858373d-d4a5-4d5a-af0d-fcf67a33b3d5" providerId="AD" clId="Web-{B002AD96-3AE4-AA6B-B0B4-34394E3FB557}" dt="2025-01-31T15:32:00.226" v="176"/>
        <pc:sldMkLst>
          <pc:docMk/>
          <pc:sldMk cId="0" sldId="300"/>
        </pc:sldMkLst>
      </pc:sldChg>
      <pc:sldChg chg="modSp">
        <pc:chgData name="Wilkins, Graham C" userId="S::bh5884is@go.minnstate.edu::d858373d-d4a5-4d5a-af0d-fcf67a33b3d5" providerId="AD" clId="Web-{B002AD96-3AE4-AA6B-B0B4-34394E3FB557}" dt="2025-01-31T15:19:52.024" v="7" actId="14100"/>
        <pc:sldMkLst>
          <pc:docMk/>
          <pc:sldMk cId="2123213135" sldId="312"/>
        </pc:sldMkLst>
        <pc:spChg chg="mod">
          <ac:chgData name="Wilkins, Graham C" userId="S::bh5884is@go.minnstate.edu::d858373d-d4a5-4d5a-af0d-fcf67a33b3d5" providerId="AD" clId="Web-{B002AD96-3AE4-AA6B-B0B4-34394E3FB557}" dt="2025-01-31T15:19:52.024" v="7" actId="14100"/>
          <ac:spMkLst>
            <pc:docMk/>
            <pc:sldMk cId="2123213135" sldId="312"/>
            <ac:spMk id="1669" creationId="{F6A6C265-E7BC-3D5A-327F-14CE30E0F4A8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19:42.945" v="6" actId="14100"/>
          <ac:spMkLst>
            <pc:docMk/>
            <pc:sldMk cId="2123213135" sldId="312"/>
            <ac:spMk id="1671" creationId="{3692D6D4-FA17-4E81-AB65-28E99F04A6B1}"/>
          </ac:spMkLst>
        </pc:spChg>
      </pc:sldChg>
      <pc:sldChg chg="addSp delSp modSp add replId">
        <pc:chgData name="Wilkins, Graham C" userId="S::bh5884is@go.minnstate.edu::d858373d-d4a5-4d5a-af0d-fcf67a33b3d5" providerId="AD" clId="Web-{B002AD96-3AE4-AA6B-B0B4-34394E3FB557}" dt="2025-01-31T15:30:38.522" v="173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B002AD96-3AE4-AA6B-B0B4-34394E3FB557}" dt="2025-01-31T15:25:54.250" v="99" actId="20577"/>
          <ac:spMkLst>
            <pc:docMk/>
            <pc:sldMk cId="1824116176" sldId="313"/>
            <ac:spMk id="1667" creationId="{FDE4611A-455F-CF2A-A00A-7E905456D75D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30:34.271" v="170" actId="1076"/>
          <ac:spMkLst>
            <pc:docMk/>
            <pc:sldMk cId="1824116176" sldId="313"/>
            <ac:spMk id="1669" creationId="{A503C427-68DA-2AFE-7D4A-3DF707C562D4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29:56.396" v="168" actId="1076"/>
          <ac:spMkLst>
            <pc:docMk/>
            <pc:sldMk cId="1824116176" sldId="313"/>
            <ac:spMk id="1670" creationId="{A9C744DC-707A-FE41-7211-1175D87E8D9D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30:34.287" v="171" actId="1076"/>
          <ac:spMkLst>
            <pc:docMk/>
            <pc:sldMk cId="1824116176" sldId="313"/>
            <ac:spMk id="1672" creationId="{FF877291-1DA8-44B0-9327-7003D85F83F1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29:56.411" v="169" actId="1076"/>
          <ac:spMkLst>
            <pc:docMk/>
            <pc:sldMk cId="1824116176" sldId="313"/>
            <ac:spMk id="1673" creationId="{4999BF22-AC9A-86D6-17AF-B0AF86FC8562}"/>
          </ac:spMkLst>
        </pc:spChg>
      </pc:sldChg>
      <pc:sldChg chg="addSp delSp modSp add replId">
        <pc:chgData name="Wilkins, Graham C" userId="S::bh5884is@go.minnstate.edu::d858373d-d4a5-4d5a-af0d-fcf67a33b3d5" providerId="AD" clId="Web-{B002AD96-3AE4-AA6B-B0B4-34394E3FB557}" dt="2025-01-31T15:26:44.157" v="109"/>
        <pc:sldMkLst>
          <pc:docMk/>
          <pc:sldMk cId="790410564" sldId="314"/>
        </pc:sldMkLst>
        <pc:spChg chg="mod">
          <ac:chgData name="Wilkins, Graham C" userId="S::bh5884is@go.minnstate.edu::d858373d-d4a5-4d5a-af0d-fcf67a33b3d5" providerId="AD" clId="Web-{B002AD96-3AE4-AA6B-B0B4-34394E3FB557}" dt="2025-01-31T15:22:03.589" v="51" actId="14100"/>
          <ac:spMkLst>
            <pc:docMk/>
            <pc:sldMk cId="790410564" sldId="314"/>
            <ac:spMk id="1635" creationId="{D0CE0145-63C3-08BC-307E-4F0193E415DD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23:21.419" v="84" actId="1076"/>
          <ac:spMkLst>
            <pc:docMk/>
            <pc:sldMk cId="790410564" sldId="314"/>
            <ac:spMk id="1638" creationId="{9C3145F6-AE5A-0511-83AF-64CF081909D6}"/>
          </ac:spMkLst>
        </pc:spChg>
        <pc:spChg chg="mod">
          <ac:chgData name="Wilkins, Graham C" userId="S::bh5884is@go.minnstate.edu::d858373d-d4a5-4d5a-af0d-fcf67a33b3d5" providerId="AD" clId="Web-{B002AD96-3AE4-AA6B-B0B4-34394E3FB557}" dt="2025-01-31T15:25:37.046" v="97" actId="1076"/>
          <ac:spMkLst>
            <pc:docMk/>
            <pc:sldMk cId="790410564" sldId="314"/>
            <ac:spMk id="1639" creationId="{099301B5-03DB-E658-130A-8A5C4C7154FF}"/>
          </ac:spMkLst>
        </pc:spChg>
        <pc:picChg chg="add mod">
          <ac:chgData name="Wilkins, Graham C" userId="S::bh5884is@go.minnstate.edu::d858373d-d4a5-4d5a-af0d-fcf67a33b3d5" providerId="AD" clId="Web-{B002AD96-3AE4-AA6B-B0B4-34394E3FB557}" dt="2025-01-31T15:24:55.889" v="90" actId="1076"/>
          <ac:picMkLst>
            <pc:docMk/>
            <pc:sldMk cId="790410564" sldId="314"/>
            <ac:picMk id="6" creationId="{D24DFAB5-8E48-269F-7C6E-B945613A5197}"/>
          </ac:picMkLst>
        </pc:picChg>
        <pc:picChg chg="add mod">
          <ac:chgData name="Wilkins, Graham C" userId="S::bh5884is@go.minnstate.edu::d858373d-d4a5-4d5a-af0d-fcf67a33b3d5" providerId="AD" clId="Web-{B002AD96-3AE4-AA6B-B0B4-34394E3FB557}" dt="2025-01-31T15:25:38.937" v="98" actId="1076"/>
          <ac:picMkLst>
            <pc:docMk/>
            <pc:sldMk cId="790410564" sldId="314"/>
            <ac:picMk id="7" creationId="{EF761318-FC1A-913C-594B-C7DB0FA4A71D}"/>
          </ac:picMkLst>
        </pc:picChg>
      </pc:sldChg>
      <pc:sldChg chg="modSp add replId">
        <pc:chgData name="Wilkins, Graham C" userId="S::bh5884is@go.minnstate.edu::d858373d-d4a5-4d5a-af0d-fcf67a33b3d5" providerId="AD" clId="Web-{B002AD96-3AE4-AA6B-B0B4-34394E3FB557}" dt="2025-01-31T15:26:57.861" v="113" actId="20577"/>
        <pc:sldMkLst>
          <pc:docMk/>
          <pc:sldMk cId="3141694954" sldId="315"/>
        </pc:sldMkLst>
        <pc:spChg chg="mod">
          <ac:chgData name="Wilkins, Graham C" userId="S::bh5884is@go.minnstate.edu::d858373d-d4a5-4d5a-af0d-fcf67a33b3d5" providerId="AD" clId="Web-{B002AD96-3AE4-AA6B-B0B4-34394E3FB557}" dt="2025-01-31T15:26:57.861" v="113" actId="20577"/>
          <ac:spMkLst>
            <pc:docMk/>
            <pc:sldMk cId="3141694954" sldId="315"/>
            <ac:spMk id="1950" creationId="{354CA9BC-0C3D-E693-2BBD-E7B42BD84A8B}"/>
          </ac:spMkLst>
        </pc:spChg>
      </pc:sldChg>
    </pc:docChg>
  </pc:docChgLst>
  <pc:docChgLst>
    <pc:chgData name="Wilkins, Graham C" userId="S::bh5884is@go.minnstate.edu::d858373d-d4a5-4d5a-af0d-fcf67a33b3d5" providerId="AD" clId="Web-{9326805B-2AD9-FFD9-74CC-17ACC3F7A8F0}"/>
    <pc:docChg chg="modSld">
      <pc:chgData name="Wilkins, Graham C" userId="S::bh5884is@go.minnstate.edu::d858373d-d4a5-4d5a-af0d-fcf67a33b3d5" providerId="AD" clId="Web-{9326805B-2AD9-FFD9-74CC-17ACC3F7A8F0}" dt="2025-01-31T15:34:26.234" v="5"/>
      <pc:docMkLst>
        <pc:docMk/>
      </pc:docMkLst>
      <pc:sldChg chg="addSp delSp">
        <pc:chgData name="Wilkins, Graham C" userId="S::bh5884is@go.minnstate.edu::d858373d-d4a5-4d5a-af0d-fcf67a33b3d5" providerId="AD" clId="Web-{9326805B-2AD9-FFD9-74CC-17ACC3F7A8F0}" dt="2025-01-31T15:34:26.234" v="5"/>
        <pc:sldMkLst>
          <pc:docMk/>
          <pc:sldMk cId="0" sldId="300"/>
        </pc:sldMkLst>
      </pc:sldChg>
      <pc:sldChg chg="addSp modSp">
        <pc:chgData name="Wilkins, Graham C" userId="S::bh5884is@go.minnstate.edu::d858373d-d4a5-4d5a-af0d-fcf67a33b3d5" providerId="AD" clId="Web-{9326805B-2AD9-FFD9-74CC-17ACC3F7A8F0}" dt="2025-01-31T15:34:11.656" v="4" actId="1076"/>
        <pc:sldMkLst>
          <pc:docMk/>
          <pc:sldMk cId="1824116176" sldId="313"/>
        </pc:sldMkLst>
      </pc:sldChg>
    </pc:docChg>
  </pc:docChgLst>
  <pc:docChgLst>
    <pc:chgData name="Lakku, Sai Keertana R" userId="S::kb7924tj@go.minnstate.edu::aa713373-d62e-42be-a5fb-296135668942" providerId="AD" clId="Web-{BF25F4DD-6007-6A87-5253-4219E93C1955}"/>
    <pc:docChg chg="mod modSld">
      <pc:chgData name="Lakku, Sai Keertana R" userId="S::kb7924tj@go.minnstate.edu::aa713373-d62e-42be-a5fb-296135668942" providerId="AD" clId="Web-{BF25F4DD-6007-6A87-5253-4219E93C1955}" dt="2025-02-03T18:41:42.297" v="63"/>
      <pc:docMkLst>
        <pc:docMk/>
      </pc:docMkLst>
      <pc:sldChg chg="modSp">
        <pc:chgData name="Lakku, Sai Keertana R" userId="S::kb7924tj@go.minnstate.edu::aa713373-d62e-42be-a5fb-296135668942" providerId="AD" clId="Web-{BF25F4DD-6007-6A87-5253-4219E93C1955}" dt="2025-02-03T18:41:16.234" v="61"/>
        <pc:sldMkLst>
          <pc:docMk/>
          <pc:sldMk cId="3077735570" sldId="320"/>
        </pc:sldMkLst>
        <pc:graphicFrameChg chg="modGraphic">
          <ac:chgData name="Lakku, Sai Keertana R" userId="S::kb7924tj@go.minnstate.edu::aa713373-d62e-42be-a5fb-296135668942" providerId="AD" clId="Web-{BF25F4DD-6007-6A87-5253-4219E93C1955}" dt="2025-02-03T18:41:16.234" v="61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modSp">
        <pc:chgData name="Lakku, Sai Keertana R" userId="S::kb7924tj@go.minnstate.edu::aa713373-d62e-42be-a5fb-296135668942" providerId="AD" clId="Web-{BF25F4DD-6007-6A87-5253-4219E93C1955}" dt="2025-02-03T18:41:35.531" v="62" actId="1076"/>
        <pc:sldMkLst>
          <pc:docMk/>
          <pc:sldMk cId="3375608379" sldId="321"/>
        </pc:sldMkLst>
        <pc:spChg chg="mod">
          <ac:chgData name="Lakku, Sai Keertana R" userId="S::kb7924tj@go.minnstate.edu::aa713373-d62e-42be-a5fb-296135668942" providerId="AD" clId="Web-{BF25F4DD-6007-6A87-5253-4219E93C1955}" dt="2025-02-03T18:29:07.545" v="34" actId="14100"/>
          <ac:spMkLst>
            <pc:docMk/>
            <pc:sldMk cId="3375608379" sldId="321"/>
            <ac:spMk id="2" creationId="{E21DE249-91F6-96C4-455D-1938EE835A57}"/>
          </ac:spMkLst>
        </pc:spChg>
        <pc:spChg chg="mod">
          <ac:chgData name="Lakku, Sai Keertana R" userId="S::kb7924tj@go.minnstate.edu::aa713373-d62e-42be-a5fb-296135668942" providerId="AD" clId="Web-{BF25F4DD-6007-6A87-5253-4219E93C1955}" dt="2025-02-03T18:41:35.531" v="62" actId="1076"/>
          <ac:spMkLst>
            <pc:docMk/>
            <pc:sldMk cId="3375608379" sldId="321"/>
            <ac:spMk id="3" creationId="{8EB334EF-E8FC-8BB5-8695-85CE89E1C531}"/>
          </ac:spMkLst>
        </pc:spChg>
        <pc:graphicFrameChg chg="mod">
          <ac:chgData name="Lakku, Sai Keertana R" userId="S::kb7924tj@go.minnstate.edu::aa713373-d62e-42be-a5fb-296135668942" providerId="AD" clId="Web-{BF25F4DD-6007-6A87-5253-4219E93C1955}" dt="2025-02-03T18:29:13.811" v="35" actId="1076"/>
          <ac:graphicFrameMkLst>
            <pc:docMk/>
            <pc:sldMk cId="3375608379" sldId="321"/>
            <ac:graphicFrameMk id="5" creationId="{482AEDCC-E3F8-E7EC-2B87-3F4003BCFD4B}"/>
          </ac:graphicFrameMkLst>
        </pc:graphicFrameChg>
        <pc:graphicFrameChg chg="mod modGraphic">
          <ac:chgData name="Lakku, Sai Keertana R" userId="S::kb7924tj@go.minnstate.edu::aa713373-d62e-42be-a5fb-296135668942" providerId="AD" clId="Web-{BF25F4DD-6007-6A87-5253-4219E93C1955}" dt="2025-02-03T18:30:39.733" v="53" actId="1076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modSp">
        <pc:chgData name="Lakku, Sai Keertana R" userId="S::kb7924tj@go.minnstate.edu::aa713373-d62e-42be-a5fb-296135668942" providerId="AD" clId="Web-{BF25F4DD-6007-6A87-5253-4219E93C1955}" dt="2025-02-03T17:59:47.501" v="9" actId="20577"/>
        <pc:sldMkLst>
          <pc:docMk/>
          <pc:sldMk cId="414450018" sldId="323"/>
        </pc:sldMkLst>
      </pc:sldChg>
    </pc:docChg>
  </pc:docChgLst>
  <pc:docChgLst>
    <pc:chgData name="Srinivasa Reddy, Shashank reddy" userId="S::qn1833ep@go.minnstate.edu::5f8d5532-cbd8-40c0-aa18-97830f20e260" providerId="AD" clId="Web-{B1C492CF-B16C-3678-6B91-08C3926254FA}"/>
    <pc:docChg chg="modSld">
      <pc:chgData name="Srinivasa Reddy, Shashank reddy" userId="S::qn1833ep@go.minnstate.edu::5f8d5532-cbd8-40c0-aa18-97830f20e260" providerId="AD" clId="Web-{B1C492CF-B16C-3678-6B91-08C3926254FA}" dt="2025-02-05T04:42:47.580" v="35" actId="14100"/>
      <pc:docMkLst>
        <pc:docMk/>
      </pc:docMkLst>
      <pc:sldChg chg="modSp">
        <pc:chgData name="Srinivasa Reddy, Shashank reddy" userId="S::qn1833ep@go.minnstate.edu::5f8d5532-cbd8-40c0-aa18-97830f20e260" providerId="AD" clId="Web-{B1C492CF-B16C-3678-6B91-08C3926254FA}" dt="2025-02-05T00:41:34.237" v="33" actId="20577"/>
        <pc:sldMkLst>
          <pc:docMk/>
          <pc:sldMk cId="623324999" sldId="316"/>
        </pc:sldMkLst>
        <pc:spChg chg="mod">
          <ac:chgData name="Srinivasa Reddy, Shashank reddy" userId="S::qn1833ep@go.minnstate.edu::5f8d5532-cbd8-40c0-aa18-97830f20e260" providerId="AD" clId="Web-{B1C492CF-B16C-3678-6B91-08C3926254FA}" dt="2025-02-05T00:41:34.237" v="33" actId="20577"/>
          <ac:spMkLst>
            <pc:docMk/>
            <pc:sldMk cId="623324999" sldId="316"/>
            <ac:spMk id="1636" creationId="{D9B10087-3793-0D5B-349A-2C9E17F67E68}"/>
          </ac:spMkLst>
        </pc:spChg>
      </pc:sldChg>
      <pc:sldChg chg="modSp">
        <pc:chgData name="Srinivasa Reddy, Shashank reddy" userId="S::qn1833ep@go.minnstate.edu::5f8d5532-cbd8-40c0-aa18-97830f20e260" providerId="AD" clId="Web-{B1C492CF-B16C-3678-6B91-08C3926254FA}" dt="2025-02-04T20:47:17.615" v="31" actId="1076"/>
        <pc:sldMkLst>
          <pc:docMk/>
          <pc:sldMk cId="4163894111" sldId="318"/>
        </pc:sldMkLst>
        <pc:picChg chg="mod">
          <ac:chgData name="Srinivasa Reddy, Shashank reddy" userId="S::qn1833ep@go.minnstate.edu::5f8d5532-cbd8-40c0-aa18-97830f20e260" providerId="AD" clId="Web-{B1C492CF-B16C-3678-6B91-08C3926254FA}" dt="2025-02-04T20:47:17.615" v="31" actId="1076"/>
          <ac:picMkLst>
            <pc:docMk/>
            <pc:sldMk cId="4163894111" sldId="318"/>
            <ac:picMk id="4" creationId="{BBC16EC3-0AF7-6945-B60E-D7EDF2951CA9}"/>
          </ac:picMkLst>
        </pc:picChg>
      </pc:sldChg>
      <pc:sldChg chg="modSp">
        <pc:chgData name="Srinivasa Reddy, Shashank reddy" userId="S::qn1833ep@go.minnstate.edu::5f8d5532-cbd8-40c0-aa18-97830f20e260" providerId="AD" clId="Web-{B1C492CF-B16C-3678-6B91-08C3926254FA}" dt="2025-02-05T00:57:50.463" v="34" actId="1076"/>
        <pc:sldMkLst>
          <pc:docMk/>
          <pc:sldMk cId="3375608379" sldId="321"/>
        </pc:sldMkLst>
        <pc:spChg chg="mod">
          <ac:chgData name="Srinivasa Reddy, Shashank reddy" userId="S::qn1833ep@go.minnstate.edu::5f8d5532-cbd8-40c0-aa18-97830f20e260" providerId="AD" clId="Web-{B1C492CF-B16C-3678-6B91-08C3926254FA}" dt="2025-02-05T00:57:50.463" v="34" actId="1076"/>
          <ac:spMkLst>
            <pc:docMk/>
            <pc:sldMk cId="3375608379" sldId="321"/>
            <ac:spMk id="3" creationId="{8EB334EF-E8FC-8BB5-8695-85CE89E1C531}"/>
          </ac:spMkLst>
        </pc:spChg>
      </pc:sldChg>
      <pc:sldChg chg="addSp delSp modSp">
        <pc:chgData name="Srinivasa Reddy, Shashank reddy" userId="S::qn1833ep@go.minnstate.edu::5f8d5532-cbd8-40c0-aa18-97830f20e260" providerId="AD" clId="Web-{B1C492CF-B16C-3678-6B91-08C3926254FA}" dt="2025-02-05T04:42:47.580" v="35" actId="14100"/>
        <pc:sldMkLst>
          <pc:docMk/>
          <pc:sldMk cId="159321284" sldId="324"/>
        </pc:sldMkLst>
        <pc:spChg chg="mod">
          <ac:chgData name="Srinivasa Reddy, Shashank reddy" userId="S::qn1833ep@go.minnstate.edu::5f8d5532-cbd8-40c0-aa18-97830f20e260" providerId="AD" clId="Web-{B1C492CF-B16C-3678-6B91-08C3926254FA}" dt="2025-02-04T20:44:33.898" v="30" actId="1076"/>
          <ac:spMkLst>
            <pc:docMk/>
            <pc:sldMk cId="159321284" sldId="324"/>
            <ac:spMk id="3" creationId="{4305F197-D0A1-FBFF-470F-1A52D69E796B}"/>
          </ac:spMkLst>
        </pc:spChg>
        <pc:picChg chg="add mod">
          <ac:chgData name="Srinivasa Reddy, Shashank reddy" userId="S::qn1833ep@go.minnstate.edu::5f8d5532-cbd8-40c0-aa18-97830f20e260" providerId="AD" clId="Web-{B1C492CF-B16C-3678-6B91-08C3926254FA}" dt="2025-02-05T04:42:47.580" v="35" actId="14100"/>
          <ac:picMkLst>
            <pc:docMk/>
            <pc:sldMk cId="159321284" sldId="324"/>
            <ac:picMk id="2" creationId="{C4606FE5-8E05-A2DB-CFC3-FFBA75D95633}"/>
          </ac:picMkLst>
        </pc:picChg>
      </pc:sldChg>
    </pc:docChg>
  </pc:docChgLst>
  <pc:docChgLst>
    <pc:chgData name="Hjulberg, Andrew S" userId="S::hi6397ef@go.minnstate.edu::55255bf8-79f2-42d3-80cc-139b63d0776c" providerId="AD" clId="Web-{1907E306-6141-AFF6-57B8-7F739CA40958}"/>
    <pc:docChg chg="modSld">
      <pc:chgData name="Hjulberg, Andrew S" userId="S::hi6397ef@go.minnstate.edu::55255bf8-79f2-42d3-80cc-139b63d0776c" providerId="AD" clId="Web-{1907E306-6141-AFF6-57B8-7F739CA40958}" dt="2025-03-07T01:01:44.689" v="74" actId="20577"/>
      <pc:docMkLst>
        <pc:docMk/>
      </pc:docMkLst>
      <pc:sldChg chg="modSp">
        <pc:chgData name="Hjulberg, Andrew S" userId="S::hi6397ef@go.minnstate.edu::55255bf8-79f2-42d3-80cc-139b63d0776c" providerId="AD" clId="Web-{1907E306-6141-AFF6-57B8-7F739CA40958}" dt="2025-03-07T01:01:40.127" v="72" actId="20577"/>
        <pc:sldMkLst>
          <pc:docMk/>
          <pc:sldMk cId="3409281103" sldId="311"/>
        </pc:sldMkLst>
        <pc:spChg chg="mod">
          <ac:chgData name="Hjulberg, Andrew S" userId="S::hi6397ef@go.minnstate.edu::55255bf8-79f2-42d3-80cc-139b63d0776c" providerId="AD" clId="Web-{1907E306-6141-AFF6-57B8-7F739CA40958}" dt="2025-03-06T14:21:45.126" v="7" actId="20577"/>
          <ac:spMkLst>
            <pc:docMk/>
            <pc:sldMk cId="3409281103" sldId="311"/>
            <ac:spMk id="2" creationId="{10258CDE-2E6B-7D33-8917-F582432C6CE0}"/>
          </ac:spMkLst>
        </pc:spChg>
        <pc:spChg chg="mod">
          <ac:chgData name="Hjulberg, Andrew S" userId="S::hi6397ef@go.minnstate.edu::55255bf8-79f2-42d3-80cc-139b63d0776c" providerId="AD" clId="Web-{1907E306-6141-AFF6-57B8-7F739CA40958}" dt="2025-03-07T01:01:40.127" v="72" actId="20577"/>
          <ac:spMkLst>
            <pc:docMk/>
            <pc:sldMk cId="3409281103" sldId="311"/>
            <ac:spMk id="9" creationId="{580544C1-5D5F-DB50-6734-4C19F349D496}"/>
          </ac:spMkLst>
        </pc:spChg>
        <pc:graphicFrameChg chg="modGraphic">
          <ac:chgData name="Hjulberg, Andrew S" userId="S::hi6397ef@go.minnstate.edu::55255bf8-79f2-42d3-80cc-139b63d0776c" providerId="AD" clId="Web-{1907E306-6141-AFF6-57B8-7F739CA40958}" dt="2025-03-06T14:22:58.613" v="24" actId="20577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modSp">
        <pc:chgData name="Hjulberg, Andrew S" userId="S::hi6397ef@go.minnstate.edu::55255bf8-79f2-42d3-80cc-139b63d0776c" providerId="AD" clId="Web-{1907E306-6141-AFF6-57B8-7F739CA40958}" dt="2025-03-06T20:17:54.668" v="59" actId="20577"/>
        <pc:sldMkLst>
          <pc:docMk/>
          <pc:sldMk cId="2123213135" sldId="312"/>
        </pc:sldMkLst>
        <pc:spChg chg="mod">
          <ac:chgData name="Hjulberg, Andrew S" userId="S::hi6397ef@go.minnstate.edu::55255bf8-79f2-42d3-80cc-139b63d0776c" providerId="AD" clId="Web-{1907E306-6141-AFF6-57B8-7F739CA40958}" dt="2025-03-06T20:17:54.668" v="59" actId="20577"/>
          <ac:spMkLst>
            <pc:docMk/>
            <pc:sldMk cId="2123213135" sldId="312"/>
            <ac:spMk id="17" creationId="{583FB1C8-A79A-9598-BE03-7B7D6B64EAA2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8:00.840" v="60" actId="20577"/>
        <pc:sldMkLst>
          <pc:docMk/>
          <pc:sldMk cId="1824116176" sldId="313"/>
        </pc:sldMkLst>
        <pc:spChg chg="mod">
          <ac:chgData name="Hjulberg, Andrew S" userId="S::hi6397ef@go.minnstate.edu::55255bf8-79f2-42d3-80cc-139b63d0776c" providerId="AD" clId="Web-{1907E306-6141-AFF6-57B8-7F739CA40958}" dt="2025-03-06T20:18:00.840" v="60" actId="20577"/>
          <ac:spMkLst>
            <pc:docMk/>
            <pc:sldMk cId="1824116176" sldId="313"/>
            <ac:spMk id="9" creationId="{F6F63F10-FC15-88C0-721B-56F3BEBA95FD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8:12.653" v="66" actId="20577"/>
        <pc:sldMkLst>
          <pc:docMk/>
          <pc:sldMk cId="790410564" sldId="314"/>
        </pc:sldMkLst>
        <pc:spChg chg="mod">
          <ac:chgData name="Hjulberg, Andrew S" userId="S::hi6397ef@go.minnstate.edu::55255bf8-79f2-42d3-80cc-139b63d0776c" providerId="AD" clId="Web-{1907E306-6141-AFF6-57B8-7F739CA40958}" dt="2025-03-06T20:18:12.653" v="66" actId="20577"/>
          <ac:spMkLst>
            <pc:docMk/>
            <pc:sldMk cId="790410564" sldId="314"/>
            <ac:spMk id="3" creationId="{E16E1915-A998-4C2C-1D52-CEE4D582C8EC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8:31.482" v="70" actId="20577"/>
        <pc:sldMkLst>
          <pc:docMk/>
          <pc:sldMk cId="3141694954" sldId="315"/>
        </pc:sldMkLst>
        <pc:spChg chg="mod">
          <ac:chgData name="Hjulberg, Andrew S" userId="S::hi6397ef@go.minnstate.edu::55255bf8-79f2-42d3-80cc-139b63d0776c" providerId="AD" clId="Web-{1907E306-6141-AFF6-57B8-7F739CA40958}" dt="2025-03-06T20:18:31.482" v="70" actId="20577"/>
          <ac:spMkLst>
            <pc:docMk/>
            <pc:sldMk cId="3141694954" sldId="315"/>
            <ac:spMk id="3" creationId="{91C1BAEC-5E22-8E19-2A42-9542C90F5BA1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7:36.949" v="53" actId="20577"/>
        <pc:sldMkLst>
          <pc:docMk/>
          <pc:sldMk cId="2038052492" sldId="317"/>
        </pc:sldMkLst>
        <pc:spChg chg="mod">
          <ac:chgData name="Hjulberg, Andrew S" userId="S::hi6397ef@go.minnstate.edu::55255bf8-79f2-42d3-80cc-139b63d0776c" providerId="AD" clId="Web-{1907E306-6141-AFF6-57B8-7F739CA40958}" dt="2025-03-06T20:17:36.949" v="53" actId="20577"/>
          <ac:spMkLst>
            <pc:docMk/>
            <pc:sldMk cId="2038052492" sldId="317"/>
            <ac:spMk id="3" creationId="{02FB87B9-FADF-F9E1-A99B-A03212462306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7:41.621" v="54" actId="20577"/>
        <pc:sldMkLst>
          <pc:docMk/>
          <pc:sldMk cId="4163894111" sldId="318"/>
        </pc:sldMkLst>
        <pc:spChg chg="mod">
          <ac:chgData name="Hjulberg, Andrew S" userId="S::hi6397ef@go.minnstate.edu::55255bf8-79f2-42d3-80cc-139b63d0776c" providerId="AD" clId="Web-{1907E306-6141-AFF6-57B8-7F739CA40958}" dt="2025-03-06T20:17:41.621" v="54" actId="20577"/>
          <ac:spMkLst>
            <pc:docMk/>
            <pc:sldMk cId="4163894111" sldId="318"/>
            <ac:spMk id="7" creationId="{576C057F-429D-F1E9-9A3E-8F70EC62A5B0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5:30.679" v="28" actId="20577"/>
        <pc:sldMkLst>
          <pc:docMk/>
          <pc:sldMk cId="3077735570" sldId="320"/>
        </pc:sldMkLst>
        <pc:spChg chg="mod">
          <ac:chgData name="Hjulberg, Andrew S" userId="S::hi6397ef@go.minnstate.edu::55255bf8-79f2-42d3-80cc-139b63d0776c" providerId="AD" clId="Web-{1907E306-6141-AFF6-57B8-7F739CA40958}" dt="2025-03-06T20:15:30.679" v="28" actId="20577"/>
          <ac:spMkLst>
            <pc:docMk/>
            <pc:sldMk cId="3077735570" sldId="320"/>
            <ac:spMk id="6" creationId="{EA9E20DF-89D4-2FE4-04EA-D2AF7A03DB95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7T01:01:44.689" v="74" actId="20577"/>
        <pc:sldMkLst>
          <pc:docMk/>
          <pc:sldMk cId="3375608379" sldId="321"/>
        </pc:sldMkLst>
        <pc:spChg chg="mod">
          <ac:chgData name="Hjulberg, Andrew S" userId="S::hi6397ef@go.minnstate.edu::55255bf8-79f2-42d3-80cc-139b63d0776c" providerId="AD" clId="Web-{1907E306-6141-AFF6-57B8-7F739CA40958}" dt="2025-03-07T01:01:44.689" v="74" actId="20577"/>
          <ac:spMkLst>
            <pc:docMk/>
            <pc:sldMk cId="3375608379" sldId="321"/>
            <ac:spMk id="10" creationId="{95B696A5-E8A8-B9CA-738D-A9EC4EB4AF9D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7:50.043" v="57" actId="20577"/>
        <pc:sldMkLst>
          <pc:docMk/>
          <pc:sldMk cId="3893279982" sldId="322"/>
        </pc:sldMkLst>
        <pc:spChg chg="mod">
          <ac:chgData name="Hjulberg, Andrew S" userId="S::hi6397ef@go.minnstate.edu::55255bf8-79f2-42d3-80cc-139b63d0776c" providerId="AD" clId="Web-{1907E306-6141-AFF6-57B8-7F739CA40958}" dt="2025-03-06T20:17:50.043" v="57" actId="20577"/>
          <ac:spMkLst>
            <pc:docMk/>
            <pc:sldMk cId="3893279982" sldId="322"/>
            <ac:spMk id="6" creationId="{35B2F704-C1E2-F994-ED62-90DF64D0EE1E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5:37.367" v="29" actId="20577"/>
        <pc:sldMkLst>
          <pc:docMk/>
          <pc:sldMk cId="159321284" sldId="324"/>
        </pc:sldMkLst>
        <pc:spChg chg="mod">
          <ac:chgData name="Hjulberg, Andrew S" userId="S::hi6397ef@go.minnstate.edu::55255bf8-79f2-42d3-80cc-139b63d0776c" providerId="AD" clId="Web-{1907E306-6141-AFF6-57B8-7F739CA40958}" dt="2025-03-06T20:15:37.367" v="29" actId="20577"/>
          <ac:spMkLst>
            <pc:docMk/>
            <pc:sldMk cId="159321284" sldId="324"/>
            <ac:spMk id="9" creationId="{D8ECA6E2-079C-CCDD-C96A-4022FE21F7A5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7:46.058" v="55" actId="20577"/>
        <pc:sldMkLst>
          <pc:docMk/>
          <pc:sldMk cId="616591423" sldId="326"/>
        </pc:sldMkLst>
        <pc:spChg chg="mod">
          <ac:chgData name="Hjulberg, Andrew S" userId="S::hi6397ef@go.minnstate.edu::55255bf8-79f2-42d3-80cc-139b63d0776c" providerId="AD" clId="Web-{1907E306-6141-AFF6-57B8-7F739CA40958}" dt="2025-03-06T20:17:46.058" v="55" actId="20577"/>
          <ac:spMkLst>
            <pc:docMk/>
            <pc:sldMk cId="616591423" sldId="326"/>
            <ac:spMk id="7" creationId="{4218148A-7EAA-EDDB-78A1-567CDD9A486A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7:30.792" v="52" actId="20577"/>
        <pc:sldMkLst>
          <pc:docMk/>
          <pc:sldMk cId="2047308767" sldId="327"/>
        </pc:sldMkLst>
        <pc:spChg chg="mod">
          <ac:chgData name="Hjulberg, Andrew S" userId="S::hi6397ef@go.minnstate.edu::55255bf8-79f2-42d3-80cc-139b63d0776c" providerId="AD" clId="Web-{1907E306-6141-AFF6-57B8-7F739CA40958}" dt="2025-03-06T20:17:30.792" v="52" actId="20577"/>
          <ac:spMkLst>
            <pc:docMk/>
            <pc:sldMk cId="2047308767" sldId="327"/>
            <ac:spMk id="8" creationId="{62E36AEB-90A5-F786-7411-39D1DE660CC9}"/>
          </ac:spMkLst>
        </pc:spChg>
      </pc:sldChg>
      <pc:sldChg chg="modSp">
        <pc:chgData name="Hjulberg, Andrew S" userId="S::hi6397ef@go.minnstate.edu::55255bf8-79f2-42d3-80cc-139b63d0776c" providerId="AD" clId="Web-{1907E306-6141-AFF6-57B8-7F739CA40958}" dt="2025-03-06T20:15:43.648" v="30" actId="20577"/>
        <pc:sldMkLst>
          <pc:docMk/>
          <pc:sldMk cId="1864068269" sldId="329"/>
        </pc:sldMkLst>
        <pc:spChg chg="mod">
          <ac:chgData name="Hjulberg, Andrew S" userId="S::hi6397ef@go.minnstate.edu::55255bf8-79f2-42d3-80cc-139b63d0776c" providerId="AD" clId="Web-{1907E306-6141-AFF6-57B8-7F739CA40958}" dt="2025-03-06T20:15:43.648" v="30" actId="20577"/>
          <ac:spMkLst>
            <pc:docMk/>
            <pc:sldMk cId="1864068269" sldId="329"/>
            <ac:spMk id="9" creationId="{8575BAB1-48C7-FB28-7A8B-CD9FB2D337EF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6:21.493" v="34" actId="1076"/>
        <pc:sldMkLst>
          <pc:docMk/>
          <pc:sldMk cId="1848018043" sldId="330"/>
        </pc:sldMkLst>
        <pc:spChg chg="add mod">
          <ac:chgData name="Hjulberg, Andrew S" userId="S::hi6397ef@go.minnstate.edu::55255bf8-79f2-42d3-80cc-139b63d0776c" providerId="AD" clId="Web-{1907E306-6141-AFF6-57B8-7F739CA40958}" dt="2025-03-06T20:16:21.493" v="34" actId="1076"/>
          <ac:spMkLst>
            <pc:docMk/>
            <pc:sldMk cId="1848018043" sldId="330"/>
            <ac:spMk id="5" creationId="{487D227D-51F2-F15D-AB13-08B1FF583756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6:29.478" v="36" actId="20577"/>
        <pc:sldMkLst>
          <pc:docMk/>
          <pc:sldMk cId="1592350071" sldId="331"/>
        </pc:sldMkLst>
        <pc:spChg chg="add mod">
          <ac:chgData name="Hjulberg, Andrew S" userId="S::hi6397ef@go.minnstate.edu::55255bf8-79f2-42d3-80cc-139b63d0776c" providerId="AD" clId="Web-{1907E306-6141-AFF6-57B8-7F739CA40958}" dt="2025-03-06T20:16:29.478" v="36" actId="20577"/>
          <ac:spMkLst>
            <pc:docMk/>
            <pc:sldMk cId="1592350071" sldId="331"/>
            <ac:spMk id="19" creationId="{6842F9B7-1BA0-7900-32F1-90A16F516C2F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7:25.120" v="51" actId="20577"/>
        <pc:sldMkLst>
          <pc:docMk/>
          <pc:sldMk cId="1712934111" sldId="332"/>
        </pc:sldMkLst>
        <pc:spChg chg="add mod">
          <ac:chgData name="Hjulberg, Andrew S" userId="S::hi6397ef@go.minnstate.edu::55255bf8-79f2-42d3-80cc-139b63d0776c" providerId="AD" clId="Web-{1907E306-6141-AFF6-57B8-7F739CA40958}" dt="2025-03-06T20:17:25.120" v="51" actId="20577"/>
          <ac:spMkLst>
            <pc:docMk/>
            <pc:sldMk cId="1712934111" sldId="332"/>
            <ac:spMk id="5" creationId="{2BB00A4B-8A5F-DC68-8DE6-3D229E181636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6:38.900" v="39" actId="20577"/>
        <pc:sldMkLst>
          <pc:docMk/>
          <pc:sldMk cId="2037012556" sldId="333"/>
        </pc:sldMkLst>
        <pc:spChg chg="add mod">
          <ac:chgData name="Hjulberg, Andrew S" userId="S::hi6397ef@go.minnstate.edu::55255bf8-79f2-42d3-80cc-139b63d0776c" providerId="AD" clId="Web-{1907E306-6141-AFF6-57B8-7F739CA40958}" dt="2025-03-06T20:16:38.900" v="39" actId="20577"/>
          <ac:spMkLst>
            <pc:docMk/>
            <pc:sldMk cId="2037012556" sldId="333"/>
            <ac:spMk id="19" creationId="{714D4FB2-D392-0D01-54C5-30EACEDA11A8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7:18.448" v="49" actId="20577"/>
        <pc:sldMkLst>
          <pc:docMk/>
          <pc:sldMk cId="374886099" sldId="335"/>
        </pc:sldMkLst>
        <pc:spChg chg="add mod">
          <ac:chgData name="Hjulberg, Andrew S" userId="S::hi6397ef@go.minnstate.edu::55255bf8-79f2-42d3-80cc-139b63d0776c" providerId="AD" clId="Web-{1907E306-6141-AFF6-57B8-7F739CA40958}" dt="2025-03-06T20:17:18.448" v="49" actId="20577"/>
          <ac:spMkLst>
            <pc:docMk/>
            <pc:sldMk cId="374886099" sldId="335"/>
            <ac:spMk id="6" creationId="{2DCDF7A8-6E7A-88ED-6A0F-566FDFA99993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6:46.775" v="41" actId="20577"/>
        <pc:sldMkLst>
          <pc:docMk/>
          <pc:sldMk cId="166661224" sldId="336"/>
        </pc:sldMkLst>
        <pc:spChg chg="add mod">
          <ac:chgData name="Hjulberg, Andrew S" userId="S::hi6397ef@go.minnstate.edu::55255bf8-79f2-42d3-80cc-139b63d0776c" providerId="AD" clId="Web-{1907E306-6141-AFF6-57B8-7F739CA40958}" dt="2025-03-06T20:16:46.775" v="41" actId="20577"/>
          <ac:spMkLst>
            <pc:docMk/>
            <pc:sldMk cId="166661224" sldId="336"/>
            <ac:spMk id="19" creationId="{7EEA89A2-CB45-2D93-4563-D436B179BA0F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7:09.995" v="47" actId="20577"/>
        <pc:sldMkLst>
          <pc:docMk/>
          <pc:sldMk cId="2071863260" sldId="337"/>
        </pc:sldMkLst>
        <pc:spChg chg="add mod">
          <ac:chgData name="Hjulberg, Andrew S" userId="S::hi6397ef@go.minnstate.edu::55255bf8-79f2-42d3-80cc-139b63d0776c" providerId="AD" clId="Web-{1907E306-6141-AFF6-57B8-7F739CA40958}" dt="2025-03-06T20:17:09.995" v="47" actId="20577"/>
          <ac:spMkLst>
            <pc:docMk/>
            <pc:sldMk cId="2071863260" sldId="337"/>
            <ac:spMk id="6" creationId="{10D0C97A-9403-0891-E15B-91A4FFAAD79A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7:02.244" v="45" actId="20577"/>
        <pc:sldMkLst>
          <pc:docMk/>
          <pc:sldMk cId="2953584925" sldId="338"/>
        </pc:sldMkLst>
        <pc:spChg chg="add mod">
          <ac:chgData name="Hjulberg, Andrew S" userId="S::hi6397ef@go.minnstate.edu::55255bf8-79f2-42d3-80cc-139b63d0776c" providerId="AD" clId="Web-{1907E306-6141-AFF6-57B8-7F739CA40958}" dt="2025-03-06T20:17:02.244" v="45" actId="20577"/>
          <ac:spMkLst>
            <pc:docMk/>
            <pc:sldMk cId="2953584925" sldId="338"/>
            <ac:spMk id="5" creationId="{2236027F-2247-9282-A137-45985B9C890A}"/>
          </ac:spMkLst>
        </pc:spChg>
      </pc:sldChg>
      <pc:sldChg chg="addSp modSp">
        <pc:chgData name="Hjulberg, Andrew S" userId="S::hi6397ef@go.minnstate.edu::55255bf8-79f2-42d3-80cc-139b63d0776c" providerId="AD" clId="Web-{1907E306-6141-AFF6-57B8-7F739CA40958}" dt="2025-03-06T20:16:55.260" v="43" actId="20577"/>
        <pc:sldMkLst>
          <pc:docMk/>
          <pc:sldMk cId="4260985643" sldId="339"/>
        </pc:sldMkLst>
        <pc:spChg chg="add mod">
          <ac:chgData name="Hjulberg, Andrew S" userId="S::hi6397ef@go.minnstate.edu::55255bf8-79f2-42d3-80cc-139b63d0776c" providerId="AD" clId="Web-{1907E306-6141-AFF6-57B8-7F739CA40958}" dt="2025-03-06T20:16:55.260" v="43" actId="20577"/>
          <ac:spMkLst>
            <pc:docMk/>
            <pc:sldMk cId="4260985643" sldId="339"/>
            <ac:spMk id="4" creationId="{D44C93E1-5DD6-8DEC-4E28-6BA15540D32D}"/>
          </ac:spMkLst>
        </pc:spChg>
      </pc:sldChg>
    </pc:docChg>
  </pc:docChgLst>
  <pc:docChgLst>
    <pc:chgData name="Lakku, Sai Keertana R" userId="S::kb7924tj@go.minnstate.edu::aa713373-d62e-42be-a5fb-296135668942" providerId="AD" clId="Web-{B9B8374A-C579-F865-9EA5-FC2EDF7962B1}"/>
    <pc:docChg chg="modSld sldOrd">
      <pc:chgData name="Lakku, Sai Keertana R" userId="S::kb7924tj@go.minnstate.edu::aa713373-d62e-42be-a5fb-296135668942" providerId="AD" clId="Web-{B9B8374A-C579-F865-9EA5-FC2EDF7962B1}" dt="2025-02-26T17:05:03.637" v="9"/>
      <pc:docMkLst>
        <pc:docMk/>
      </pc:docMkLst>
      <pc:sldChg chg="modSp">
        <pc:chgData name="Lakku, Sai Keertana R" userId="S::kb7924tj@go.minnstate.edu::aa713373-d62e-42be-a5fb-296135668942" providerId="AD" clId="Web-{B9B8374A-C579-F865-9EA5-FC2EDF7962B1}" dt="2025-02-26T16:58:08.235" v="8" actId="20577"/>
        <pc:sldMkLst>
          <pc:docMk/>
          <pc:sldMk cId="1440897289" sldId="308"/>
        </pc:sldMkLst>
        <pc:spChg chg="mod">
          <ac:chgData name="Lakku, Sai Keertana R" userId="S::kb7924tj@go.minnstate.edu::aa713373-d62e-42be-a5fb-296135668942" providerId="AD" clId="Web-{B9B8374A-C579-F865-9EA5-FC2EDF7962B1}" dt="2025-02-26T16:58:08.235" v="8" actId="20577"/>
          <ac:spMkLst>
            <pc:docMk/>
            <pc:sldMk cId="1440897289" sldId="308"/>
            <ac:spMk id="1467" creationId="{FC34BA9F-2DA3-0664-1E75-7FDB6955B6D7}"/>
          </ac:spMkLst>
        </pc:spChg>
      </pc:sldChg>
      <pc:sldChg chg="ord">
        <pc:chgData name="Lakku, Sai Keertana R" userId="S::kb7924tj@go.minnstate.edu::aa713373-d62e-42be-a5fb-296135668942" providerId="AD" clId="Web-{B9B8374A-C579-F865-9EA5-FC2EDF7962B1}" dt="2025-02-26T17:05:03.637" v="9"/>
        <pc:sldMkLst>
          <pc:docMk/>
          <pc:sldMk cId="2038052492" sldId="317"/>
        </pc:sldMkLst>
      </pc:sldChg>
    </pc:docChg>
  </pc:docChgLst>
  <pc:docChgLst>
    <pc:chgData name="Srinivasa Reddy, Shashank reddy" userId="S::qn1833ep@go.minnstate.edu::5f8d5532-cbd8-40c0-aa18-97830f20e260" providerId="AD" clId="Web-{AB820874-EE0C-21CC-C971-46D11BE3E64F}"/>
    <pc:docChg chg="addSld modSld">
      <pc:chgData name="Srinivasa Reddy, Shashank reddy" userId="S::qn1833ep@go.minnstate.edu::5f8d5532-cbd8-40c0-aa18-97830f20e260" providerId="AD" clId="Web-{AB820874-EE0C-21CC-C971-46D11BE3E64F}" dt="2025-02-03T18:30:42.575" v="95" actId="1076"/>
      <pc:docMkLst>
        <pc:docMk/>
      </pc:docMkLst>
      <pc:sldChg chg="modSp">
        <pc:chgData name="Srinivasa Reddy, Shashank reddy" userId="S::qn1833ep@go.minnstate.edu::5f8d5532-cbd8-40c0-aa18-97830f20e260" providerId="AD" clId="Web-{AB820874-EE0C-21CC-C971-46D11BE3E64F}" dt="2025-02-03T18:28:32.461" v="89"/>
        <pc:sldMkLst>
          <pc:docMk/>
          <pc:sldMk cId="623324999" sldId="316"/>
        </pc:sldMkLst>
        <pc:picChg chg="mod">
          <ac:chgData name="Srinivasa Reddy, Shashank reddy" userId="S::qn1833ep@go.minnstate.edu::5f8d5532-cbd8-40c0-aa18-97830f20e260" providerId="AD" clId="Web-{AB820874-EE0C-21CC-C971-46D11BE3E64F}" dt="2025-02-03T18:28:32.461" v="89"/>
          <ac:picMkLst>
            <pc:docMk/>
            <pc:sldMk cId="623324999" sldId="316"/>
            <ac:picMk id="6" creationId="{892CD9D2-0B9E-2103-BCDD-CB46ED7F77F6}"/>
          </ac:picMkLst>
        </pc:picChg>
      </pc:sldChg>
      <pc:sldChg chg="modSp">
        <pc:chgData name="Srinivasa Reddy, Shashank reddy" userId="S::qn1833ep@go.minnstate.edu::5f8d5532-cbd8-40c0-aa18-97830f20e260" providerId="AD" clId="Web-{AB820874-EE0C-21CC-C971-46D11BE3E64F}" dt="2025-02-03T17:52:22.458" v="82" actId="20577"/>
        <pc:sldMkLst>
          <pc:docMk/>
          <pc:sldMk cId="2038052492" sldId="317"/>
        </pc:sldMkLst>
        <pc:spChg chg="mod">
          <ac:chgData name="Srinivasa Reddy, Shashank reddy" userId="S::qn1833ep@go.minnstate.edu::5f8d5532-cbd8-40c0-aa18-97830f20e260" providerId="AD" clId="Web-{AB820874-EE0C-21CC-C971-46D11BE3E64F}" dt="2025-02-03T17:52:22.458" v="82" actId="20577"/>
          <ac:spMkLst>
            <pc:docMk/>
            <pc:sldMk cId="2038052492" sldId="317"/>
            <ac:spMk id="1669" creationId="{3AD40010-681C-7675-0DF2-AB7E9B35087C}"/>
          </ac:spMkLst>
        </pc:spChg>
      </pc:sldChg>
      <pc:sldChg chg="modSp">
        <pc:chgData name="Srinivasa Reddy, Shashank reddy" userId="S::qn1833ep@go.minnstate.edu::5f8d5532-cbd8-40c0-aa18-97830f20e260" providerId="AD" clId="Web-{AB820874-EE0C-21CC-C971-46D11BE3E64F}" dt="2025-02-03T17:52:39.896" v="83" actId="20577"/>
        <pc:sldMkLst>
          <pc:docMk/>
          <pc:sldMk cId="4163894111" sldId="318"/>
        </pc:sldMkLst>
        <pc:spChg chg="mod">
          <ac:chgData name="Srinivasa Reddy, Shashank reddy" userId="S::qn1833ep@go.minnstate.edu::5f8d5532-cbd8-40c0-aa18-97830f20e260" providerId="AD" clId="Web-{AB820874-EE0C-21CC-C971-46D11BE3E64F}" dt="2025-02-03T17:52:39.896" v="83" actId="20577"/>
          <ac:spMkLst>
            <pc:docMk/>
            <pc:sldMk cId="4163894111" sldId="318"/>
            <ac:spMk id="2108" creationId="{00000000-0000-0000-0000-000000000000}"/>
          </ac:spMkLst>
        </pc:spChg>
      </pc:sldChg>
      <pc:sldChg chg="addSp delSp modSp add replId">
        <pc:chgData name="Srinivasa Reddy, Shashank reddy" userId="S::qn1833ep@go.minnstate.edu::5f8d5532-cbd8-40c0-aa18-97830f20e260" providerId="AD" clId="Web-{AB820874-EE0C-21CC-C971-46D11BE3E64F}" dt="2025-02-03T18:30:42.575" v="95" actId="1076"/>
        <pc:sldMkLst>
          <pc:docMk/>
          <pc:sldMk cId="159321284" sldId="324"/>
        </pc:sldMkLst>
        <pc:spChg chg="mod">
          <ac:chgData name="Srinivasa Reddy, Shashank reddy" userId="S::qn1833ep@go.minnstate.edu::5f8d5532-cbd8-40c0-aa18-97830f20e260" providerId="AD" clId="Web-{AB820874-EE0C-21CC-C971-46D11BE3E64F}" dt="2025-02-03T18:30:42.559" v="94" actId="1076"/>
          <ac:spMkLst>
            <pc:docMk/>
            <pc:sldMk cId="159321284" sldId="324"/>
            <ac:spMk id="3" creationId="{4305F197-D0A1-FBFF-470F-1A52D69E796B}"/>
          </ac:spMkLst>
        </pc:spChg>
        <pc:spChg chg="mod">
          <ac:chgData name="Srinivasa Reddy, Shashank reddy" userId="S::qn1833ep@go.minnstate.edu::5f8d5532-cbd8-40c0-aa18-97830f20e260" providerId="AD" clId="Web-{AB820874-EE0C-21CC-C971-46D11BE3E64F}" dt="2025-02-03T04:54:12.949" v="4" actId="20577"/>
          <ac:spMkLst>
            <pc:docMk/>
            <pc:sldMk cId="159321284" sldId="324"/>
            <ac:spMk id="1635" creationId="{6FA5F0A0-E2D0-C639-FFAE-31E99DAFE278}"/>
          </ac:spMkLst>
        </pc:spChg>
        <pc:spChg chg="mod">
          <ac:chgData name="Srinivasa Reddy, Shashank reddy" userId="S::qn1833ep@go.minnstate.edu::5f8d5532-cbd8-40c0-aa18-97830f20e260" providerId="AD" clId="Web-{AB820874-EE0C-21CC-C971-46D11BE3E64F}" dt="2025-02-03T17:52:56.912" v="87" actId="20577"/>
          <ac:spMkLst>
            <pc:docMk/>
            <pc:sldMk cId="159321284" sldId="324"/>
            <ac:spMk id="1636" creationId="{8032237B-9A30-27B7-73A8-DF57A1400970}"/>
          </ac:spMkLst>
        </pc:spChg>
      </pc:sldChg>
    </pc:docChg>
  </pc:docChgLst>
  <pc:docChgLst>
    <pc:chgData name="Lakku, Sai Keertana R" userId="S::kb7924tj@go.minnstate.edu::aa713373-d62e-42be-a5fb-296135668942" providerId="AD" clId="Web-{CAEB4429-CF35-D189-99EB-7D9291FA3373}"/>
    <pc:docChg chg="modSld">
      <pc:chgData name="Lakku, Sai Keertana R" userId="S::kb7924tj@go.minnstate.edu::aa713373-d62e-42be-a5fb-296135668942" providerId="AD" clId="Web-{CAEB4429-CF35-D189-99EB-7D9291FA3373}" dt="2025-02-04T21:47:35.466" v="0" actId="14100"/>
      <pc:docMkLst>
        <pc:docMk/>
      </pc:docMkLst>
      <pc:sldChg chg="modSp">
        <pc:chgData name="Lakku, Sai Keertana R" userId="S::kb7924tj@go.minnstate.edu::aa713373-d62e-42be-a5fb-296135668942" providerId="AD" clId="Web-{CAEB4429-CF35-D189-99EB-7D9291FA3373}" dt="2025-02-04T21:47:35.466" v="0" actId="14100"/>
        <pc:sldMkLst>
          <pc:docMk/>
          <pc:sldMk cId="414450018" sldId="323"/>
        </pc:sldMkLst>
      </pc:sldChg>
    </pc:docChg>
  </pc:docChgLst>
  <pc:docChgLst>
    <pc:chgData name="Hjulberg, Andrew S" userId="S::hi6397ef@go.minnstate.edu::55255bf8-79f2-42d3-80cc-139b63d0776c" providerId="AD" clId="Web-{57BA9B04-A291-96D7-8E0B-5AACA023A4D1}"/>
    <pc:docChg chg="addSld modSld modMainMaster">
      <pc:chgData name="Hjulberg, Andrew S" userId="S::hi6397ef@go.minnstate.edu::55255bf8-79f2-42d3-80cc-139b63d0776c" providerId="AD" clId="Web-{57BA9B04-A291-96D7-8E0B-5AACA023A4D1}" dt="2025-02-02T21:29:27.825" v="464" actId="20577"/>
      <pc:docMkLst>
        <pc:docMk/>
      </pc:docMkLst>
      <pc:sldChg chg="modSp">
        <pc:chgData name="Hjulberg, Andrew S" userId="S::hi6397ef@go.minnstate.edu::55255bf8-79f2-42d3-80cc-139b63d0776c" providerId="AD" clId="Web-{57BA9B04-A291-96D7-8E0B-5AACA023A4D1}" dt="2025-02-02T20:44:45.057" v="440" actId="14100"/>
        <pc:sldMkLst>
          <pc:docMk/>
          <pc:sldMk cId="0" sldId="256"/>
        </pc:sldMkLst>
        <pc:spChg chg="mod">
          <ac:chgData name="Hjulberg, Andrew S" userId="S::hi6397ef@go.minnstate.edu::55255bf8-79f2-42d3-80cc-139b63d0776c" providerId="AD" clId="Web-{57BA9B04-A291-96D7-8E0B-5AACA023A4D1}" dt="2025-02-02T20:44:45.057" v="440" actId="14100"/>
          <ac:spMkLst>
            <pc:docMk/>
            <pc:sldMk cId="0" sldId="256"/>
            <ac:spMk id="1432" creationId="{00000000-0000-0000-0000-000000000000}"/>
          </ac:spMkLst>
        </pc:spChg>
      </pc:sldChg>
      <pc:sldChg chg="addSp modSp">
        <pc:chgData name="Hjulberg, Andrew S" userId="S::hi6397ef@go.minnstate.edu::55255bf8-79f2-42d3-80cc-139b63d0776c" providerId="AD" clId="Web-{57BA9B04-A291-96D7-8E0B-5AACA023A4D1}" dt="2025-02-02T21:28:09.121" v="455" actId="20577"/>
        <pc:sldMkLst>
          <pc:docMk/>
          <pc:sldMk cId="2564729603" sldId="307"/>
        </pc:sldMkLst>
        <pc:spChg chg="mod">
          <ac:chgData name="Hjulberg, Andrew S" userId="S::hi6397ef@go.minnstate.edu::55255bf8-79f2-42d3-80cc-139b63d0776c" providerId="AD" clId="Web-{57BA9B04-A291-96D7-8E0B-5AACA023A4D1}" dt="2025-02-02T20:18:21.769" v="0" actId="1076"/>
          <ac:spMkLst>
            <pc:docMk/>
            <pc:sldMk cId="2564729603" sldId="307"/>
            <ac:spMk id="5" creationId="{F323DD82-8DE9-FEC6-01D7-954513348361}"/>
          </ac:spMkLst>
        </pc:spChg>
        <pc:spChg chg="mod">
          <ac:chgData name="Hjulberg, Andrew S" userId="S::hi6397ef@go.minnstate.edu::55255bf8-79f2-42d3-80cc-139b63d0776c" providerId="AD" clId="Web-{57BA9B04-A291-96D7-8E0B-5AACA023A4D1}" dt="2025-02-02T20:18:21.801" v="1" actId="1076"/>
          <ac:spMkLst>
            <pc:docMk/>
            <pc:sldMk cId="2564729603" sldId="307"/>
            <ac:spMk id="6" creationId="{082405CF-6417-FFAB-C878-E655814D28D0}"/>
          </ac:spMkLst>
        </pc:spChg>
        <pc:spChg chg="mod">
          <ac:chgData name="Hjulberg, Andrew S" userId="S::hi6397ef@go.minnstate.edu::55255bf8-79f2-42d3-80cc-139b63d0776c" providerId="AD" clId="Web-{57BA9B04-A291-96D7-8E0B-5AACA023A4D1}" dt="2025-02-02T20:18:21.801" v="2" actId="1076"/>
          <ac:spMkLst>
            <pc:docMk/>
            <pc:sldMk cId="2564729603" sldId="307"/>
            <ac:spMk id="9" creationId="{61FB3AE3-8609-0FA2-98F6-FF94292BB4B2}"/>
          </ac:spMkLst>
        </pc:spChg>
        <pc:spChg chg="mod">
          <ac:chgData name="Hjulberg, Andrew S" userId="S::hi6397ef@go.minnstate.edu::55255bf8-79f2-42d3-80cc-139b63d0776c" providerId="AD" clId="Web-{57BA9B04-A291-96D7-8E0B-5AACA023A4D1}" dt="2025-02-02T20:18:21.816" v="3" actId="1076"/>
          <ac:spMkLst>
            <pc:docMk/>
            <pc:sldMk cId="2564729603" sldId="307"/>
            <ac:spMk id="10" creationId="{7F15CDD5-B195-A148-0157-8A440110C8A0}"/>
          </ac:spMkLst>
        </pc:spChg>
        <pc:spChg chg="add mod">
          <ac:chgData name="Hjulberg, Andrew S" userId="S::hi6397ef@go.minnstate.edu::55255bf8-79f2-42d3-80cc-139b63d0776c" providerId="AD" clId="Web-{57BA9B04-A291-96D7-8E0B-5AACA023A4D1}" dt="2025-02-02T20:19:29.896" v="42" actId="1076"/>
          <ac:spMkLst>
            <pc:docMk/>
            <pc:sldMk cId="2564729603" sldId="307"/>
            <ac:spMk id="12" creationId="{8A8C1BAC-2B36-E75F-9E70-DD43C44BE0B4}"/>
          </ac:spMkLst>
        </pc:spChg>
        <pc:spChg chg="add mod">
          <ac:chgData name="Hjulberg, Andrew S" userId="S::hi6397ef@go.minnstate.edu::55255bf8-79f2-42d3-80cc-139b63d0776c" providerId="AD" clId="Web-{57BA9B04-A291-96D7-8E0B-5AACA023A4D1}" dt="2025-02-02T20:19:29.896" v="41" actId="1076"/>
          <ac:spMkLst>
            <pc:docMk/>
            <pc:sldMk cId="2564729603" sldId="307"/>
            <ac:spMk id="14" creationId="{8E231A91-A52F-BB17-045F-1B9D6895B9AF}"/>
          </ac:spMkLst>
        </pc:spChg>
      </pc:sldChg>
      <pc:sldChg chg="addSp modSp">
        <pc:chgData name="Hjulberg, Andrew S" userId="S::hi6397ef@go.minnstate.edu::55255bf8-79f2-42d3-80cc-139b63d0776c" providerId="AD" clId="Web-{57BA9B04-A291-96D7-8E0B-5AACA023A4D1}" dt="2025-02-02T21:27:47.106" v="453" actId="20577"/>
        <pc:sldMkLst>
          <pc:docMk/>
          <pc:sldMk cId="1440897289" sldId="308"/>
        </pc:sldMkLst>
      </pc:sldChg>
      <pc:sldChg chg="addSp modSp">
        <pc:chgData name="Hjulberg, Andrew S" userId="S::hi6397ef@go.minnstate.edu::55255bf8-79f2-42d3-80cc-139b63d0776c" providerId="AD" clId="Web-{57BA9B04-A291-96D7-8E0B-5AACA023A4D1}" dt="2025-02-02T21:28:42.231" v="459" actId="20577"/>
        <pc:sldMkLst>
          <pc:docMk/>
          <pc:sldMk cId="2119876176" sldId="309"/>
        </pc:sldMkLst>
      </pc:sldChg>
      <pc:sldChg chg="addSp modSp">
        <pc:chgData name="Hjulberg, Andrew S" userId="S::hi6397ef@go.minnstate.edu::55255bf8-79f2-42d3-80cc-139b63d0776c" providerId="AD" clId="Web-{57BA9B04-A291-96D7-8E0B-5AACA023A4D1}" dt="2025-02-02T21:28:22.481" v="457" actId="20577"/>
        <pc:sldMkLst>
          <pc:docMk/>
          <pc:sldMk cId="3994434584" sldId="310"/>
        </pc:sldMkLst>
      </pc:sldChg>
      <pc:sldChg chg="addSp modSp">
        <pc:chgData name="Hjulberg, Andrew S" userId="S::hi6397ef@go.minnstate.edu::55255bf8-79f2-42d3-80cc-139b63d0776c" providerId="AD" clId="Web-{57BA9B04-A291-96D7-8E0B-5AACA023A4D1}" dt="2025-02-02T21:28:53.059" v="461" actId="20577"/>
        <pc:sldMkLst>
          <pc:docMk/>
          <pc:sldMk cId="3409281103" sldId="311"/>
        </pc:sldMkLst>
      </pc:sldChg>
      <pc:sldChg chg="addSp modSp new">
        <pc:chgData name="Hjulberg, Andrew S" userId="S::hi6397ef@go.minnstate.edu::55255bf8-79f2-42d3-80cc-139b63d0776c" providerId="AD" clId="Web-{57BA9B04-A291-96D7-8E0B-5AACA023A4D1}" dt="2025-02-02T20:35:42.875" v="383"/>
        <pc:sldMkLst>
          <pc:docMk/>
          <pc:sldMk cId="3077735570" sldId="320"/>
        </pc:sldMkLst>
        <pc:spChg chg="mod">
          <ac:chgData name="Hjulberg, Andrew S" userId="S::hi6397ef@go.minnstate.edu::55255bf8-79f2-42d3-80cc-139b63d0776c" providerId="AD" clId="Web-{57BA9B04-A291-96D7-8E0B-5AACA023A4D1}" dt="2025-02-02T20:26:19.166" v="47" actId="20577"/>
          <ac:spMkLst>
            <pc:docMk/>
            <pc:sldMk cId="3077735570" sldId="320"/>
            <ac:spMk id="2" creationId="{70BFC1C9-B79F-4C9C-EA1B-FC7DAD9BD34B}"/>
          </ac:spMkLst>
        </pc:spChg>
        <pc:graphicFrameChg chg="add mod modGraphic">
          <ac:chgData name="Hjulberg, Andrew S" userId="S::hi6397ef@go.minnstate.edu::55255bf8-79f2-42d3-80cc-139b63d0776c" providerId="AD" clId="Web-{57BA9B04-A291-96D7-8E0B-5AACA023A4D1}" dt="2025-02-02T20:35:42.875" v="383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addSp modSp new">
        <pc:chgData name="Hjulberg, Andrew S" userId="S::hi6397ef@go.minnstate.edu::55255bf8-79f2-42d3-80cc-139b63d0776c" providerId="AD" clId="Web-{57BA9B04-A291-96D7-8E0B-5AACA023A4D1}" dt="2025-02-02T21:23:23.525" v="449"/>
        <pc:sldMkLst>
          <pc:docMk/>
          <pc:sldMk cId="3375608379" sldId="321"/>
        </pc:sldMkLst>
        <pc:spChg chg="mod">
          <ac:chgData name="Hjulberg, Andrew S" userId="S::hi6397ef@go.minnstate.edu::55255bf8-79f2-42d3-80cc-139b63d0776c" providerId="AD" clId="Web-{57BA9B04-A291-96D7-8E0B-5AACA023A4D1}" dt="2025-02-02T20:36:49.501" v="388" actId="20577"/>
          <ac:spMkLst>
            <pc:docMk/>
            <pc:sldMk cId="3375608379" sldId="321"/>
            <ac:spMk id="2" creationId="{E21DE249-91F6-96C4-455D-1938EE835A57}"/>
          </ac:spMkLst>
        </pc:spChg>
        <pc:graphicFrameChg chg="mod modGraphic">
          <ac:chgData name="Hjulberg, Andrew S" userId="S::hi6397ef@go.minnstate.edu::55255bf8-79f2-42d3-80cc-139b63d0776c" providerId="AD" clId="Web-{57BA9B04-A291-96D7-8E0B-5AACA023A4D1}" dt="2025-02-02T21:23:23.525" v="449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addSp modSp new">
        <pc:chgData name="Hjulberg, Andrew S" userId="S::hi6397ef@go.minnstate.edu::55255bf8-79f2-42d3-80cc-139b63d0776c" providerId="AD" clId="Web-{57BA9B04-A291-96D7-8E0B-5AACA023A4D1}" dt="2025-02-02T21:29:27.825" v="464" actId="20577"/>
        <pc:sldMkLst>
          <pc:docMk/>
          <pc:sldMk cId="3893279982" sldId="322"/>
        </pc:sldMkLst>
        <pc:spChg chg="mod">
          <ac:chgData name="Hjulberg, Andrew S" userId="S::hi6397ef@go.minnstate.edu::55255bf8-79f2-42d3-80cc-139b63d0776c" providerId="AD" clId="Web-{57BA9B04-A291-96D7-8E0B-5AACA023A4D1}" dt="2025-02-02T20:42:57.821" v="413" actId="20577"/>
          <ac:spMkLst>
            <pc:docMk/>
            <pc:sldMk cId="3893279982" sldId="322"/>
            <ac:spMk id="2" creationId="{76415023-E973-76BA-B8E2-EFD59DA125A2}"/>
          </ac:spMkLst>
        </pc:spChg>
      </pc:sldChg>
      <pc:sldMasterChg chg="mod modSldLayout">
        <pc:chgData name="Hjulberg, Andrew S" userId="S::hi6397ef@go.minnstate.edu::55255bf8-79f2-42d3-80cc-139b63d0776c" providerId="AD" clId="Web-{57BA9B04-A291-96D7-8E0B-5AACA023A4D1}" dt="2025-02-02T21:06:03.338" v="443"/>
        <pc:sldMasterMkLst>
          <pc:docMk/>
          <pc:sldMasterMk cId="0" sldId="2147483680"/>
        </pc:sldMasterMkLst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48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49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0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1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2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3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4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5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6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7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8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59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0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1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2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3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4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5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6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7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8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69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0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1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2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3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4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5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6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0"/>
            <pc:sldLayoutMk cId="0" sldId="2147483677"/>
          </pc:sldLayoutMkLst>
        </pc:sldLayoutChg>
      </pc:sldMasterChg>
      <pc:sldMasterChg chg="mod modSldLayout">
        <pc:chgData name="Hjulberg, Andrew S" userId="S::hi6397ef@go.minnstate.edu::55255bf8-79f2-42d3-80cc-139b63d0776c" providerId="AD" clId="Web-{57BA9B04-A291-96D7-8E0B-5AACA023A4D1}" dt="2025-02-02T21:06:03.338" v="443"/>
        <pc:sldMasterMkLst>
          <pc:docMk/>
          <pc:sldMasterMk cId="0" sldId="2147483681"/>
        </pc:sldMasterMkLst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1"/>
            <pc:sldLayoutMk cId="0" sldId="2147483678"/>
          </pc:sldLayoutMkLst>
        </pc:sldLayoutChg>
        <pc:sldLayoutChg chg="mod">
          <pc:chgData name="Hjulberg, Andrew S" userId="S::hi6397ef@go.minnstate.edu::55255bf8-79f2-42d3-80cc-139b63d0776c" providerId="AD" clId="Web-{57BA9B04-A291-96D7-8E0B-5AACA023A4D1}" dt="2025-02-02T21:06:03.338" v="443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A86323AD-2334-615D-3920-7DE4CA700BDD}"/>
    <pc:docChg chg="modSld">
      <pc:chgData name="Hjulberg, Andrew S" userId="S::hi6397ef@go.minnstate.edu::55255bf8-79f2-42d3-80cc-139b63d0776c" providerId="AD" clId="Web-{A86323AD-2334-615D-3920-7DE4CA700BDD}" dt="2025-01-31T17:05:43.107" v="108" actId="20577"/>
      <pc:docMkLst>
        <pc:docMk/>
      </pc:docMkLst>
      <pc:sldChg chg="addSp modSp mod modClrScheme chgLayout">
        <pc:chgData name="Hjulberg, Andrew S" userId="S::hi6397ef@go.minnstate.edu::55255bf8-79f2-42d3-80cc-139b63d0776c" providerId="AD" clId="Web-{A86323AD-2334-615D-3920-7DE4CA700BDD}" dt="2025-01-31T17:05:43.107" v="108" actId="20577"/>
        <pc:sldMkLst>
          <pc:docMk/>
          <pc:sldMk cId="3409281103" sldId="311"/>
        </pc:sldMkLst>
        <pc:spChg chg="mod ord">
          <ac:chgData name="Hjulberg, Andrew S" userId="S::hi6397ef@go.minnstate.edu::55255bf8-79f2-42d3-80cc-139b63d0776c" providerId="AD" clId="Web-{A86323AD-2334-615D-3920-7DE4CA700BDD}" dt="2025-01-31T16:45:44.548" v="16"/>
          <ac:spMkLst>
            <pc:docMk/>
            <pc:sldMk cId="3409281103" sldId="311"/>
            <ac:spMk id="2" creationId="{10258CDE-2E6B-7D33-8917-F582432C6CE0}"/>
          </ac:spMkLst>
        </pc:spChg>
      </pc:sldChg>
    </pc:docChg>
  </pc:docChgLst>
  <pc:docChgLst>
    <pc:chgData name="Srinivasa Reddy, Shashank reddy" userId="S::qn1833ep@go.minnstate.edu::5f8d5532-cbd8-40c0-aa18-97830f20e260" providerId="AD" clId="Web-{DB85BDC2-D08B-300B-C055-BA808E29AD98}"/>
    <pc:docChg chg="modSld">
      <pc:chgData name="Srinivasa Reddy, Shashank reddy" userId="S::qn1833ep@go.minnstate.edu::5f8d5532-cbd8-40c0-aa18-97830f20e260" providerId="AD" clId="Web-{DB85BDC2-D08B-300B-C055-BA808E29AD98}" dt="2025-05-01T16:54:41.665" v="212" actId="20577"/>
      <pc:docMkLst>
        <pc:docMk/>
      </pc:docMkLst>
      <pc:sldChg chg="modSp">
        <pc:chgData name="Srinivasa Reddy, Shashank reddy" userId="S::qn1833ep@go.minnstate.edu::5f8d5532-cbd8-40c0-aa18-97830f20e260" providerId="AD" clId="Web-{DB85BDC2-D08B-300B-C055-BA808E29AD98}" dt="2025-05-01T16:54:41.665" v="212" actId="20577"/>
        <pc:sldMkLst>
          <pc:docMk/>
          <pc:sldMk cId="282885026" sldId="340"/>
        </pc:sldMkLst>
        <pc:spChg chg="mod">
          <ac:chgData name="Srinivasa Reddy, Shashank reddy" userId="S::qn1833ep@go.minnstate.edu::5f8d5532-cbd8-40c0-aa18-97830f20e260" providerId="AD" clId="Web-{DB85BDC2-D08B-300B-C055-BA808E29AD98}" dt="2025-05-01T14:55:44.424" v="1" actId="1076"/>
          <ac:spMkLst>
            <pc:docMk/>
            <pc:sldMk cId="282885026" sldId="340"/>
            <ac:spMk id="2" creationId="{B811EC67-742B-34BE-535F-8B9D2DE8EE99}"/>
          </ac:spMkLst>
        </pc:spChg>
        <pc:spChg chg="mod">
          <ac:chgData name="Srinivasa Reddy, Shashank reddy" userId="S::qn1833ep@go.minnstate.edu::5f8d5532-cbd8-40c0-aa18-97830f20e260" providerId="AD" clId="Web-{DB85BDC2-D08B-300B-C055-BA808E29AD98}" dt="2025-05-01T16:54:41.665" v="212" actId="20577"/>
          <ac:spMkLst>
            <pc:docMk/>
            <pc:sldMk cId="282885026" sldId="340"/>
            <ac:spMk id="4" creationId="{519EC40C-7C8D-C7C8-652F-3A214CE24B95}"/>
          </ac:spMkLst>
        </pc:spChg>
      </pc:sldChg>
    </pc:docChg>
  </pc:docChgLst>
  <pc:docChgLst>
    <pc:chgData name="Lakku, Sai Keertana R" userId="S::kb7924tj@go.minnstate.edu::aa713373-d62e-42be-a5fb-296135668942" providerId="AD" clId="Web-{E2C1D9CF-CB88-3C17-68DD-F2017A429704}"/>
    <pc:docChg chg="addSld delSld modSld sldOrd modMainMaster">
      <pc:chgData name="Lakku, Sai Keertana R" userId="S::kb7924tj@go.minnstate.edu::aa713373-d62e-42be-a5fb-296135668942" providerId="AD" clId="Web-{E2C1D9CF-CB88-3C17-68DD-F2017A429704}" dt="2025-02-03T06:57:35.012" v="1314"/>
      <pc:docMkLst>
        <pc:docMk/>
      </pc:docMkLst>
      <pc:sldChg chg="addSp delSp modSp">
        <pc:chgData name="Lakku, Sai Keertana R" userId="S::kb7924tj@go.minnstate.edu::aa713373-d62e-42be-a5fb-296135668942" providerId="AD" clId="Web-{E2C1D9CF-CB88-3C17-68DD-F2017A429704}" dt="2025-02-02T21:28:20.921" v="545" actId="1076"/>
        <pc:sldMkLst>
          <pc:docMk/>
          <pc:sldMk cId="0" sldId="256"/>
        </pc:sldMkLst>
        <pc:spChg chg="add mod">
          <ac:chgData name="Lakku, Sai Keertana R" userId="S::kb7924tj@go.minnstate.edu::aa713373-d62e-42be-a5fb-296135668942" providerId="AD" clId="Web-{E2C1D9CF-CB88-3C17-68DD-F2017A429704}" dt="2025-02-02T21:28:20.921" v="545" actId="1076"/>
          <ac:spMkLst>
            <pc:docMk/>
            <pc:sldMk cId="0" sldId="256"/>
            <ac:spMk id="3" creationId="{ED0D5372-7902-FB04-6EF6-B5B7EEF845B4}"/>
          </ac:spMkLst>
        </pc:spChg>
        <pc:spChg chg="mod">
          <ac:chgData name="Lakku, Sai Keertana R" userId="S::kb7924tj@go.minnstate.edu::aa713373-d62e-42be-a5fb-296135668942" providerId="AD" clId="Web-{E2C1D9CF-CB88-3C17-68DD-F2017A429704}" dt="2025-02-02T21:02:51.345" v="452" actId="20577"/>
          <ac:spMkLst>
            <pc:docMk/>
            <pc:sldMk cId="0" sldId="256"/>
            <ac:spMk id="1432" creationId="{00000000-0000-0000-0000-000000000000}"/>
          </ac:spMkLst>
        </pc:spChg>
      </pc:sldChg>
      <pc:sldChg chg="modSp">
        <pc:chgData name="Lakku, Sai Keertana R" userId="S::kb7924tj@go.minnstate.edu::aa713373-d62e-42be-a5fb-296135668942" providerId="AD" clId="Web-{E2C1D9CF-CB88-3C17-68DD-F2017A429704}" dt="2025-02-03T00:21:24.105" v="648" actId="1076"/>
        <pc:sldMkLst>
          <pc:docMk/>
          <pc:sldMk cId="0" sldId="276"/>
        </pc:sldMkLst>
      </pc:sldChg>
      <pc:sldChg chg="addSp modSp ord">
        <pc:chgData name="Lakku, Sai Keertana R" userId="S::kb7924tj@go.minnstate.edu::aa713373-d62e-42be-a5fb-296135668942" providerId="AD" clId="Web-{E2C1D9CF-CB88-3C17-68DD-F2017A429704}" dt="2025-02-02T21:28:50.048" v="554" actId="20577"/>
        <pc:sldMkLst>
          <pc:docMk/>
          <pc:sldMk cId="2564729603" sldId="307"/>
        </pc:sldMkLst>
        <pc:spChg chg="add mod">
          <ac:chgData name="Lakku, Sai Keertana R" userId="S::kb7924tj@go.minnstate.edu::aa713373-d62e-42be-a5fb-296135668942" providerId="AD" clId="Web-{E2C1D9CF-CB88-3C17-68DD-F2017A429704}" dt="2025-02-02T21:28:50.048" v="554" actId="20577"/>
          <ac:spMkLst>
            <pc:docMk/>
            <pc:sldMk cId="2564729603" sldId="307"/>
            <ac:spMk id="13" creationId="{1B75C747-AE0F-216F-F3C2-C1CA4E965B52}"/>
          </ac:spMkLst>
        </pc:spChg>
      </pc:sldChg>
      <pc:sldChg chg="addSp delSp modSp">
        <pc:chgData name="Lakku, Sai Keertana R" userId="S::kb7924tj@go.minnstate.edu::aa713373-d62e-42be-a5fb-296135668942" providerId="AD" clId="Web-{E2C1D9CF-CB88-3C17-68DD-F2017A429704}" dt="2025-02-03T00:22:44.340" v="784"/>
        <pc:sldMkLst>
          <pc:docMk/>
          <pc:sldMk cId="1440897289" sldId="308"/>
        </pc:sldMkLst>
        <pc:spChg chg="add mod">
          <ac:chgData name="Lakku, Sai Keertana R" userId="S::kb7924tj@go.minnstate.edu::aa713373-d62e-42be-a5fb-296135668942" providerId="AD" clId="Web-{E2C1D9CF-CB88-3C17-68DD-F2017A429704}" dt="2025-02-02T21:28:41.828" v="551" actId="20577"/>
          <ac:spMkLst>
            <pc:docMk/>
            <pc:sldMk cId="1440897289" sldId="308"/>
            <ac:spMk id="5" creationId="{850CBE0D-F923-ACBD-FF78-A741EA2922FF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2T21:29:05.720" v="560" actId="20577"/>
        <pc:sldMkLst>
          <pc:docMk/>
          <pc:sldMk cId="2119876176" sldId="309"/>
        </pc:sldMkLst>
        <pc:spChg chg="add mod">
          <ac:chgData name="Lakku, Sai Keertana R" userId="S::kb7924tj@go.minnstate.edu::aa713373-d62e-42be-a5fb-296135668942" providerId="AD" clId="Web-{E2C1D9CF-CB88-3C17-68DD-F2017A429704}" dt="2025-02-02T21:29:05.720" v="560" actId="20577"/>
          <ac:spMkLst>
            <pc:docMk/>
            <pc:sldMk cId="2119876176" sldId="309"/>
            <ac:spMk id="9" creationId="{ABAF2F7F-0320-B6EB-08B7-F5283BA4C4FF}"/>
          </ac:spMkLst>
        </pc:spChg>
      </pc:sldChg>
      <pc:sldChg chg="addSp delSp modSp">
        <pc:chgData name="Lakku, Sai Keertana R" userId="S::kb7924tj@go.minnstate.edu::aa713373-d62e-42be-a5fb-296135668942" providerId="AD" clId="Web-{E2C1D9CF-CB88-3C17-68DD-F2017A429704}" dt="2025-02-02T21:28:56.173" v="557" actId="20577"/>
        <pc:sldMkLst>
          <pc:docMk/>
          <pc:sldMk cId="3994434584" sldId="310"/>
        </pc:sldMkLst>
        <pc:spChg chg="add mod">
          <ac:chgData name="Lakku, Sai Keertana R" userId="S::kb7924tj@go.minnstate.edu::aa713373-d62e-42be-a5fb-296135668942" providerId="AD" clId="Web-{E2C1D9CF-CB88-3C17-68DD-F2017A429704}" dt="2025-02-02T21:07:20.606" v="490" actId="1076"/>
          <ac:spMkLst>
            <pc:docMk/>
            <pc:sldMk cId="3994434584" sldId="310"/>
            <ac:spMk id="9" creationId="{126628F7-604C-1C0E-C768-820CBC20B115}"/>
          </ac:spMkLst>
        </pc:spChg>
        <pc:spChg chg="add mod">
          <ac:chgData name="Lakku, Sai Keertana R" userId="S::kb7924tj@go.minnstate.edu::aa713373-d62e-42be-a5fb-296135668942" providerId="AD" clId="Web-{E2C1D9CF-CB88-3C17-68DD-F2017A429704}" dt="2025-02-02T21:28:56.173" v="557" actId="20577"/>
          <ac:spMkLst>
            <pc:docMk/>
            <pc:sldMk cId="3994434584" sldId="310"/>
            <ac:spMk id="12" creationId="{3D43A12C-9815-23AD-056E-46DCD8B1BD69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2T21:29:20.783" v="563" actId="20577"/>
        <pc:sldMkLst>
          <pc:docMk/>
          <pc:sldMk cId="3409281103" sldId="311"/>
        </pc:sldMkLst>
        <pc:spChg chg="add mod">
          <ac:chgData name="Lakku, Sai Keertana R" userId="S::kb7924tj@go.minnstate.edu::aa713373-d62e-42be-a5fb-296135668942" providerId="AD" clId="Web-{E2C1D9CF-CB88-3C17-68DD-F2017A429704}" dt="2025-02-02T21:29:20.783" v="563" actId="20577"/>
          <ac:spMkLst>
            <pc:docMk/>
            <pc:sldMk cId="3409281103" sldId="311"/>
            <ac:spMk id="9" creationId="{580544C1-5D5F-DB50-6734-4C19F349D496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7:21.496" v="1312" actId="20577"/>
        <pc:sldMkLst>
          <pc:docMk/>
          <pc:sldMk cId="2123213135" sldId="312"/>
        </pc:sldMkLst>
        <pc:spChg chg="add mod">
          <ac:chgData name="Lakku, Sai Keertana R" userId="S::kb7924tj@go.minnstate.edu::aa713373-d62e-42be-a5fb-296135668942" providerId="AD" clId="Web-{E2C1D9CF-CB88-3C17-68DD-F2017A429704}" dt="2025-02-03T06:55:43.205" v="1297" actId="20577"/>
          <ac:spMkLst>
            <pc:docMk/>
            <pc:sldMk cId="2123213135" sldId="312"/>
            <ac:spMk id="17" creationId="{583FB1C8-A79A-9598-BE03-7B7D6B64EAA2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7:32.746" v="1313"/>
        <pc:sldMkLst>
          <pc:docMk/>
          <pc:sldMk cId="1824116176" sldId="313"/>
        </pc:sldMkLst>
        <pc:spChg chg="add mod">
          <ac:chgData name="Lakku, Sai Keertana R" userId="S::kb7924tj@go.minnstate.edu::aa713373-d62e-42be-a5fb-296135668942" providerId="AD" clId="Web-{E2C1D9CF-CB88-3C17-68DD-F2017A429704}" dt="2025-02-03T06:55:47.393" v="1298" actId="20577"/>
          <ac:spMkLst>
            <pc:docMk/>
            <pc:sldMk cId="1824116176" sldId="313"/>
            <ac:spMk id="9" creationId="{F6F63F10-FC15-88C0-721B-56F3BEBA95FD}"/>
          </ac:spMkLst>
        </pc:spChg>
        <pc:spChg chg="mod">
          <ac:chgData name="Lakku, Sai Keertana R" userId="S::kb7924tj@go.minnstate.edu::aa713373-d62e-42be-a5fb-296135668942" providerId="AD" clId="Web-{E2C1D9CF-CB88-3C17-68DD-F2017A429704}" dt="2025-02-02T21:18:43.186" v="521" actId="14100"/>
          <ac:spMkLst>
            <pc:docMk/>
            <pc:sldMk cId="1824116176" sldId="313"/>
            <ac:spMk id="1670" creationId="{A9C744DC-707A-FE41-7211-1175D87E8D9D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7:35.012" v="1314"/>
        <pc:sldMkLst>
          <pc:docMk/>
          <pc:sldMk cId="790410564" sldId="314"/>
        </pc:sldMkLst>
        <pc:spChg chg="add mod">
          <ac:chgData name="Lakku, Sai Keertana R" userId="S::kb7924tj@go.minnstate.edu::aa713373-d62e-42be-a5fb-296135668942" providerId="AD" clId="Web-{E2C1D9CF-CB88-3C17-68DD-F2017A429704}" dt="2025-02-03T06:55:53.409" v="1300" actId="20577"/>
          <ac:spMkLst>
            <pc:docMk/>
            <pc:sldMk cId="790410564" sldId="314"/>
            <ac:spMk id="3" creationId="{E16E1915-A998-4C2C-1D52-CEE4D582C8EC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6:02.424" v="1301" actId="20577"/>
        <pc:sldMkLst>
          <pc:docMk/>
          <pc:sldMk cId="3141694954" sldId="315"/>
        </pc:sldMkLst>
        <pc:spChg chg="add mod">
          <ac:chgData name="Lakku, Sai Keertana R" userId="S::kb7924tj@go.minnstate.edu::aa713373-d62e-42be-a5fb-296135668942" providerId="AD" clId="Web-{E2C1D9CF-CB88-3C17-68DD-F2017A429704}" dt="2025-02-03T06:56:02.424" v="1301" actId="20577"/>
          <ac:spMkLst>
            <pc:docMk/>
            <pc:sldMk cId="3141694954" sldId="315"/>
            <ac:spMk id="3" creationId="{91C1BAEC-5E22-8E19-2A42-9542C90F5BA1}"/>
          </ac:spMkLst>
        </pc:spChg>
      </pc:sldChg>
      <pc:sldChg chg="addSp delSp modSp">
        <pc:chgData name="Lakku, Sai Keertana R" userId="S::kb7924tj@go.minnstate.edu::aa713373-d62e-42be-a5fb-296135668942" providerId="AD" clId="Web-{E2C1D9CF-CB88-3C17-68DD-F2017A429704}" dt="2025-02-03T06:55:12.830" v="1286" actId="14100"/>
        <pc:sldMkLst>
          <pc:docMk/>
          <pc:sldMk cId="623324999" sldId="316"/>
        </pc:sldMkLst>
        <pc:spChg chg="mod">
          <ac:chgData name="Lakku, Sai Keertana R" userId="S::kb7924tj@go.minnstate.edu::aa713373-d62e-42be-a5fb-296135668942" providerId="AD" clId="Web-{E2C1D9CF-CB88-3C17-68DD-F2017A429704}" dt="2025-02-03T06:40:38.846" v="1178" actId="14100"/>
          <ac:spMkLst>
            <pc:docMk/>
            <pc:sldMk cId="623324999" sldId="316"/>
            <ac:spMk id="8" creationId="{372722CD-063C-D188-2DAE-7472B9ADACA0}"/>
          </ac:spMkLst>
        </pc:spChg>
        <pc:spChg chg="add mod">
          <ac:chgData name="Lakku, Sai Keertana R" userId="S::kb7924tj@go.minnstate.edu::aa713373-d62e-42be-a5fb-296135668942" providerId="AD" clId="Web-{E2C1D9CF-CB88-3C17-68DD-F2017A429704}" dt="2025-02-03T06:55:12.830" v="1286" actId="14100"/>
          <ac:spMkLst>
            <pc:docMk/>
            <pc:sldMk cId="623324999" sldId="316"/>
            <ac:spMk id="9" creationId="{FAB2300B-5610-1DE7-5E4D-C5EFA0E7C2F7}"/>
          </ac:spMkLst>
        </pc:spChg>
        <pc:spChg chg="mod">
          <ac:chgData name="Lakku, Sai Keertana R" userId="S::kb7924tj@go.minnstate.edu::aa713373-d62e-42be-a5fb-296135668942" providerId="AD" clId="Web-{E2C1D9CF-CB88-3C17-68DD-F2017A429704}" dt="2025-02-03T06:40:43.597" v="1179" actId="1076"/>
          <ac:spMkLst>
            <pc:docMk/>
            <pc:sldMk cId="623324999" sldId="316"/>
            <ac:spMk id="10" creationId="{D441A092-12CD-25C6-C3D1-7DFB828D7477}"/>
          </ac:spMkLst>
        </pc:spChg>
        <pc:spChg chg="mod">
          <ac:chgData name="Lakku, Sai Keertana R" userId="S::kb7924tj@go.minnstate.edu::aa713373-d62e-42be-a5fb-296135668942" providerId="AD" clId="Web-{E2C1D9CF-CB88-3C17-68DD-F2017A429704}" dt="2025-02-03T06:40:31.237" v="1177" actId="14100"/>
          <ac:spMkLst>
            <pc:docMk/>
            <pc:sldMk cId="623324999" sldId="316"/>
            <ac:spMk id="1638" creationId="{EC55D96F-DDB6-F439-9684-5F20423EE58B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5:35.221" v="1295" actId="20577"/>
        <pc:sldMkLst>
          <pc:docMk/>
          <pc:sldMk cId="2038052492" sldId="317"/>
        </pc:sldMkLst>
        <pc:spChg chg="add mod">
          <ac:chgData name="Lakku, Sai Keertana R" userId="S::kb7924tj@go.minnstate.edu::aa713373-d62e-42be-a5fb-296135668942" providerId="AD" clId="Web-{E2C1D9CF-CB88-3C17-68DD-F2017A429704}" dt="2025-02-03T06:55:35.221" v="1295" actId="20577"/>
          <ac:spMkLst>
            <pc:docMk/>
            <pc:sldMk cId="2038052492" sldId="317"/>
            <ac:spMk id="3" creationId="{02FB87B9-FADF-F9E1-A99B-A03212462306}"/>
          </ac:spMkLst>
        </pc:spChg>
      </pc:sldChg>
      <pc:sldChg chg="addSp modSp">
        <pc:chgData name="Lakku, Sai Keertana R" userId="S::kb7924tj@go.minnstate.edu::aa713373-d62e-42be-a5fb-296135668942" providerId="AD" clId="Web-{E2C1D9CF-CB88-3C17-68DD-F2017A429704}" dt="2025-02-03T06:55:38.158" v="1296" actId="20577"/>
        <pc:sldMkLst>
          <pc:docMk/>
          <pc:sldMk cId="4163894111" sldId="318"/>
        </pc:sldMkLst>
        <pc:spChg chg="add mod">
          <ac:chgData name="Lakku, Sai Keertana R" userId="S::kb7924tj@go.minnstate.edu::aa713373-d62e-42be-a5fb-296135668942" providerId="AD" clId="Web-{E2C1D9CF-CB88-3C17-68DD-F2017A429704}" dt="2025-02-03T06:55:38.158" v="1296" actId="20577"/>
          <ac:spMkLst>
            <pc:docMk/>
            <pc:sldMk cId="4163894111" sldId="318"/>
            <ac:spMk id="7" creationId="{576C057F-429D-F1E9-9A3E-8F70EC62A5B0}"/>
          </ac:spMkLst>
        </pc:spChg>
      </pc:sldChg>
      <pc:sldChg chg="del">
        <pc:chgData name="Lakku, Sai Keertana R" userId="S::kb7924tj@go.minnstate.edu::aa713373-d62e-42be-a5fb-296135668942" providerId="AD" clId="Web-{E2C1D9CF-CB88-3C17-68DD-F2017A429704}" dt="2025-02-02T21:14:57.271" v="513"/>
        <pc:sldMkLst>
          <pc:docMk/>
          <pc:sldMk cId="149942045" sldId="319"/>
        </pc:sldMkLst>
      </pc:sldChg>
      <pc:sldChg chg="addSp modSp">
        <pc:chgData name="Lakku, Sai Keertana R" userId="S::kb7924tj@go.minnstate.edu::aa713373-d62e-42be-a5fb-296135668942" providerId="AD" clId="Web-{E2C1D9CF-CB88-3C17-68DD-F2017A429704}" dt="2025-02-02T21:29:31.252" v="566" actId="20577"/>
        <pc:sldMkLst>
          <pc:docMk/>
          <pc:sldMk cId="3077735570" sldId="320"/>
        </pc:sldMkLst>
        <pc:spChg chg="add mod">
          <ac:chgData name="Lakku, Sai Keertana R" userId="S::kb7924tj@go.minnstate.edu::aa713373-d62e-42be-a5fb-296135668942" providerId="AD" clId="Web-{E2C1D9CF-CB88-3C17-68DD-F2017A429704}" dt="2025-02-02T21:29:31.252" v="566" actId="20577"/>
          <ac:spMkLst>
            <pc:docMk/>
            <pc:sldMk cId="3077735570" sldId="320"/>
            <ac:spMk id="6" creationId="{EA9E20DF-89D4-2FE4-04EA-D2AF7A03DB95}"/>
          </ac:spMkLst>
        </pc:spChg>
        <pc:graphicFrameChg chg="mod modGraphic">
          <ac:chgData name="Lakku, Sai Keertana R" userId="S::kb7924tj@go.minnstate.edu::aa713373-d62e-42be-a5fb-296135668942" providerId="AD" clId="Web-{E2C1D9CF-CB88-3C17-68DD-F2017A429704}" dt="2025-02-02T21:17:33.418" v="520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E2C1D9CF-CB88-3C17-68DD-F2017A429704}" dt="2025-02-03T06:56:24.894" v="1302" actId="14100"/>
        <pc:sldMkLst>
          <pc:docMk/>
          <pc:sldMk cId="3375608379" sldId="321"/>
        </pc:sldMkLst>
        <pc:spChg chg="add mod">
          <ac:chgData name="Lakku, Sai Keertana R" userId="S::kb7924tj@go.minnstate.edu::aa713373-d62e-42be-a5fb-296135668942" providerId="AD" clId="Web-{E2C1D9CF-CB88-3C17-68DD-F2017A429704}" dt="2025-02-03T06:54:22.438" v="1280" actId="1076"/>
          <ac:spMkLst>
            <pc:docMk/>
            <pc:sldMk cId="3375608379" sldId="321"/>
            <ac:spMk id="3" creationId="{8EB334EF-E8FC-8BB5-8695-85CE89E1C531}"/>
          </ac:spMkLst>
        </pc:spChg>
        <pc:spChg chg="add mod">
          <ac:chgData name="Lakku, Sai Keertana R" userId="S::kb7924tj@go.minnstate.edu::aa713373-d62e-42be-a5fb-296135668942" providerId="AD" clId="Web-{E2C1D9CF-CB88-3C17-68DD-F2017A429704}" dt="2025-02-02T21:29:55.550" v="572" actId="1076"/>
          <ac:spMkLst>
            <pc:docMk/>
            <pc:sldMk cId="3375608379" sldId="321"/>
            <ac:spMk id="10" creationId="{95B696A5-E8A8-B9CA-738D-A9EC4EB4AF9D}"/>
          </ac:spMkLst>
        </pc:spChg>
        <pc:graphicFrameChg chg="add mod modGraphic">
          <ac:chgData name="Lakku, Sai Keertana R" userId="S::kb7924tj@go.minnstate.edu::aa713373-d62e-42be-a5fb-296135668942" providerId="AD" clId="Web-{E2C1D9CF-CB88-3C17-68DD-F2017A429704}" dt="2025-02-02T21:00:29.245" v="433" actId="1076"/>
          <ac:graphicFrameMkLst>
            <pc:docMk/>
            <pc:sldMk cId="3375608379" sldId="321"/>
            <ac:graphicFrameMk id="5" creationId="{482AEDCC-E3F8-E7EC-2B87-3F4003BCFD4B}"/>
          </ac:graphicFrameMkLst>
        </pc:graphicFrameChg>
        <pc:graphicFrameChg chg="add mod modGraphic">
          <ac:chgData name="Lakku, Sai Keertana R" userId="S::kb7924tj@go.minnstate.edu::aa713373-d62e-42be-a5fb-296135668942" providerId="AD" clId="Web-{E2C1D9CF-CB88-3C17-68DD-F2017A429704}" dt="2025-02-02T21:35:58.664" v="608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addSp modSp">
        <pc:chgData name="Lakku, Sai Keertana R" userId="S::kb7924tj@go.minnstate.edu::aa713373-d62e-42be-a5fb-296135668942" providerId="AD" clId="Web-{E2C1D9CF-CB88-3C17-68DD-F2017A429704}" dt="2025-02-03T06:55:32.596" v="1293" actId="20577"/>
        <pc:sldMkLst>
          <pc:docMk/>
          <pc:sldMk cId="3893279982" sldId="322"/>
        </pc:sldMkLst>
        <pc:spChg chg="add mod">
          <ac:chgData name="Lakku, Sai Keertana R" userId="S::kb7924tj@go.minnstate.edu::aa713373-d62e-42be-a5fb-296135668942" providerId="AD" clId="Web-{E2C1D9CF-CB88-3C17-68DD-F2017A429704}" dt="2025-02-03T06:55:32.596" v="1293" actId="20577"/>
          <ac:spMkLst>
            <pc:docMk/>
            <pc:sldMk cId="3893279982" sldId="322"/>
            <ac:spMk id="6" creationId="{35B2F704-C1E2-F994-ED62-90DF64D0EE1E}"/>
          </ac:spMkLst>
        </pc:spChg>
      </pc:sldChg>
      <pc:sldChg chg="addSp delSp modSp new">
        <pc:chgData name="Lakku, Sai Keertana R" userId="S::kb7924tj@go.minnstate.edu::aa713373-d62e-42be-a5fb-296135668942" providerId="AD" clId="Web-{E2C1D9CF-CB88-3C17-68DD-F2017A429704}" dt="2025-02-03T06:55:02.939" v="1282" actId="20577"/>
        <pc:sldMkLst>
          <pc:docMk/>
          <pc:sldMk cId="414450018" sldId="323"/>
        </pc:sldMkLst>
      </pc:sldChg>
      <pc:sldChg chg="modSp">
        <pc:chgData name="Lakku, Sai Keertana R" userId="S::kb7924tj@go.minnstate.edu::aa713373-d62e-42be-a5fb-296135668942" providerId="AD" clId="Web-{E2C1D9CF-CB88-3C17-68DD-F2017A429704}" dt="2025-02-03T06:55:23.034" v="1291" actId="14100"/>
        <pc:sldMkLst>
          <pc:docMk/>
          <pc:sldMk cId="159321284" sldId="324"/>
        </pc:sldMkLst>
        <pc:spChg chg="mod">
          <ac:chgData name="Lakku, Sai Keertana R" userId="S::kb7924tj@go.minnstate.edu::aa713373-d62e-42be-a5fb-296135668942" providerId="AD" clId="Web-{E2C1D9CF-CB88-3C17-68DD-F2017A429704}" dt="2025-02-03T06:55:23.034" v="1291" actId="14100"/>
          <ac:spMkLst>
            <pc:docMk/>
            <pc:sldMk cId="159321284" sldId="324"/>
            <ac:spMk id="9" creationId="{D8ECA6E2-079C-CCDD-C96A-4022FE21F7A5}"/>
          </ac:spMkLst>
        </pc:spChg>
        <pc:spChg chg="mod">
          <ac:chgData name="Lakku, Sai Keertana R" userId="S::kb7924tj@go.minnstate.edu::aa713373-d62e-42be-a5fb-296135668942" providerId="AD" clId="Web-{E2C1D9CF-CB88-3C17-68DD-F2017A429704}" dt="2025-02-03T06:20:27.574" v="786" actId="20577"/>
          <ac:spMkLst>
            <pc:docMk/>
            <pc:sldMk cId="159321284" sldId="324"/>
            <ac:spMk id="1635" creationId="{6FA5F0A0-E2D0-C639-FFAE-31E99DAFE278}"/>
          </ac:spMkLst>
        </pc:spChg>
      </pc:sldChg>
      <pc:sldChg chg="add replId">
        <pc:chgData name="Lakku, Sai Keertana R" userId="S::kb7924tj@go.minnstate.edu::aa713373-d62e-42be-a5fb-296135668942" providerId="AD" clId="Web-{E2C1D9CF-CB88-3C17-68DD-F2017A429704}" dt="2025-02-03T06:44:28.806" v="1197"/>
        <pc:sldMkLst>
          <pc:docMk/>
          <pc:sldMk cId="3029949649" sldId="325"/>
        </pc:sldMkLst>
      </pc:sldChg>
      <pc:sldMasterChg chg="mod modSldLayout">
        <pc:chgData name="Lakku, Sai Keertana R" userId="S::kb7924tj@go.minnstate.edu::aa713373-d62e-42be-a5fb-296135668942" providerId="AD" clId="Web-{E2C1D9CF-CB88-3C17-68DD-F2017A429704}" dt="2025-02-02T21:02:14.359" v="437"/>
        <pc:sldMasterMkLst>
          <pc:docMk/>
          <pc:sldMasterMk cId="0" sldId="2147483680"/>
        </pc:sldMasterMkLst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48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49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0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1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2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3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4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5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6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7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8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59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0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1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2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3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4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5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6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7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8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69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0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1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2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3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4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5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6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0"/>
            <pc:sldLayoutMk cId="0" sldId="2147483677"/>
          </pc:sldLayoutMkLst>
        </pc:sldLayoutChg>
      </pc:sldMasterChg>
      <pc:sldMasterChg chg="mod modSldLayout">
        <pc:chgData name="Lakku, Sai Keertana R" userId="S::kb7924tj@go.minnstate.edu::aa713373-d62e-42be-a5fb-296135668942" providerId="AD" clId="Web-{E2C1D9CF-CB88-3C17-68DD-F2017A429704}" dt="2025-02-02T21:02:14.359" v="437"/>
        <pc:sldMasterMkLst>
          <pc:docMk/>
          <pc:sldMasterMk cId="0" sldId="2147483681"/>
        </pc:sldMasterMkLst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1"/>
            <pc:sldLayoutMk cId="0" sldId="2147483678"/>
          </pc:sldLayoutMkLst>
        </pc:sldLayoutChg>
        <pc:sldLayoutChg chg="mod">
          <pc:chgData name="Lakku, Sai Keertana R" userId="S::kb7924tj@go.minnstate.edu::aa713373-d62e-42be-a5fb-296135668942" providerId="AD" clId="Web-{E2C1D9CF-CB88-3C17-68DD-F2017A429704}" dt="2025-02-02T21:02:14.359" v="437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7C48E588-84B9-AD79-9DDC-0816FCEAEBF2}"/>
    <pc:docChg chg="mod addSld modSld sldOrd">
      <pc:chgData name="Hjulberg, Andrew S" userId="S::hi6397ef@go.minnstate.edu::55255bf8-79f2-42d3-80cc-139b63d0776c" providerId="AD" clId="Web-{7C48E588-84B9-AD79-9DDC-0816FCEAEBF2}" dt="2025-02-03T18:41:52.260" v="98" actId="1076"/>
      <pc:docMkLst>
        <pc:docMk/>
      </pc:docMkLst>
      <pc:sldChg chg="delSp modSp">
        <pc:chgData name="Hjulberg, Andrew S" userId="S::hi6397ef@go.minnstate.edu::55255bf8-79f2-42d3-80cc-139b63d0776c" providerId="AD" clId="Web-{7C48E588-84B9-AD79-9DDC-0816FCEAEBF2}" dt="2025-02-03T18:37:51.511" v="76"/>
        <pc:sldMkLst>
          <pc:docMk/>
          <pc:sldMk cId="2564729603" sldId="307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8:52.604" v="78"/>
        <pc:sldMkLst>
          <pc:docMk/>
          <pc:sldMk cId="1440897289" sldId="308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44.917" v="74"/>
        <pc:sldMkLst>
          <pc:docMk/>
          <pc:sldMk cId="2119876176" sldId="309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38.948" v="71"/>
        <pc:sldMkLst>
          <pc:docMk/>
          <pc:sldMk cId="3994434584" sldId="310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34.526" v="69"/>
        <pc:sldMkLst>
          <pc:docMk/>
          <pc:sldMk cId="3409281103" sldId="311"/>
        </pc:sldMkLst>
        <pc:graphicFrameChg chg="modGraphic">
          <ac:chgData name="Hjulberg, Andrew S" userId="S::hi6397ef@go.minnstate.edu::55255bf8-79f2-42d3-80cc-139b63d0776c" providerId="AD" clId="Web-{7C48E588-84B9-AD79-9DDC-0816FCEAEBF2}" dt="2025-02-03T18:14:17.481" v="11" actId="20577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delSp modSp">
        <pc:chgData name="Hjulberg, Andrew S" userId="S::hi6397ef@go.minnstate.edu::55255bf8-79f2-42d3-80cc-139b63d0776c" providerId="AD" clId="Web-{7C48E588-84B9-AD79-9DDC-0816FCEAEBF2}" dt="2025-02-03T18:39:10.167" v="84" actId="20577"/>
        <pc:sldMkLst>
          <pc:docMk/>
          <pc:sldMk cId="2123213135" sldId="312"/>
        </pc:sldMkLst>
        <pc:spChg chg="mod">
          <ac:chgData name="Hjulberg, Andrew S" userId="S::hi6397ef@go.minnstate.edu::55255bf8-79f2-42d3-80cc-139b63d0776c" providerId="AD" clId="Web-{7C48E588-84B9-AD79-9DDC-0816FCEAEBF2}" dt="2025-02-03T18:39:10.167" v="84" actId="20577"/>
          <ac:spMkLst>
            <pc:docMk/>
            <pc:sldMk cId="2123213135" sldId="312"/>
            <ac:spMk id="17" creationId="{583FB1C8-A79A-9598-BE03-7B7D6B64EAA2}"/>
          </ac:spMkLst>
        </pc:spChg>
      </pc:sldChg>
      <pc:sldChg chg="delSp modSp">
        <pc:chgData name="Hjulberg, Andrew S" userId="S::hi6397ef@go.minnstate.edu::55255bf8-79f2-42d3-80cc-139b63d0776c" providerId="AD" clId="Web-{7C48E588-84B9-AD79-9DDC-0816FCEAEBF2}" dt="2025-02-03T18:39:05.479" v="83" actId="20577"/>
        <pc:sldMkLst>
          <pc:docMk/>
          <pc:sldMk cId="1824116176" sldId="313"/>
        </pc:sldMkLst>
        <pc:spChg chg="mod">
          <ac:chgData name="Hjulberg, Andrew S" userId="S::hi6397ef@go.minnstate.edu::55255bf8-79f2-42d3-80cc-139b63d0776c" providerId="AD" clId="Web-{7C48E588-84B9-AD79-9DDC-0816FCEAEBF2}" dt="2025-02-03T18:39:05.479" v="83" actId="20577"/>
          <ac:spMkLst>
            <pc:docMk/>
            <pc:sldMk cId="1824116176" sldId="313"/>
            <ac:spMk id="9" creationId="{F6F63F10-FC15-88C0-721B-56F3BEBA95FD}"/>
          </ac:spMkLst>
        </pc:spChg>
      </pc:sldChg>
      <pc:sldChg chg="delSp modSp">
        <pc:chgData name="Hjulberg, Andrew S" userId="S::hi6397ef@go.minnstate.edu::55255bf8-79f2-42d3-80cc-139b63d0776c" providerId="AD" clId="Web-{7C48E588-84B9-AD79-9DDC-0816FCEAEBF2}" dt="2025-02-03T18:39:00.292" v="82" actId="20577"/>
        <pc:sldMkLst>
          <pc:docMk/>
          <pc:sldMk cId="790410564" sldId="314"/>
        </pc:sldMkLst>
        <pc:spChg chg="mod">
          <ac:chgData name="Hjulberg, Andrew S" userId="S::hi6397ef@go.minnstate.edu::55255bf8-79f2-42d3-80cc-139b63d0776c" providerId="AD" clId="Web-{7C48E588-84B9-AD79-9DDC-0816FCEAEBF2}" dt="2025-02-03T18:39:00.292" v="82" actId="20577"/>
          <ac:spMkLst>
            <pc:docMk/>
            <pc:sldMk cId="790410564" sldId="314"/>
            <ac:spMk id="3" creationId="{E16E1915-A998-4C2C-1D52-CEE4D582C8EC}"/>
          </ac:spMkLst>
        </pc:spChg>
      </pc:sldChg>
      <pc:sldChg chg="modSp">
        <pc:chgData name="Hjulberg, Andrew S" userId="S::hi6397ef@go.minnstate.edu::55255bf8-79f2-42d3-80cc-139b63d0776c" providerId="AD" clId="Web-{7C48E588-84B9-AD79-9DDC-0816FCEAEBF2}" dt="2025-02-03T18:38:56.229" v="79" actId="20577"/>
        <pc:sldMkLst>
          <pc:docMk/>
          <pc:sldMk cId="3141694954" sldId="315"/>
        </pc:sldMkLst>
        <pc:spChg chg="mod">
          <ac:chgData name="Hjulberg, Andrew S" userId="S::hi6397ef@go.minnstate.edu::55255bf8-79f2-42d3-80cc-139b63d0776c" providerId="AD" clId="Web-{7C48E588-84B9-AD79-9DDC-0816FCEAEBF2}" dt="2025-02-03T18:38:56.229" v="79" actId="20577"/>
          <ac:spMkLst>
            <pc:docMk/>
            <pc:sldMk cId="3141694954" sldId="315"/>
            <ac:spMk id="3" creationId="{91C1BAEC-5E22-8E19-2A42-9542C90F5BA1}"/>
          </ac:spMkLst>
        </pc:spChg>
      </pc:sldChg>
      <pc:sldChg chg="delSp modSp ord">
        <pc:chgData name="Hjulberg, Andrew S" userId="S::hi6397ef@go.minnstate.edu::55255bf8-79f2-42d3-80cc-139b63d0776c" providerId="AD" clId="Web-{7C48E588-84B9-AD79-9DDC-0816FCEAEBF2}" dt="2025-02-03T18:37:16.340" v="62"/>
        <pc:sldMkLst>
          <pc:docMk/>
          <pc:sldMk cId="623324999" sldId="316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6:58.542" v="56"/>
        <pc:sldMkLst>
          <pc:docMk/>
          <pc:sldMk cId="2038052492" sldId="317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6:52.683" v="54"/>
        <pc:sldMkLst>
          <pc:docMk/>
          <pc:sldMk cId="4163894111" sldId="318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28.182" v="67"/>
        <pc:sldMkLst>
          <pc:docMk/>
          <pc:sldMk cId="3077735570" sldId="320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21.057" v="65"/>
        <pc:sldMkLst>
          <pc:docMk/>
          <pc:sldMk cId="3375608379" sldId="321"/>
        </pc:sldMkLst>
        <pc:graphicFrameChg chg="modGraphic">
          <ac:chgData name="Hjulberg, Andrew S" userId="S::hi6397ef@go.minnstate.edu::55255bf8-79f2-42d3-80cc-139b63d0776c" providerId="AD" clId="Web-{7C48E588-84B9-AD79-9DDC-0816FCEAEBF2}" dt="2025-02-03T17:59:46.889" v="0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delSp modSp">
        <pc:chgData name="Hjulberg, Andrew S" userId="S::hi6397ef@go.minnstate.edu::55255bf8-79f2-42d3-80cc-139b63d0776c" providerId="AD" clId="Web-{7C48E588-84B9-AD79-9DDC-0816FCEAEBF2}" dt="2025-02-03T18:39:18.729" v="86" actId="20577"/>
        <pc:sldMkLst>
          <pc:docMk/>
          <pc:sldMk cId="3893279982" sldId="322"/>
        </pc:sldMkLst>
        <pc:spChg chg="mod">
          <ac:chgData name="Hjulberg, Andrew S" userId="S::hi6397ef@go.minnstate.edu::55255bf8-79f2-42d3-80cc-139b63d0776c" providerId="AD" clId="Web-{7C48E588-84B9-AD79-9DDC-0816FCEAEBF2}" dt="2025-02-03T18:39:18.729" v="86" actId="20577"/>
          <ac:spMkLst>
            <pc:docMk/>
            <pc:sldMk cId="3893279982" sldId="322"/>
            <ac:spMk id="6" creationId="{35B2F704-C1E2-F994-ED62-90DF64D0EE1E}"/>
          </ac:spMkLst>
        </pc:spChg>
      </pc:sldChg>
      <pc:sldChg chg="delSp modSp">
        <pc:chgData name="Hjulberg, Andrew S" userId="S::hi6397ef@go.minnstate.edu::55255bf8-79f2-42d3-80cc-139b63d0776c" providerId="AD" clId="Web-{7C48E588-84B9-AD79-9DDC-0816FCEAEBF2}" dt="2025-02-03T18:37:10.120" v="60"/>
        <pc:sldMkLst>
          <pc:docMk/>
          <pc:sldMk cId="414450018" sldId="323"/>
        </pc:sldMkLst>
      </pc:sldChg>
      <pc:sldChg chg="delSp modSp">
        <pc:chgData name="Hjulberg, Andrew S" userId="S::hi6397ef@go.minnstate.edu::55255bf8-79f2-42d3-80cc-139b63d0776c" providerId="AD" clId="Web-{7C48E588-84B9-AD79-9DDC-0816FCEAEBF2}" dt="2025-02-03T18:37:03.307" v="58"/>
        <pc:sldMkLst>
          <pc:docMk/>
          <pc:sldMk cId="159321284" sldId="324"/>
        </pc:sldMkLst>
      </pc:sldChg>
      <pc:sldChg chg="addSp delSp modSp new">
        <pc:chgData name="Hjulberg, Andrew S" userId="S::hi6397ef@go.minnstate.edu::55255bf8-79f2-42d3-80cc-139b63d0776c" providerId="AD" clId="Web-{7C48E588-84B9-AD79-9DDC-0816FCEAEBF2}" dt="2025-02-03T18:41:52.260" v="98" actId="1076"/>
        <pc:sldMkLst>
          <pc:docMk/>
          <pc:sldMk cId="616591423" sldId="326"/>
        </pc:sldMkLst>
        <pc:spChg chg="mod">
          <ac:chgData name="Hjulberg, Andrew S" userId="S::hi6397ef@go.minnstate.edu::55255bf8-79f2-42d3-80cc-139b63d0776c" providerId="AD" clId="Web-{7C48E588-84B9-AD79-9DDC-0816FCEAEBF2}" dt="2025-02-03T18:32:25.120" v="27" actId="20577"/>
          <ac:spMkLst>
            <pc:docMk/>
            <pc:sldMk cId="616591423" sldId="326"/>
            <ac:spMk id="2" creationId="{230BEBA2-AB96-279B-000D-047B32AC2C0D}"/>
          </ac:spMkLst>
        </pc:spChg>
        <pc:spChg chg="add mod">
          <ac:chgData name="Hjulberg, Andrew S" userId="S::hi6397ef@go.minnstate.edu::55255bf8-79f2-42d3-80cc-139b63d0776c" providerId="AD" clId="Web-{7C48E588-84B9-AD79-9DDC-0816FCEAEBF2}" dt="2025-02-03T18:39:33.573" v="89" actId="20577"/>
          <ac:spMkLst>
            <pc:docMk/>
            <pc:sldMk cId="616591423" sldId="326"/>
            <ac:spMk id="7" creationId="{4218148A-7EAA-EDDB-78A1-567CDD9A486A}"/>
          </ac:spMkLst>
        </pc:spChg>
        <pc:picChg chg="add mod">
          <ac:chgData name="Hjulberg, Andrew S" userId="S::hi6397ef@go.minnstate.edu::55255bf8-79f2-42d3-80cc-139b63d0776c" providerId="AD" clId="Web-{7C48E588-84B9-AD79-9DDC-0816FCEAEBF2}" dt="2025-02-03T18:41:27.182" v="90" actId="1076"/>
          <ac:picMkLst>
            <pc:docMk/>
            <pc:sldMk cId="616591423" sldId="326"/>
            <ac:picMk id="3" creationId="{B33216BE-043E-C4C3-7B1A-E297C1B350C5}"/>
          </ac:picMkLst>
        </pc:picChg>
        <pc:picChg chg="add mod">
          <ac:chgData name="Hjulberg, Andrew S" userId="S::hi6397ef@go.minnstate.edu::55255bf8-79f2-42d3-80cc-139b63d0776c" providerId="AD" clId="Web-{7C48E588-84B9-AD79-9DDC-0816FCEAEBF2}" dt="2025-02-03T18:36:10.761" v="42"/>
          <ac:picMkLst>
            <pc:docMk/>
            <pc:sldMk cId="616591423" sldId="326"/>
            <ac:picMk id="5" creationId="{B8A096DB-E424-6546-817D-7C52C48C3250}"/>
          </ac:picMkLst>
        </pc:picChg>
        <pc:picChg chg="add mod">
          <ac:chgData name="Hjulberg, Andrew S" userId="S::hi6397ef@go.minnstate.edu::55255bf8-79f2-42d3-80cc-139b63d0776c" providerId="AD" clId="Web-{7C48E588-84B9-AD79-9DDC-0816FCEAEBF2}" dt="2025-02-03T18:41:52.260" v="98" actId="1076"/>
          <ac:picMkLst>
            <pc:docMk/>
            <pc:sldMk cId="616591423" sldId="326"/>
            <ac:picMk id="8" creationId="{45B6434D-1F63-D641-33AB-69B85AFC30A7}"/>
          </ac:picMkLst>
        </pc:picChg>
      </pc:sldChg>
    </pc:docChg>
  </pc:docChgLst>
  <pc:docChgLst>
    <pc:chgData name="Lakku, Sai Keertana R" userId="S::kb7924tj@go.minnstate.edu::aa713373-d62e-42be-a5fb-296135668942" providerId="AD" clId="Web-{D0135FEF-C75B-453B-87BE-800DE15CF7D4}"/>
    <pc:docChg chg="addSld modSld">
      <pc:chgData name="Lakku, Sai Keertana R" userId="S::kb7924tj@go.minnstate.edu::aa713373-d62e-42be-a5fb-296135668942" providerId="AD" clId="Web-{D0135FEF-C75B-453B-87BE-800DE15CF7D4}" dt="2025-05-01T18:39:48.189" v="209" actId="20577"/>
      <pc:docMkLst>
        <pc:docMk/>
      </pc:docMkLst>
      <pc:sldChg chg="modSp">
        <pc:chgData name="Lakku, Sai Keertana R" userId="S::kb7924tj@go.minnstate.edu::aa713373-d62e-42be-a5fb-296135668942" providerId="AD" clId="Web-{D0135FEF-C75B-453B-87BE-800DE15CF7D4}" dt="2025-05-01T18:39:48.189" v="209" actId="20577"/>
        <pc:sldMkLst>
          <pc:docMk/>
          <pc:sldMk cId="282885026" sldId="340"/>
        </pc:sldMkLst>
        <pc:spChg chg="mod">
          <ac:chgData name="Lakku, Sai Keertana R" userId="S::kb7924tj@go.minnstate.edu::aa713373-d62e-42be-a5fb-296135668942" providerId="AD" clId="Web-{D0135FEF-C75B-453B-87BE-800DE15CF7D4}" dt="2025-05-01T18:39:48.189" v="209" actId="20577"/>
          <ac:spMkLst>
            <pc:docMk/>
            <pc:sldMk cId="282885026" sldId="340"/>
            <ac:spMk id="4" creationId="{519EC40C-7C8D-C7C8-652F-3A214CE24B95}"/>
          </ac:spMkLst>
        </pc:spChg>
      </pc:sldChg>
      <pc:sldChg chg="addSp delSp modSp mod modClrScheme chgLayout">
        <pc:chgData name="Lakku, Sai Keertana R" userId="S::kb7924tj@go.minnstate.edu::aa713373-d62e-42be-a5fb-296135668942" providerId="AD" clId="Web-{D0135FEF-C75B-453B-87BE-800DE15CF7D4}" dt="2025-05-01T18:38:26.933" v="205" actId="20577"/>
        <pc:sldMkLst>
          <pc:docMk/>
          <pc:sldMk cId="1017535913" sldId="341"/>
        </pc:sldMkLst>
        <pc:spChg chg="mod">
          <ac:chgData name="Lakku, Sai Keertana R" userId="S::kb7924tj@go.minnstate.edu::aa713373-d62e-42be-a5fb-296135668942" providerId="AD" clId="Web-{D0135FEF-C75B-453B-87BE-800DE15CF7D4}" dt="2025-05-01T18:27:24.369" v="132"/>
          <ac:spMkLst>
            <pc:docMk/>
            <pc:sldMk cId="1017535913" sldId="341"/>
            <ac:spMk id="2" creationId="{E4503559-9F76-9021-26ED-F64B7A639FAB}"/>
          </ac:spMkLst>
        </pc:spChg>
        <pc:spChg chg="add mod">
          <ac:chgData name="Lakku, Sai Keertana R" userId="S::kb7924tj@go.minnstate.edu::aa713373-d62e-42be-a5fb-296135668942" providerId="AD" clId="Web-{D0135FEF-C75B-453B-87BE-800DE15CF7D4}" dt="2025-05-01T18:38:26.933" v="205" actId="20577"/>
          <ac:spMkLst>
            <pc:docMk/>
            <pc:sldMk cId="1017535913" sldId="341"/>
            <ac:spMk id="3" creationId="{56D72445-6B00-809F-CEAD-10407DA8A70D}"/>
          </ac:spMkLst>
        </pc:spChg>
        <pc:spChg chg="add del mod">
          <ac:chgData name="Lakku, Sai Keertana R" userId="S::kb7924tj@go.minnstate.edu::aa713373-d62e-42be-a5fb-296135668942" providerId="AD" clId="Web-{D0135FEF-C75B-453B-87BE-800DE15CF7D4}" dt="2025-05-01T18:20:41.058" v="68"/>
          <ac:spMkLst>
            <pc:docMk/>
            <pc:sldMk cId="1017535913" sldId="341"/>
            <ac:spMk id="4" creationId="{EEC33B3E-F16D-71CE-C10C-0443E0198910}"/>
          </ac:spMkLst>
        </pc:spChg>
        <pc:spChg chg="del mod">
          <ac:chgData name="Lakku, Sai Keertana R" userId="S::kb7924tj@go.minnstate.edu::aa713373-d62e-42be-a5fb-296135668942" providerId="AD" clId="Web-{D0135FEF-C75B-453B-87BE-800DE15CF7D4}" dt="2025-05-01T18:27:45.839" v="136"/>
          <ac:spMkLst>
            <pc:docMk/>
            <pc:sldMk cId="1017535913" sldId="341"/>
            <ac:spMk id="6" creationId="{8EBED7F0-D825-64F8-96D8-553E1C95F6D2}"/>
          </ac:spMkLst>
        </pc:spChg>
      </pc:sldChg>
      <pc:sldChg chg="addSp modSp new">
        <pc:chgData name="Lakku, Sai Keertana R" userId="S::kb7924tj@go.minnstate.edu::aa713373-d62e-42be-a5fb-296135668942" providerId="AD" clId="Web-{D0135FEF-C75B-453B-87BE-800DE15CF7D4}" dt="2025-05-01T18:27:09.758" v="131" actId="20577"/>
        <pc:sldMkLst>
          <pc:docMk/>
          <pc:sldMk cId="1041122028" sldId="342"/>
        </pc:sldMkLst>
        <pc:spChg chg="mod">
          <ac:chgData name="Lakku, Sai Keertana R" userId="S::kb7924tj@go.minnstate.edu::aa713373-d62e-42be-a5fb-296135668942" providerId="AD" clId="Web-{D0135FEF-C75B-453B-87BE-800DE15CF7D4}" dt="2025-05-01T18:21:06.029" v="85" actId="20577"/>
          <ac:spMkLst>
            <pc:docMk/>
            <pc:sldMk cId="1041122028" sldId="342"/>
            <ac:spMk id="2" creationId="{A9740D46-031D-CD07-8F30-D277AE286807}"/>
          </ac:spMkLst>
        </pc:spChg>
        <pc:spChg chg="add mod">
          <ac:chgData name="Lakku, Sai Keertana R" userId="S::kb7924tj@go.minnstate.edu::aa713373-d62e-42be-a5fb-296135668942" providerId="AD" clId="Web-{D0135FEF-C75B-453B-87BE-800DE15CF7D4}" dt="2025-05-01T18:27:09.758" v="131" actId="20577"/>
          <ac:spMkLst>
            <pc:docMk/>
            <pc:sldMk cId="1041122028" sldId="342"/>
            <ac:spMk id="3" creationId="{57F124DA-7ADE-DFEB-4F3A-F88EA5CF9E52}"/>
          </ac:spMkLst>
        </pc:spChg>
      </pc:sldChg>
      <pc:sldChg chg="addSp modSp new">
        <pc:chgData name="Lakku, Sai Keertana R" userId="S::kb7924tj@go.minnstate.edu::aa713373-d62e-42be-a5fb-296135668942" providerId="AD" clId="Web-{D0135FEF-C75B-453B-87BE-800DE15CF7D4}" dt="2025-05-01T18:39:19.749" v="208" actId="20577"/>
        <pc:sldMkLst>
          <pc:docMk/>
          <pc:sldMk cId="842308899" sldId="343"/>
        </pc:sldMkLst>
        <pc:spChg chg="mod">
          <ac:chgData name="Lakku, Sai Keertana R" userId="S::kb7924tj@go.minnstate.edu::aa713373-d62e-42be-a5fb-296135668942" providerId="AD" clId="Web-{D0135FEF-C75B-453B-87BE-800DE15CF7D4}" dt="2025-05-01T18:24:46.014" v="129" actId="20577"/>
          <ac:spMkLst>
            <pc:docMk/>
            <pc:sldMk cId="842308899" sldId="343"/>
            <ac:spMk id="2" creationId="{98FD6A61-66F6-17B6-6285-3D5E6B38B931}"/>
          </ac:spMkLst>
        </pc:spChg>
        <pc:spChg chg="add mod">
          <ac:chgData name="Lakku, Sai Keertana R" userId="S::kb7924tj@go.minnstate.edu::aa713373-d62e-42be-a5fb-296135668942" providerId="AD" clId="Web-{D0135FEF-C75B-453B-87BE-800DE15CF7D4}" dt="2025-05-01T18:39:19.749" v="208" actId="20577"/>
          <ac:spMkLst>
            <pc:docMk/>
            <pc:sldMk cId="842308899" sldId="343"/>
            <ac:spMk id="3" creationId="{A95AF720-C677-459F-ED77-721ADBDA26D7}"/>
          </ac:spMkLst>
        </pc:spChg>
      </pc:sldChg>
    </pc:docChg>
  </pc:docChgLst>
  <pc:docChgLst>
    <pc:chgData name="Hjulberg, Andrew S" userId="S::hi6397ef@go.minnstate.edu::55255bf8-79f2-42d3-80cc-139b63d0776c" providerId="AD" clId="Web-{64F3E6A6-5290-B71A-EEBC-A196F402623E}"/>
    <pc:docChg chg="modSld">
      <pc:chgData name="Hjulberg, Andrew S" userId="S::hi6397ef@go.minnstate.edu::55255bf8-79f2-42d3-80cc-139b63d0776c" providerId="AD" clId="Web-{64F3E6A6-5290-B71A-EEBC-A196F402623E}" dt="2025-03-03T15:55:11.132" v="22" actId="14100"/>
      <pc:docMkLst>
        <pc:docMk/>
      </pc:docMkLst>
      <pc:sldChg chg="modSp">
        <pc:chgData name="Hjulberg, Andrew S" userId="S::hi6397ef@go.minnstate.edu::55255bf8-79f2-42d3-80cc-139b63d0776c" providerId="AD" clId="Web-{64F3E6A6-5290-B71A-EEBC-A196F402623E}" dt="2025-03-03T13:26:09.079" v="11" actId="1076"/>
        <pc:sldMkLst>
          <pc:docMk/>
          <pc:sldMk cId="1440897289" sldId="308"/>
        </pc:sldMkLst>
        <pc:spChg chg="mod">
          <ac:chgData name="Hjulberg, Andrew S" userId="S::hi6397ef@go.minnstate.edu::55255bf8-79f2-42d3-80cc-139b63d0776c" providerId="AD" clId="Web-{64F3E6A6-5290-B71A-EEBC-A196F402623E}" dt="2025-03-03T13:26:09.079" v="11" actId="1076"/>
          <ac:spMkLst>
            <pc:docMk/>
            <pc:sldMk cId="1440897289" sldId="308"/>
            <ac:spMk id="13" creationId="{7C1621C2-DEEE-BB57-318F-5B451B9E0418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5:49.313" v="3" actId="1076"/>
          <ac:spMkLst>
            <pc:docMk/>
            <pc:sldMk cId="1440897289" sldId="308"/>
            <ac:spMk id="1477" creationId="{F0BC8C6F-A00A-3758-FF04-595243F4337C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6:01.282" v="7" actId="1076"/>
          <ac:spMkLst>
            <pc:docMk/>
            <pc:sldMk cId="1440897289" sldId="308"/>
            <ac:spMk id="1478" creationId="{C502F589-DE05-31AC-0C10-847C25920FFE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6:09.063" v="10" actId="1076"/>
          <ac:spMkLst>
            <pc:docMk/>
            <pc:sldMk cId="1440897289" sldId="308"/>
            <ac:spMk id="1479" creationId="{335A3512-5FCD-6AA5-9A10-38683008FFD9}"/>
          </ac:spMkLst>
        </pc:spChg>
      </pc:sldChg>
      <pc:sldChg chg="modSp">
        <pc:chgData name="Hjulberg, Andrew S" userId="S::hi6397ef@go.minnstate.edu::55255bf8-79f2-42d3-80cc-139b63d0776c" providerId="AD" clId="Web-{64F3E6A6-5290-B71A-EEBC-A196F402623E}" dt="2025-03-03T13:27:22.112" v="16" actId="1076"/>
        <pc:sldMkLst>
          <pc:docMk/>
          <pc:sldMk cId="3994434584" sldId="310"/>
        </pc:sldMkLst>
        <pc:spChg chg="mod">
          <ac:chgData name="Hjulberg, Andrew S" userId="S::hi6397ef@go.minnstate.edu::55255bf8-79f2-42d3-80cc-139b63d0776c" providerId="AD" clId="Web-{64F3E6A6-5290-B71A-EEBC-A196F402623E}" dt="2025-03-03T13:27:22.081" v="13" actId="1076"/>
          <ac:spMkLst>
            <pc:docMk/>
            <pc:sldMk cId="3994434584" sldId="310"/>
            <ac:spMk id="3" creationId="{E97A1BDF-6A43-7A49-A782-D0EF44664DC2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7:22.097" v="14" actId="1076"/>
          <ac:spMkLst>
            <pc:docMk/>
            <pc:sldMk cId="3994434584" sldId="310"/>
            <ac:spMk id="4" creationId="{D2E05024-B0B0-56B0-F27B-A70FE7C0C367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7:22.112" v="15" actId="1076"/>
          <ac:spMkLst>
            <pc:docMk/>
            <pc:sldMk cId="3994434584" sldId="310"/>
            <ac:spMk id="6" creationId="{CEC03BCA-71FB-26C8-AC31-B99D17FBC3E0}"/>
          </ac:spMkLst>
        </pc:spChg>
        <pc:spChg chg="mod">
          <ac:chgData name="Hjulberg, Andrew S" userId="S::hi6397ef@go.minnstate.edu::55255bf8-79f2-42d3-80cc-139b63d0776c" providerId="AD" clId="Web-{64F3E6A6-5290-B71A-EEBC-A196F402623E}" dt="2025-03-03T13:27:22.112" v="16" actId="1076"/>
          <ac:spMkLst>
            <pc:docMk/>
            <pc:sldMk cId="3994434584" sldId="310"/>
            <ac:spMk id="9" creationId="{126628F7-604C-1C0E-C768-820CBC20B115}"/>
          </ac:spMkLst>
        </pc:spChg>
        <pc:picChg chg="mod">
          <ac:chgData name="Hjulberg, Andrew S" userId="S::hi6397ef@go.minnstate.edu::55255bf8-79f2-42d3-80cc-139b63d0776c" providerId="AD" clId="Web-{64F3E6A6-5290-B71A-EEBC-A196F402623E}" dt="2025-03-03T13:26:38.689" v="12"/>
          <ac:picMkLst>
            <pc:docMk/>
            <pc:sldMk cId="3994434584" sldId="310"/>
            <ac:picMk id="7" creationId="{5849151A-4329-4284-3847-1B949BA32F72}"/>
          </ac:picMkLst>
        </pc:picChg>
      </pc:sldChg>
      <pc:sldChg chg="modSp">
        <pc:chgData name="Hjulberg, Andrew S" userId="S::hi6397ef@go.minnstate.edu::55255bf8-79f2-42d3-80cc-139b63d0776c" providerId="AD" clId="Web-{64F3E6A6-5290-B71A-EEBC-A196F402623E}" dt="2025-03-03T15:55:11.132" v="22" actId="14100"/>
        <pc:sldMkLst>
          <pc:docMk/>
          <pc:sldMk cId="1824116176" sldId="313"/>
        </pc:sldMkLst>
        <pc:spChg chg="mod">
          <ac:chgData name="Hjulberg, Andrew S" userId="S::hi6397ef@go.minnstate.edu::55255bf8-79f2-42d3-80cc-139b63d0776c" providerId="AD" clId="Web-{64F3E6A6-5290-B71A-EEBC-A196F402623E}" dt="2025-03-03T15:55:11.132" v="22" actId="14100"/>
          <ac:spMkLst>
            <pc:docMk/>
            <pc:sldMk cId="1824116176" sldId="313"/>
            <ac:spMk id="1673" creationId="{4999BF22-AC9A-86D6-17AF-B0AF86FC8562}"/>
          </ac:spMkLst>
        </pc:spChg>
      </pc:sldChg>
      <pc:sldChg chg="addSp delSp modSp">
        <pc:chgData name="Hjulberg, Andrew S" userId="S::hi6397ef@go.minnstate.edu::55255bf8-79f2-42d3-80cc-139b63d0776c" providerId="AD" clId="Web-{64F3E6A6-5290-B71A-EEBC-A196F402623E}" dt="2025-03-03T13:55:06.342" v="21"/>
        <pc:sldMkLst>
          <pc:docMk/>
          <pc:sldMk cId="3893279982" sldId="322"/>
        </pc:sldMkLst>
        <pc:picChg chg="add mod">
          <ac:chgData name="Hjulberg, Andrew S" userId="S::hi6397ef@go.minnstate.edu::55255bf8-79f2-42d3-80cc-139b63d0776c" providerId="AD" clId="Web-{64F3E6A6-5290-B71A-EEBC-A196F402623E}" dt="2025-03-03T13:55:06.342" v="21"/>
          <ac:picMkLst>
            <pc:docMk/>
            <pc:sldMk cId="3893279982" sldId="322"/>
            <ac:picMk id="4" creationId="{839652B8-466B-64C9-223C-D2FB36DD5411}"/>
          </ac:picMkLst>
        </pc:picChg>
      </pc:sldChg>
    </pc:docChg>
  </pc:docChgLst>
  <pc:docChgLst>
    <pc:chgData name="Wilkins, Graham C" userId="S::bh5884is@go.minnstate.edu::d858373d-d4a5-4d5a-af0d-fcf67a33b3d5" providerId="AD" clId="Web-{8279F685-2ADD-9DCF-970A-73CD3F33BC9E}"/>
    <pc:docChg chg="modSld">
      <pc:chgData name="Wilkins, Graham C" userId="S::bh5884is@go.minnstate.edu::d858373d-d4a5-4d5a-af0d-fcf67a33b3d5" providerId="AD" clId="Web-{8279F685-2ADD-9DCF-970A-73CD3F33BC9E}" dt="2025-03-07T01:49:19.075" v="12" actId="1076"/>
      <pc:docMkLst>
        <pc:docMk/>
      </pc:docMkLst>
      <pc:sldChg chg="modSp">
        <pc:chgData name="Wilkins, Graham C" userId="S::bh5884is@go.minnstate.edu::d858373d-d4a5-4d5a-af0d-fcf67a33b3d5" providerId="AD" clId="Web-{8279F685-2ADD-9DCF-970A-73CD3F33BC9E}" dt="2025-03-07T01:49:19.075" v="12" actId="1076"/>
        <pc:sldMkLst>
          <pc:docMk/>
          <pc:sldMk cId="1824116176" sldId="313"/>
        </pc:sldMkLst>
        <pc:spChg chg="mod">
          <ac:chgData name="Wilkins, Graham C" userId="S::bh5884is@go.minnstate.edu::d858373d-d4a5-4d5a-af0d-fcf67a33b3d5" providerId="AD" clId="Web-{8279F685-2ADD-9DCF-970A-73CD3F33BC9E}" dt="2025-03-07T01:49:19.075" v="12" actId="1076"/>
          <ac:spMkLst>
            <pc:docMk/>
            <pc:sldMk cId="1824116176" sldId="313"/>
            <ac:spMk id="1673" creationId="{4999BF22-AC9A-86D6-17AF-B0AF86FC8562}"/>
          </ac:spMkLst>
        </pc:spChg>
      </pc:sldChg>
      <pc:sldChg chg="modSp">
        <pc:chgData name="Wilkins, Graham C" userId="S::bh5884is@go.minnstate.edu::d858373d-d4a5-4d5a-af0d-fcf67a33b3d5" providerId="AD" clId="Web-{8279F685-2ADD-9DCF-970A-73CD3F33BC9E}" dt="2025-03-07T01:47:19.729" v="10" actId="20577"/>
        <pc:sldMkLst>
          <pc:docMk/>
          <pc:sldMk cId="1592350071" sldId="331"/>
        </pc:sldMkLst>
        <pc:graphicFrameChg chg="mod modGraphic">
          <ac:chgData name="Wilkins, Graham C" userId="S::bh5884is@go.minnstate.edu::d858373d-d4a5-4d5a-af0d-fcf67a33b3d5" providerId="AD" clId="Web-{8279F685-2ADD-9DCF-970A-73CD3F33BC9E}" dt="2025-03-07T01:47:19.729" v="10" actId="20577"/>
          <ac:graphicFrameMkLst>
            <pc:docMk/>
            <pc:sldMk cId="1592350071" sldId="331"/>
            <ac:graphicFrameMk id="5" creationId="{A4395016-C77B-B8F3-1A45-0A88BA6F0C09}"/>
          </ac:graphicFrameMkLst>
        </pc:graphicFrameChg>
      </pc:sldChg>
    </pc:docChg>
  </pc:docChgLst>
  <pc:docChgLst>
    <pc:chgData name="Wilkins, Graham C" userId="d858373d-d4a5-4d5a-af0d-fcf67a33b3d5" providerId="ADAL" clId="{6DEF81C1-A9B4-44A8-AB83-35A3C71A9A93}"/>
    <pc:docChg chg="undo custSel addSld delSld modSld sldOrd delMainMaster">
      <pc:chgData name="Wilkins, Graham C" userId="d858373d-d4a5-4d5a-af0d-fcf67a33b3d5" providerId="ADAL" clId="{6DEF81C1-A9B4-44A8-AB83-35A3C71A9A93}" dt="2025-02-03T18:42:26.552" v="1053" actId="1076"/>
      <pc:docMkLst>
        <pc:docMk/>
      </pc:docMkLst>
      <pc:sldChg chg="modSp mod">
        <pc:chgData name="Wilkins, Graham C" userId="d858373d-d4a5-4d5a-af0d-fcf67a33b3d5" providerId="ADAL" clId="{6DEF81C1-A9B4-44A8-AB83-35A3C71A9A93}" dt="2025-02-03T17:57:36.590" v="469" actId="2711"/>
        <pc:sldMkLst>
          <pc:docMk/>
          <pc:sldMk cId="0" sldId="256"/>
        </pc:sldMkLst>
        <pc:spChg chg="mod">
          <ac:chgData name="Wilkins, Graham C" userId="d858373d-d4a5-4d5a-af0d-fcf67a33b3d5" providerId="ADAL" clId="{6DEF81C1-A9B4-44A8-AB83-35A3C71A9A93}" dt="2025-02-03T17:57:36.590" v="469" actId="2711"/>
          <ac:spMkLst>
            <pc:docMk/>
            <pc:sldMk cId="0" sldId="256"/>
            <ac:spMk id="2" creationId="{3A9715BF-A827-6575-5ACF-896F80FB6F6F}"/>
          </ac:spMkLst>
        </pc:spChg>
        <pc:spChg chg="mod">
          <ac:chgData name="Wilkins, Graham C" userId="d858373d-d4a5-4d5a-af0d-fcf67a33b3d5" providerId="ADAL" clId="{6DEF81C1-A9B4-44A8-AB83-35A3C71A9A93}" dt="2025-02-03T17:57:30.654" v="468" actId="2711"/>
          <ac:spMkLst>
            <pc:docMk/>
            <pc:sldMk cId="0" sldId="256"/>
            <ac:spMk id="1432" creationId="{00000000-0000-0000-0000-000000000000}"/>
          </ac:spMkLst>
        </pc:spChg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57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58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59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0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1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2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3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4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5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6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7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8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69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0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1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2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3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5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6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7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8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79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0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1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2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3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4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5"/>
        </pc:sldMkLst>
      </pc:sldChg>
      <pc:sldChg chg="delSp del mod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6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7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8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89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0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1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2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3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4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5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6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7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8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299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0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1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2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3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4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5"/>
        </pc:sldMkLst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0" sldId="306"/>
        </pc:sldMkLst>
      </pc:sldChg>
      <pc:sldChg chg="modSp mod">
        <pc:chgData name="Wilkins, Graham C" userId="d858373d-d4a5-4d5a-af0d-fcf67a33b3d5" providerId="ADAL" clId="{6DEF81C1-A9B4-44A8-AB83-35A3C71A9A93}" dt="2025-02-03T17:57:46.526" v="470" actId="2711"/>
        <pc:sldMkLst>
          <pc:docMk/>
          <pc:sldMk cId="2564729603" sldId="307"/>
        </pc:sldMkLst>
        <pc:spChg chg="mod">
          <ac:chgData name="Wilkins, Graham C" userId="d858373d-d4a5-4d5a-af0d-fcf67a33b3d5" providerId="ADAL" clId="{6DEF81C1-A9B4-44A8-AB83-35A3C71A9A93}" dt="2025-02-03T17:57:46.526" v="470" actId="2711"/>
          <ac:spMkLst>
            <pc:docMk/>
            <pc:sldMk cId="2564729603" sldId="307"/>
            <ac:spMk id="2" creationId="{5D9E6802-8C6D-7B5F-A0AB-028D30E6EE75}"/>
          </ac:spMkLst>
        </pc:spChg>
        <pc:spChg chg="mod">
          <ac:chgData name="Wilkins, Graham C" userId="d858373d-d4a5-4d5a-af0d-fcf67a33b3d5" providerId="ADAL" clId="{6DEF81C1-A9B4-44A8-AB83-35A3C71A9A93}" dt="2025-02-03T17:51:31.629" v="383" actId="2711"/>
          <ac:spMkLst>
            <pc:docMk/>
            <pc:sldMk cId="2564729603" sldId="307"/>
            <ac:spMk id="7" creationId="{87BCB460-37AD-9807-563D-F57D278F35FD}"/>
          </ac:spMkLst>
        </pc:spChg>
        <pc:spChg chg="mod">
          <ac:chgData name="Wilkins, Graham C" userId="d858373d-d4a5-4d5a-af0d-fcf67a33b3d5" providerId="ADAL" clId="{6DEF81C1-A9B4-44A8-AB83-35A3C71A9A93}" dt="2025-02-03T17:51:40.724" v="385" actId="2711"/>
          <ac:spMkLst>
            <pc:docMk/>
            <pc:sldMk cId="2564729603" sldId="307"/>
            <ac:spMk id="8" creationId="{E449EDCC-3A37-1673-5C5A-6E082582DABF}"/>
          </ac:spMkLst>
        </pc:spChg>
        <pc:spChg chg="mod">
          <ac:chgData name="Wilkins, Graham C" userId="d858373d-d4a5-4d5a-af0d-fcf67a33b3d5" providerId="ADAL" clId="{6DEF81C1-A9B4-44A8-AB83-35A3C71A9A93}" dt="2025-02-03T17:51:35.623" v="384" actId="2711"/>
          <ac:spMkLst>
            <pc:docMk/>
            <pc:sldMk cId="2564729603" sldId="307"/>
            <ac:spMk id="9" creationId="{61FB3AE3-8609-0FA2-98F6-FF94292BB4B2}"/>
          </ac:spMkLst>
        </pc:spChg>
        <pc:spChg chg="mod">
          <ac:chgData name="Wilkins, Graham C" userId="d858373d-d4a5-4d5a-af0d-fcf67a33b3d5" providerId="ADAL" clId="{6DEF81C1-A9B4-44A8-AB83-35A3C71A9A93}" dt="2025-02-03T17:51:45.731" v="386" actId="2711"/>
          <ac:spMkLst>
            <pc:docMk/>
            <pc:sldMk cId="2564729603" sldId="307"/>
            <ac:spMk id="10" creationId="{7F15CDD5-B195-A148-0157-8A440110C8A0}"/>
          </ac:spMkLst>
        </pc:spChg>
        <pc:spChg chg="mod">
          <ac:chgData name="Wilkins, Graham C" userId="d858373d-d4a5-4d5a-af0d-fcf67a33b3d5" providerId="ADAL" clId="{6DEF81C1-A9B4-44A8-AB83-35A3C71A9A93}" dt="2025-02-03T17:51:51.989" v="387" actId="2711"/>
          <ac:spMkLst>
            <pc:docMk/>
            <pc:sldMk cId="2564729603" sldId="307"/>
            <ac:spMk id="14" creationId="{8E231A91-A52F-BB17-045F-1B9D6895B9AF}"/>
          </ac:spMkLst>
        </pc:spChg>
      </pc:sldChg>
      <pc:sldChg chg="modSp mod">
        <pc:chgData name="Wilkins, Graham C" userId="d858373d-d4a5-4d5a-af0d-fcf67a33b3d5" providerId="ADAL" clId="{6DEF81C1-A9B4-44A8-AB83-35A3C71A9A93}" dt="2025-02-03T17:57:12.258" v="467" actId="2711"/>
        <pc:sldMkLst>
          <pc:docMk/>
          <pc:sldMk cId="1440897289" sldId="308"/>
        </pc:sldMkLst>
        <pc:spChg chg="mod">
          <ac:chgData name="Wilkins, Graham C" userId="d858373d-d4a5-4d5a-af0d-fcf67a33b3d5" providerId="ADAL" clId="{6DEF81C1-A9B4-44A8-AB83-35A3C71A9A93}" dt="2025-02-03T17:56:58.182" v="464" actId="2711"/>
          <ac:spMkLst>
            <pc:docMk/>
            <pc:sldMk cId="1440897289" sldId="308"/>
            <ac:spMk id="11" creationId="{C038A7A8-25E1-2B64-8F34-B6940DCB8612}"/>
          </ac:spMkLst>
        </pc:spChg>
        <pc:spChg chg="mod">
          <ac:chgData name="Wilkins, Graham C" userId="d858373d-d4a5-4d5a-af0d-fcf67a33b3d5" providerId="ADAL" clId="{6DEF81C1-A9B4-44A8-AB83-35A3C71A9A93}" dt="2025-02-03T17:57:12.258" v="467" actId="2711"/>
          <ac:spMkLst>
            <pc:docMk/>
            <pc:sldMk cId="1440897289" sldId="308"/>
            <ac:spMk id="13" creationId="{7C1621C2-DEEE-BB57-318F-5B451B9E0418}"/>
          </ac:spMkLst>
        </pc:spChg>
        <pc:spChg chg="mod">
          <ac:chgData name="Wilkins, Graham C" userId="d858373d-d4a5-4d5a-af0d-fcf67a33b3d5" providerId="ADAL" clId="{6DEF81C1-A9B4-44A8-AB83-35A3C71A9A93}" dt="2025-02-03T17:56:45.035" v="460" actId="2711"/>
          <ac:spMkLst>
            <pc:docMk/>
            <pc:sldMk cId="1440897289" sldId="308"/>
            <ac:spMk id="1467" creationId="{FC34BA9F-2DA3-0664-1E75-7FDB6955B6D7}"/>
          </ac:spMkLst>
        </pc:spChg>
        <pc:spChg chg="mod">
          <ac:chgData name="Wilkins, Graham C" userId="d858373d-d4a5-4d5a-af0d-fcf67a33b3d5" providerId="ADAL" clId="{6DEF81C1-A9B4-44A8-AB83-35A3C71A9A93}" dt="2025-02-03T17:56:40.116" v="459" actId="2711"/>
          <ac:spMkLst>
            <pc:docMk/>
            <pc:sldMk cId="1440897289" sldId="308"/>
            <ac:spMk id="1468" creationId="{EA80D30B-6887-10E9-431F-0759242F1E42}"/>
          </ac:spMkLst>
        </pc:spChg>
        <pc:spChg chg="mod">
          <ac:chgData name="Wilkins, Graham C" userId="d858373d-d4a5-4d5a-af0d-fcf67a33b3d5" providerId="ADAL" clId="{6DEF81C1-A9B4-44A8-AB83-35A3C71A9A93}" dt="2025-02-03T17:56:48.609" v="461" actId="2711"/>
          <ac:spMkLst>
            <pc:docMk/>
            <pc:sldMk cId="1440897289" sldId="308"/>
            <ac:spMk id="1477" creationId="{F0BC8C6F-A00A-3758-FF04-595243F4337C}"/>
          </ac:spMkLst>
        </pc:spChg>
        <pc:spChg chg="mod">
          <ac:chgData name="Wilkins, Graham C" userId="d858373d-d4a5-4d5a-af0d-fcf67a33b3d5" providerId="ADAL" clId="{6DEF81C1-A9B4-44A8-AB83-35A3C71A9A93}" dt="2025-02-03T17:57:02.986" v="465" actId="2711"/>
          <ac:spMkLst>
            <pc:docMk/>
            <pc:sldMk cId="1440897289" sldId="308"/>
            <ac:spMk id="1478" creationId="{C502F589-DE05-31AC-0C10-847C25920FFE}"/>
          </ac:spMkLst>
        </pc:spChg>
        <pc:spChg chg="mod">
          <ac:chgData name="Wilkins, Graham C" userId="d858373d-d4a5-4d5a-af0d-fcf67a33b3d5" providerId="ADAL" clId="{6DEF81C1-A9B4-44A8-AB83-35A3C71A9A93}" dt="2025-02-03T17:57:08.192" v="466" actId="2711"/>
          <ac:spMkLst>
            <pc:docMk/>
            <pc:sldMk cId="1440897289" sldId="308"/>
            <ac:spMk id="1479" creationId="{335A3512-5FCD-6AA5-9A10-38683008FFD9}"/>
          </ac:spMkLst>
        </pc:spChg>
      </pc:sldChg>
      <pc:sldChg chg="addSp delSp modSp mod">
        <pc:chgData name="Wilkins, Graham C" userId="d858373d-d4a5-4d5a-af0d-fcf67a33b3d5" providerId="ADAL" clId="{6DEF81C1-A9B4-44A8-AB83-35A3C71A9A93}" dt="2025-02-03T17:52:25.146" v="394" actId="1076"/>
        <pc:sldMkLst>
          <pc:docMk/>
          <pc:sldMk cId="2119876176" sldId="309"/>
        </pc:sldMkLst>
        <pc:spChg chg="mod">
          <ac:chgData name="Wilkins, Graham C" userId="d858373d-d4a5-4d5a-af0d-fcf67a33b3d5" providerId="ADAL" clId="{6DEF81C1-A9B4-44A8-AB83-35A3C71A9A93}" dt="2025-02-03T17:52:25.146" v="394" actId="1076"/>
          <ac:spMkLst>
            <pc:docMk/>
            <pc:sldMk cId="2119876176" sldId="309"/>
            <ac:spMk id="2" creationId="{73C21C1C-8F03-BCD2-D7B0-1F48EF37A510}"/>
          </ac:spMkLst>
        </pc:spChg>
        <pc:graphicFrameChg chg="add mod modGraphic">
          <ac:chgData name="Wilkins, Graham C" userId="d858373d-d4a5-4d5a-af0d-fcf67a33b3d5" providerId="ADAL" clId="{6DEF81C1-A9B4-44A8-AB83-35A3C71A9A93}" dt="2025-02-03T17:52:08.620" v="389" actId="2711"/>
          <ac:graphicFrameMkLst>
            <pc:docMk/>
            <pc:sldMk cId="2119876176" sldId="309"/>
            <ac:graphicFrameMk id="10" creationId="{EA5113D6-8178-8F68-80DE-1832CCE5B314}"/>
          </ac:graphicFrameMkLst>
        </pc:graphicFrameChg>
      </pc:sldChg>
      <pc:sldChg chg="modSp mod">
        <pc:chgData name="Wilkins, Graham C" userId="d858373d-d4a5-4d5a-af0d-fcf67a33b3d5" providerId="ADAL" clId="{6DEF81C1-A9B4-44A8-AB83-35A3C71A9A93}" dt="2025-02-03T17:51:58.712" v="388" actId="2711"/>
        <pc:sldMkLst>
          <pc:docMk/>
          <pc:sldMk cId="3994434584" sldId="310"/>
        </pc:sldMkLst>
        <pc:spChg chg="mod">
          <ac:chgData name="Wilkins, Graham C" userId="d858373d-d4a5-4d5a-af0d-fcf67a33b3d5" providerId="ADAL" clId="{6DEF81C1-A9B4-44A8-AB83-35A3C71A9A93}" dt="2025-02-03T17:51:58.712" v="388" actId="2711"/>
          <ac:spMkLst>
            <pc:docMk/>
            <pc:sldMk cId="3994434584" sldId="310"/>
            <ac:spMk id="2" creationId="{F48EA326-6C4B-F463-561C-132DFCA43064}"/>
          </ac:spMkLst>
        </pc:spChg>
        <pc:spChg chg="mod">
          <ac:chgData name="Wilkins, Graham C" userId="d858373d-d4a5-4d5a-af0d-fcf67a33b3d5" providerId="ADAL" clId="{6DEF81C1-A9B4-44A8-AB83-35A3C71A9A93}" dt="2025-02-03T17:51:08.786" v="381" actId="2711"/>
          <ac:spMkLst>
            <pc:docMk/>
            <pc:sldMk cId="3994434584" sldId="310"/>
            <ac:spMk id="6" creationId="{CEC03BCA-71FB-26C8-AC31-B99D17FBC3E0}"/>
          </ac:spMkLst>
        </pc:spChg>
        <pc:spChg chg="mod">
          <ac:chgData name="Wilkins, Graham C" userId="d858373d-d4a5-4d5a-af0d-fcf67a33b3d5" providerId="ADAL" clId="{6DEF81C1-A9B4-44A8-AB83-35A3C71A9A93}" dt="2025-02-03T17:51:14.119" v="382" actId="2711"/>
          <ac:spMkLst>
            <pc:docMk/>
            <pc:sldMk cId="3994434584" sldId="310"/>
            <ac:spMk id="9" creationId="{126628F7-604C-1C0E-C768-820CBC20B115}"/>
          </ac:spMkLst>
        </pc:spChg>
      </pc:sldChg>
      <pc:sldChg chg="addSp delSp modSp mod">
        <pc:chgData name="Wilkins, Graham C" userId="d858373d-d4a5-4d5a-af0d-fcf67a33b3d5" providerId="ADAL" clId="{6DEF81C1-A9B4-44A8-AB83-35A3C71A9A93}" dt="2025-02-03T17:52:52.671" v="399" actId="2711"/>
        <pc:sldMkLst>
          <pc:docMk/>
          <pc:sldMk cId="3409281103" sldId="311"/>
        </pc:sldMkLst>
        <pc:spChg chg="mod">
          <ac:chgData name="Wilkins, Graham C" userId="d858373d-d4a5-4d5a-af0d-fcf67a33b3d5" providerId="ADAL" clId="{6DEF81C1-A9B4-44A8-AB83-35A3C71A9A93}" dt="2025-02-03T17:52:36.653" v="395" actId="2711"/>
          <ac:spMkLst>
            <pc:docMk/>
            <pc:sldMk cId="3409281103" sldId="311"/>
            <ac:spMk id="2" creationId="{10258CDE-2E6B-7D33-8917-F582432C6CE0}"/>
          </ac:spMkLst>
        </pc:spChg>
        <pc:graphicFrameChg chg="add mod modGraphic">
          <ac:chgData name="Wilkins, Graham C" userId="d858373d-d4a5-4d5a-af0d-fcf67a33b3d5" providerId="ADAL" clId="{6DEF81C1-A9B4-44A8-AB83-35A3C71A9A93}" dt="2025-02-03T17:52:52.671" v="399" actId="2711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  <pc:sldChg chg="addSp delSp modSp mod">
        <pc:chgData name="Wilkins, Graham C" userId="d858373d-d4a5-4d5a-af0d-fcf67a33b3d5" providerId="ADAL" clId="{6DEF81C1-A9B4-44A8-AB83-35A3C71A9A93}" dt="2025-02-03T17:49:22.301" v="368" actId="1076"/>
        <pc:sldMkLst>
          <pc:docMk/>
          <pc:sldMk cId="2123213135" sldId="312"/>
        </pc:sldMkLst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3" creationId="{DD116703-6E0E-58CF-0DA3-49D4B18D223E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4" creationId="{CF61EFFA-6946-CB89-2445-61433826D649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5" creationId="{E07DB602-DA3F-1E3B-D57F-B2C52D0EECA6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6" creationId="{3998C165-2855-C0B6-BA4B-46271040B2A2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7" creationId="{5F9EA7E5-B21A-EA89-4667-07592596DE8A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8" creationId="{1F56396F-861F-211D-0924-D2371743457F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9" creationId="{A1541E9B-2586-0875-55DE-91EF9FAF52F8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10" creationId="{2496E514-3D67-B6BE-F486-1CB0A48D5EB0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13" creationId="{5DCE642D-DB86-ABEC-9EB2-1D9132144F6C}"/>
          </ac:spMkLst>
        </pc:spChg>
        <pc:spChg chg="mod">
          <ac:chgData name="Wilkins, Graham C" userId="d858373d-d4a5-4d5a-af0d-fcf67a33b3d5" providerId="ADAL" clId="{6DEF81C1-A9B4-44A8-AB83-35A3C71A9A93}" dt="2025-01-31T15:39:07.952" v="2"/>
          <ac:spMkLst>
            <pc:docMk/>
            <pc:sldMk cId="2123213135" sldId="312"/>
            <ac:spMk id="14" creationId="{62F7D778-F45D-5FFD-D04C-12BA2805B9D7}"/>
          </ac:spMkLst>
        </pc:spChg>
        <pc:spChg chg="add mod">
          <ac:chgData name="Wilkins, Graham C" userId="d858373d-d4a5-4d5a-af0d-fcf67a33b3d5" providerId="ADAL" clId="{6DEF81C1-A9B4-44A8-AB83-35A3C71A9A93}" dt="2025-01-31T15:49:10.448" v="59" actId="1076"/>
          <ac:spMkLst>
            <pc:docMk/>
            <pc:sldMk cId="2123213135" sldId="312"/>
            <ac:spMk id="21" creationId="{25E489D1-2840-9B75-CF63-9A6E5E820A0A}"/>
          </ac:spMkLst>
        </pc:spChg>
        <pc:spChg chg="add mod">
          <ac:chgData name="Wilkins, Graham C" userId="d858373d-d4a5-4d5a-af0d-fcf67a33b3d5" providerId="ADAL" clId="{6DEF81C1-A9B4-44A8-AB83-35A3C71A9A93}" dt="2025-01-31T15:49:00.456" v="54" actId="1076"/>
          <ac:spMkLst>
            <pc:docMk/>
            <pc:sldMk cId="2123213135" sldId="312"/>
            <ac:spMk id="22" creationId="{4A0CF9B1-1860-2B11-3BF0-C9D0C124C221}"/>
          </ac:spMkLst>
        </pc:spChg>
        <pc:spChg chg="mod">
          <ac:chgData name="Wilkins, Graham C" userId="d858373d-d4a5-4d5a-af0d-fcf67a33b3d5" providerId="ADAL" clId="{6DEF81C1-A9B4-44A8-AB83-35A3C71A9A93}" dt="2025-02-03T17:48:53.279" v="362" actId="2711"/>
          <ac:spMkLst>
            <pc:docMk/>
            <pc:sldMk cId="2123213135" sldId="312"/>
            <ac:spMk id="1667" creationId="{87C68F6E-66ED-284D-771C-ADE14344C61C}"/>
          </ac:spMkLst>
        </pc:spChg>
        <pc:spChg chg="mod">
          <ac:chgData name="Wilkins, Graham C" userId="d858373d-d4a5-4d5a-af0d-fcf67a33b3d5" providerId="ADAL" clId="{6DEF81C1-A9B4-44A8-AB83-35A3C71A9A93}" dt="2025-02-03T17:49:07.589" v="365" actId="2711"/>
          <ac:spMkLst>
            <pc:docMk/>
            <pc:sldMk cId="2123213135" sldId="312"/>
            <ac:spMk id="1668" creationId="{D61ECD0E-B694-130F-A79C-2DEB1D523C07}"/>
          </ac:spMkLst>
        </pc:spChg>
        <pc:spChg chg="mod">
          <ac:chgData name="Wilkins, Graham C" userId="d858373d-d4a5-4d5a-af0d-fcf67a33b3d5" providerId="ADAL" clId="{6DEF81C1-A9B4-44A8-AB83-35A3C71A9A93}" dt="2025-01-31T15:48:42.982" v="47" actId="1076"/>
          <ac:spMkLst>
            <pc:docMk/>
            <pc:sldMk cId="2123213135" sldId="312"/>
            <ac:spMk id="1669" creationId="{F6A6C265-E7BC-3D5A-327F-14CE30E0F4A8}"/>
          </ac:spMkLst>
        </pc:spChg>
        <pc:spChg chg="mod">
          <ac:chgData name="Wilkins, Graham C" userId="d858373d-d4a5-4d5a-af0d-fcf67a33b3d5" providerId="ADAL" clId="{6DEF81C1-A9B4-44A8-AB83-35A3C71A9A93}" dt="2025-01-31T15:48:42.982" v="47" actId="1076"/>
          <ac:spMkLst>
            <pc:docMk/>
            <pc:sldMk cId="2123213135" sldId="312"/>
            <ac:spMk id="1670" creationId="{B20D429D-C34E-7A35-70E0-232026974942}"/>
          </ac:spMkLst>
        </pc:spChg>
        <pc:spChg chg="mod">
          <ac:chgData name="Wilkins, Graham C" userId="d858373d-d4a5-4d5a-af0d-fcf67a33b3d5" providerId="ADAL" clId="{6DEF81C1-A9B4-44A8-AB83-35A3C71A9A93}" dt="2025-01-31T15:48:42.982" v="47" actId="1076"/>
          <ac:spMkLst>
            <pc:docMk/>
            <pc:sldMk cId="2123213135" sldId="312"/>
            <ac:spMk id="1671" creationId="{3692D6D4-FA17-4E81-AB65-28E99F04A6B1}"/>
          </ac:spMkLst>
        </pc:spChg>
        <pc:spChg chg="mod">
          <ac:chgData name="Wilkins, Graham C" userId="d858373d-d4a5-4d5a-af0d-fcf67a33b3d5" providerId="ADAL" clId="{6DEF81C1-A9B4-44A8-AB83-35A3C71A9A93}" dt="2025-02-03T17:49:13.292" v="366" actId="14100"/>
          <ac:spMkLst>
            <pc:docMk/>
            <pc:sldMk cId="2123213135" sldId="312"/>
            <ac:spMk id="1672" creationId="{BA98113C-5A1C-C761-0BB0-A0D3F1C84D86}"/>
          </ac:spMkLst>
        </pc:spChg>
        <pc:spChg chg="mod">
          <ac:chgData name="Wilkins, Graham C" userId="d858373d-d4a5-4d5a-af0d-fcf67a33b3d5" providerId="ADAL" clId="{6DEF81C1-A9B4-44A8-AB83-35A3C71A9A93}" dt="2025-02-03T17:49:22.301" v="368" actId="1076"/>
          <ac:spMkLst>
            <pc:docMk/>
            <pc:sldMk cId="2123213135" sldId="312"/>
            <ac:spMk id="1673" creationId="{40BDEA12-2B29-D886-7628-F74A3D810497}"/>
          </ac:spMkLst>
        </pc:spChg>
        <pc:grpChg chg="mod">
          <ac:chgData name="Wilkins, Graham C" userId="d858373d-d4a5-4d5a-af0d-fcf67a33b3d5" providerId="ADAL" clId="{6DEF81C1-A9B4-44A8-AB83-35A3C71A9A93}" dt="2025-01-31T15:48:51.079" v="51" actId="14100"/>
          <ac:grpSpMkLst>
            <pc:docMk/>
            <pc:sldMk cId="2123213135" sldId="312"/>
            <ac:grpSpMk id="2" creationId="{3F0B4FE4-CE55-CB0D-8885-4EAC3B2206E9}"/>
          </ac:grpSpMkLst>
        </pc:grpChg>
      </pc:sldChg>
      <pc:sldChg chg="addSp delSp modSp mod">
        <pc:chgData name="Wilkins, Graham C" userId="d858373d-d4a5-4d5a-af0d-fcf67a33b3d5" providerId="ADAL" clId="{6DEF81C1-A9B4-44A8-AB83-35A3C71A9A93}" dt="2025-02-03T18:35:25.134" v="915" actId="1076"/>
        <pc:sldMkLst>
          <pc:docMk/>
          <pc:sldMk cId="1824116176" sldId="313"/>
        </pc:sldMkLst>
        <pc:spChg chg="add 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2" creationId="{C4E698F1-002E-C964-4515-4FF485F50826}"/>
          </ac:spMkLst>
        </pc:spChg>
        <pc:spChg chg="add 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3" creationId="{78420D03-64AB-CED7-0707-42DE30D3D308}"/>
          </ac:spMkLst>
        </pc:spChg>
        <pc:spChg chg="mod">
          <ac:chgData name="Wilkins, Graham C" userId="d858373d-d4a5-4d5a-af0d-fcf67a33b3d5" providerId="ADAL" clId="{6DEF81C1-A9B4-44A8-AB83-35A3C71A9A93}" dt="2025-01-31T15:46:56.276" v="30"/>
          <ac:spMkLst>
            <pc:docMk/>
            <pc:sldMk cId="1824116176" sldId="313"/>
            <ac:spMk id="5" creationId="{73257B9F-1998-29DB-4E54-289F53B45A82}"/>
          </ac:spMkLst>
        </pc:spChg>
        <pc:spChg chg="mod">
          <ac:chgData name="Wilkins, Graham C" userId="d858373d-d4a5-4d5a-af0d-fcf67a33b3d5" providerId="ADAL" clId="{6DEF81C1-A9B4-44A8-AB83-35A3C71A9A93}" dt="2025-01-31T15:46:56.276" v="30"/>
          <ac:spMkLst>
            <pc:docMk/>
            <pc:sldMk cId="1824116176" sldId="313"/>
            <ac:spMk id="6" creationId="{8FDF615E-683D-0975-078B-F211555CCC03}"/>
          </ac:spMkLst>
        </pc:spChg>
        <pc:spChg chg="mod">
          <ac:chgData name="Wilkins, Graham C" userId="d858373d-d4a5-4d5a-af0d-fcf67a33b3d5" providerId="ADAL" clId="{6DEF81C1-A9B4-44A8-AB83-35A3C71A9A93}" dt="2025-01-31T15:46:56.276" v="30"/>
          <ac:spMkLst>
            <pc:docMk/>
            <pc:sldMk cId="1824116176" sldId="313"/>
            <ac:spMk id="7" creationId="{85BBDCAE-B265-021B-D86D-4BC25E414F70}"/>
          </ac:spMkLst>
        </pc:spChg>
        <pc:spChg chg="mod">
          <ac:chgData name="Wilkins, Graham C" userId="d858373d-d4a5-4d5a-af0d-fcf67a33b3d5" providerId="ADAL" clId="{6DEF81C1-A9B4-44A8-AB83-35A3C71A9A93}" dt="2025-01-31T15:46:56.276" v="30"/>
          <ac:spMkLst>
            <pc:docMk/>
            <pc:sldMk cId="1824116176" sldId="313"/>
            <ac:spMk id="8" creationId="{4C0C347E-E4A6-8DD6-B0C4-7B80364E4676}"/>
          </ac:spMkLst>
        </pc:spChg>
        <pc:spChg chg="add mod">
          <ac:chgData name="Wilkins, Graham C" userId="d858373d-d4a5-4d5a-af0d-fcf67a33b3d5" providerId="ADAL" clId="{6DEF81C1-A9B4-44A8-AB83-35A3C71A9A93}" dt="2025-02-03T18:33:58.687" v="779" actId="1076"/>
          <ac:spMkLst>
            <pc:docMk/>
            <pc:sldMk cId="1824116176" sldId="313"/>
            <ac:spMk id="11" creationId="{B6E0B65E-7E1B-E1A7-CAA4-7D516F8BD05A}"/>
          </ac:spMkLst>
        </pc:spChg>
        <pc:spChg chg="add 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12" creationId="{8BA2C8D1-5AC0-A689-974C-FD2000872F0F}"/>
          </ac:spMkLst>
        </pc:spChg>
        <pc:spChg chg="mod">
          <ac:chgData name="Wilkins, Graham C" userId="d858373d-d4a5-4d5a-af0d-fcf67a33b3d5" providerId="ADAL" clId="{6DEF81C1-A9B4-44A8-AB83-35A3C71A9A93}" dt="2025-02-03T18:30:05.908" v="699" actId="20577"/>
          <ac:spMkLst>
            <pc:docMk/>
            <pc:sldMk cId="1824116176" sldId="313"/>
            <ac:spMk id="1667" creationId="{FDE4611A-455F-CF2A-A00A-7E905456D75D}"/>
          </ac:spMkLst>
        </pc:spChg>
        <pc:spChg chg="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1669" creationId="{A503C427-68DA-2AFE-7D4A-3DF707C562D4}"/>
          </ac:spMkLst>
        </pc:spChg>
        <pc:spChg chg="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1670" creationId="{A9C744DC-707A-FE41-7211-1175D87E8D9D}"/>
          </ac:spMkLst>
        </pc:spChg>
        <pc:spChg chg="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1672" creationId="{FF877291-1DA8-44B0-9327-7003D85F83F1}"/>
          </ac:spMkLst>
        </pc:spChg>
        <pc:spChg chg="mod">
          <ac:chgData name="Wilkins, Graham C" userId="d858373d-d4a5-4d5a-af0d-fcf67a33b3d5" providerId="ADAL" clId="{6DEF81C1-A9B4-44A8-AB83-35A3C71A9A93}" dt="2025-02-03T18:35:25.134" v="915" actId="1076"/>
          <ac:spMkLst>
            <pc:docMk/>
            <pc:sldMk cId="1824116176" sldId="313"/>
            <ac:spMk id="1673" creationId="{4999BF22-AC9A-86D6-17AF-B0AF86FC8562}"/>
          </ac:spMkLst>
        </pc:spChg>
        <pc:grpChg chg="add mod">
          <ac:chgData name="Wilkins, Graham C" userId="d858373d-d4a5-4d5a-af0d-fcf67a33b3d5" providerId="ADAL" clId="{6DEF81C1-A9B4-44A8-AB83-35A3C71A9A93}" dt="2025-02-03T18:35:25.134" v="915" actId="1076"/>
          <ac:grpSpMkLst>
            <pc:docMk/>
            <pc:sldMk cId="1824116176" sldId="313"/>
            <ac:grpSpMk id="4" creationId="{06F37433-2DF8-EF4B-E9E6-FF39BA1A15FC}"/>
          </ac:grpSpMkLst>
        </pc:grpChg>
      </pc:sldChg>
      <pc:sldChg chg="modSp mod">
        <pc:chgData name="Wilkins, Graham C" userId="d858373d-d4a5-4d5a-af0d-fcf67a33b3d5" providerId="ADAL" clId="{6DEF81C1-A9B4-44A8-AB83-35A3C71A9A93}" dt="2025-02-03T17:49:48.406" v="373" actId="2711"/>
        <pc:sldMkLst>
          <pc:docMk/>
          <pc:sldMk cId="790410564" sldId="314"/>
        </pc:sldMkLst>
        <pc:spChg chg="mod">
          <ac:chgData name="Wilkins, Graham C" userId="d858373d-d4a5-4d5a-af0d-fcf67a33b3d5" providerId="ADAL" clId="{6DEF81C1-A9B4-44A8-AB83-35A3C71A9A93}" dt="2025-02-03T17:49:39.908" v="371" actId="2711"/>
          <ac:spMkLst>
            <pc:docMk/>
            <pc:sldMk cId="790410564" sldId="314"/>
            <ac:spMk id="1635" creationId="{D0CE0145-63C3-08BC-307E-4F0193E415DD}"/>
          </ac:spMkLst>
        </pc:spChg>
        <pc:spChg chg="mod">
          <ac:chgData name="Wilkins, Graham C" userId="d858373d-d4a5-4d5a-af0d-fcf67a33b3d5" providerId="ADAL" clId="{6DEF81C1-A9B4-44A8-AB83-35A3C71A9A93}" dt="2025-02-03T17:49:48.406" v="373" actId="2711"/>
          <ac:spMkLst>
            <pc:docMk/>
            <pc:sldMk cId="790410564" sldId="314"/>
            <ac:spMk id="1638" creationId="{9C3145F6-AE5A-0511-83AF-64CF081909D6}"/>
          </ac:spMkLst>
        </pc:spChg>
        <pc:spChg chg="mod">
          <ac:chgData name="Wilkins, Graham C" userId="d858373d-d4a5-4d5a-af0d-fcf67a33b3d5" providerId="ADAL" clId="{6DEF81C1-A9B4-44A8-AB83-35A3C71A9A93}" dt="2025-02-03T17:49:43.964" v="372" actId="2711"/>
          <ac:spMkLst>
            <pc:docMk/>
            <pc:sldMk cId="790410564" sldId="314"/>
            <ac:spMk id="1639" creationId="{099301B5-03DB-E658-130A-8A5C4C7154FF}"/>
          </ac:spMkLst>
        </pc:spChg>
      </pc:sldChg>
      <pc:sldChg chg="modSp mod">
        <pc:chgData name="Wilkins, Graham C" userId="d858373d-d4a5-4d5a-af0d-fcf67a33b3d5" providerId="ADAL" clId="{6DEF81C1-A9B4-44A8-AB83-35A3C71A9A93}" dt="2025-02-03T17:49:53.749" v="374" actId="2711"/>
        <pc:sldMkLst>
          <pc:docMk/>
          <pc:sldMk cId="3141694954" sldId="315"/>
        </pc:sldMkLst>
        <pc:spChg chg="mod">
          <ac:chgData name="Wilkins, Graham C" userId="d858373d-d4a5-4d5a-af0d-fcf67a33b3d5" providerId="ADAL" clId="{6DEF81C1-A9B4-44A8-AB83-35A3C71A9A93}" dt="2025-02-03T17:49:53.749" v="374" actId="2711"/>
          <ac:spMkLst>
            <pc:docMk/>
            <pc:sldMk cId="3141694954" sldId="315"/>
            <ac:spMk id="1950" creationId="{354CA9BC-0C3D-E693-2BBD-E7B42BD84A8B}"/>
          </ac:spMkLst>
        </pc:spChg>
      </pc:sldChg>
      <pc:sldChg chg="modSp mod">
        <pc:chgData name="Wilkins, Graham C" userId="d858373d-d4a5-4d5a-af0d-fcf67a33b3d5" providerId="ADAL" clId="{6DEF81C1-A9B4-44A8-AB83-35A3C71A9A93}" dt="2025-02-03T18:38:54.501" v="1030" actId="14100"/>
        <pc:sldMkLst>
          <pc:docMk/>
          <pc:sldMk cId="623324999" sldId="316"/>
        </pc:sldMkLst>
        <pc:spChg chg="mod">
          <ac:chgData name="Wilkins, Graham C" userId="d858373d-d4a5-4d5a-af0d-fcf67a33b3d5" providerId="ADAL" clId="{6DEF81C1-A9B4-44A8-AB83-35A3C71A9A93}" dt="2025-02-03T18:38:48.589" v="1029" actId="1076"/>
          <ac:spMkLst>
            <pc:docMk/>
            <pc:sldMk cId="623324999" sldId="316"/>
            <ac:spMk id="8" creationId="{372722CD-063C-D188-2DAE-7472B9ADACA0}"/>
          </ac:spMkLst>
        </pc:spChg>
        <pc:spChg chg="mod">
          <ac:chgData name="Wilkins, Graham C" userId="d858373d-d4a5-4d5a-af0d-fcf67a33b3d5" providerId="ADAL" clId="{6DEF81C1-A9B4-44A8-AB83-35A3C71A9A93}" dt="2025-02-03T18:38:54.501" v="1030" actId="14100"/>
          <ac:spMkLst>
            <pc:docMk/>
            <pc:sldMk cId="623324999" sldId="316"/>
            <ac:spMk id="9" creationId="{FAB2300B-5610-1DE7-5E4D-C5EFA0E7C2F7}"/>
          </ac:spMkLst>
        </pc:spChg>
        <pc:spChg chg="mod">
          <ac:chgData name="Wilkins, Graham C" userId="d858373d-d4a5-4d5a-af0d-fcf67a33b3d5" providerId="ADAL" clId="{6DEF81C1-A9B4-44A8-AB83-35A3C71A9A93}" dt="2025-02-03T17:47:57.394" v="354" actId="2711"/>
          <ac:spMkLst>
            <pc:docMk/>
            <pc:sldMk cId="623324999" sldId="316"/>
            <ac:spMk id="1635" creationId="{719F4213-1E4F-C456-5C04-87F21DB37DD0}"/>
          </ac:spMkLst>
        </pc:spChg>
      </pc:sldChg>
      <pc:sldChg chg="modSp mod">
        <pc:chgData name="Wilkins, Graham C" userId="d858373d-d4a5-4d5a-af0d-fcf67a33b3d5" providerId="ADAL" clId="{6DEF81C1-A9B4-44A8-AB83-35A3C71A9A93}" dt="2025-02-03T18:39:36.101" v="1040" actId="20577"/>
        <pc:sldMkLst>
          <pc:docMk/>
          <pc:sldMk cId="2038052492" sldId="317"/>
        </pc:sldMkLst>
        <pc:spChg chg="mod">
          <ac:chgData name="Wilkins, Graham C" userId="d858373d-d4a5-4d5a-af0d-fcf67a33b3d5" providerId="ADAL" clId="{6DEF81C1-A9B4-44A8-AB83-35A3C71A9A93}" dt="2025-02-03T18:39:36.101" v="1040" actId="20577"/>
          <ac:spMkLst>
            <pc:docMk/>
            <pc:sldMk cId="2038052492" sldId="317"/>
            <ac:spMk id="3" creationId="{02FB87B9-FADF-F9E1-A99B-A03212462306}"/>
          </ac:spMkLst>
        </pc:spChg>
        <pc:spChg chg="mod">
          <ac:chgData name="Wilkins, Graham C" userId="d858373d-d4a5-4d5a-af0d-fcf67a33b3d5" providerId="ADAL" clId="{6DEF81C1-A9B4-44A8-AB83-35A3C71A9A93}" dt="2025-02-03T17:48:23.649" v="357" actId="2711"/>
          <ac:spMkLst>
            <pc:docMk/>
            <pc:sldMk cId="2038052492" sldId="317"/>
            <ac:spMk id="1667" creationId="{F0E65492-52DD-DCE6-C765-95051E1CF46E}"/>
          </ac:spMkLst>
        </pc:spChg>
        <pc:spChg chg="mod">
          <ac:chgData name="Wilkins, Graham C" userId="d858373d-d4a5-4d5a-af0d-fcf67a33b3d5" providerId="ADAL" clId="{6DEF81C1-A9B4-44A8-AB83-35A3C71A9A93}" dt="2025-02-03T17:48:39.740" v="360" actId="2711"/>
          <ac:spMkLst>
            <pc:docMk/>
            <pc:sldMk cId="2038052492" sldId="317"/>
            <ac:spMk id="1668" creationId="{ADF86CEC-92A6-1F4C-9CF9-8D0A1C212B32}"/>
          </ac:spMkLst>
        </pc:spChg>
        <pc:spChg chg="mod">
          <ac:chgData name="Wilkins, Graham C" userId="d858373d-d4a5-4d5a-af0d-fcf67a33b3d5" providerId="ADAL" clId="{6DEF81C1-A9B4-44A8-AB83-35A3C71A9A93}" dt="2025-02-03T17:48:27.954" v="358" actId="2711"/>
          <ac:spMkLst>
            <pc:docMk/>
            <pc:sldMk cId="2038052492" sldId="317"/>
            <ac:spMk id="1672" creationId="{E1B77271-3A3C-4578-26F1-7B663EA9F52F}"/>
          </ac:spMkLst>
        </pc:spChg>
        <pc:spChg chg="mod">
          <ac:chgData name="Wilkins, Graham C" userId="d858373d-d4a5-4d5a-af0d-fcf67a33b3d5" providerId="ADAL" clId="{6DEF81C1-A9B4-44A8-AB83-35A3C71A9A93}" dt="2025-02-03T17:48:34.370" v="359" actId="2711"/>
          <ac:spMkLst>
            <pc:docMk/>
            <pc:sldMk cId="2038052492" sldId="317"/>
            <ac:spMk id="1673" creationId="{FBE0BF38-7CC7-73CF-F148-C3CD2318C138}"/>
          </ac:spMkLst>
        </pc:spChg>
      </pc:sldChg>
      <pc:sldChg chg="modSp mod">
        <pc:chgData name="Wilkins, Graham C" userId="d858373d-d4a5-4d5a-af0d-fcf67a33b3d5" providerId="ADAL" clId="{6DEF81C1-A9B4-44A8-AB83-35A3C71A9A93}" dt="2025-02-03T17:48:47.663" v="361" actId="2711"/>
        <pc:sldMkLst>
          <pc:docMk/>
          <pc:sldMk cId="4163894111" sldId="318"/>
        </pc:sldMkLst>
        <pc:spChg chg="mod">
          <ac:chgData name="Wilkins, Graham C" userId="d858373d-d4a5-4d5a-af0d-fcf67a33b3d5" providerId="ADAL" clId="{6DEF81C1-A9B4-44A8-AB83-35A3C71A9A93}" dt="2025-02-03T17:48:47.663" v="361" actId="2711"/>
          <ac:spMkLst>
            <pc:docMk/>
            <pc:sldMk cId="4163894111" sldId="318"/>
            <ac:spMk id="3" creationId="{2AFD5ECC-8290-997B-206E-39F9D0FCD943}"/>
          </ac:spMkLst>
        </pc:spChg>
      </pc:sldChg>
      <pc:sldChg chg="modSp mod">
        <pc:chgData name="Wilkins, Graham C" userId="d858373d-d4a5-4d5a-af0d-fcf67a33b3d5" providerId="ADAL" clId="{6DEF81C1-A9B4-44A8-AB83-35A3C71A9A93}" dt="2025-02-03T17:52:59.186" v="400" actId="2711"/>
        <pc:sldMkLst>
          <pc:docMk/>
          <pc:sldMk cId="3077735570" sldId="320"/>
        </pc:sldMkLst>
        <pc:spChg chg="mod">
          <ac:chgData name="Wilkins, Graham C" userId="d858373d-d4a5-4d5a-af0d-fcf67a33b3d5" providerId="ADAL" clId="{6DEF81C1-A9B4-44A8-AB83-35A3C71A9A93}" dt="2025-02-03T17:52:59.186" v="400" actId="2711"/>
          <ac:spMkLst>
            <pc:docMk/>
            <pc:sldMk cId="3077735570" sldId="320"/>
            <ac:spMk id="2" creationId="{70BFC1C9-B79F-4C9C-EA1B-FC7DAD9BD34B}"/>
          </ac:spMkLst>
        </pc:spChg>
        <pc:graphicFrameChg chg="modGraphic">
          <ac:chgData name="Wilkins, Graham C" userId="d858373d-d4a5-4d5a-af0d-fcf67a33b3d5" providerId="ADAL" clId="{6DEF81C1-A9B4-44A8-AB83-35A3C71A9A93}" dt="2025-02-03T17:50:49.795" v="380" actId="2711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modSp mod">
        <pc:chgData name="Wilkins, Graham C" userId="d858373d-d4a5-4d5a-af0d-fcf67a33b3d5" providerId="ADAL" clId="{6DEF81C1-A9B4-44A8-AB83-35A3C71A9A93}" dt="2025-02-03T17:50:32.587" v="377" actId="2711"/>
        <pc:sldMkLst>
          <pc:docMk/>
          <pc:sldMk cId="3375608379" sldId="321"/>
        </pc:sldMkLst>
        <pc:spChg chg="mod">
          <ac:chgData name="Wilkins, Graham C" userId="d858373d-d4a5-4d5a-af0d-fcf67a33b3d5" providerId="ADAL" clId="{6DEF81C1-A9B4-44A8-AB83-35A3C71A9A93}" dt="2025-02-03T17:50:08.561" v="375" actId="2711"/>
          <ac:spMkLst>
            <pc:docMk/>
            <pc:sldMk cId="3375608379" sldId="321"/>
            <ac:spMk id="2" creationId="{E21DE249-91F6-96C4-455D-1938EE835A57}"/>
          </ac:spMkLst>
        </pc:spChg>
        <pc:graphicFrameChg chg="modGraphic">
          <ac:chgData name="Wilkins, Graham C" userId="d858373d-d4a5-4d5a-af0d-fcf67a33b3d5" providerId="ADAL" clId="{6DEF81C1-A9B4-44A8-AB83-35A3C71A9A93}" dt="2025-02-03T17:50:32.587" v="377" actId="2711"/>
          <ac:graphicFrameMkLst>
            <pc:docMk/>
            <pc:sldMk cId="3375608379" sldId="321"/>
            <ac:graphicFrameMk id="5" creationId="{482AEDCC-E3F8-E7EC-2B87-3F4003BCFD4B}"/>
          </ac:graphicFrameMkLst>
        </pc:graphicFrameChg>
        <pc:graphicFrameChg chg="modGraphic">
          <ac:chgData name="Wilkins, Graham C" userId="d858373d-d4a5-4d5a-af0d-fcf67a33b3d5" providerId="ADAL" clId="{6DEF81C1-A9B4-44A8-AB83-35A3C71A9A93}" dt="2025-02-03T17:50:16.621" v="376" actId="2711"/>
          <ac:graphicFrameMkLst>
            <pc:docMk/>
            <pc:sldMk cId="3375608379" sldId="321"/>
            <ac:graphicFrameMk id="7" creationId="{52D7635B-451E-2286-5D9B-6179E209F5A6}"/>
          </ac:graphicFrameMkLst>
        </pc:graphicFrameChg>
      </pc:sldChg>
      <pc:sldChg chg="modSp mod ord">
        <pc:chgData name="Wilkins, Graham C" userId="d858373d-d4a5-4d5a-af0d-fcf67a33b3d5" providerId="ADAL" clId="{6DEF81C1-A9B4-44A8-AB83-35A3C71A9A93}" dt="2025-02-03T18:32:10.987" v="773"/>
        <pc:sldMkLst>
          <pc:docMk/>
          <pc:sldMk cId="3893279982" sldId="322"/>
        </pc:sldMkLst>
        <pc:spChg chg="mod">
          <ac:chgData name="Wilkins, Graham C" userId="d858373d-d4a5-4d5a-af0d-fcf67a33b3d5" providerId="ADAL" clId="{6DEF81C1-A9B4-44A8-AB83-35A3C71A9A93}" dt="2025-02-03T17:48:17.794" v="356" actId="2711"/>
          <ac:spMkLst>
            <pc:docMk/>
            <pc:sldMk cId="3893279982" sldId="322"/>
            <ac:spMk id="2" creationId="{76415023-E973-76BA-B8E2-EFD59DA125A2}"/>
          </ac:spMkLst>
        </pc:spChg>
      </pc:sldChg>
      <pc:sldChg chg="addSp delSp modSp mod">
        <pc:chgData name="Wilkins, Graham C" userId="d858373d-d4a5-4d5a-af0d-fcf67a33b3d5" providerId="ADAL" clId="{6DEF81C1-A9B4-44A8-AB83-35A3C71A9A93}" dt="2025-02-03T18:39:16.286" v="1036" actId="14100"/>
        <pc:sldMkLst>
          <pc:docMk/>
          <pc:sldMk cId="414450018" sldId="323"/>
        </pc:sldMkLst>
      </pc:sldChg>
      <pc:sldChg chg="addSp modSp mod">
        <pc:chgData name="Wilkins, Graham C" userId="d858373d-d4a5-4d5a-af0d-fcf67a33b3d5" providerId="ADAL" clId="{6DEF81C1-A9B4-44A8-AB83-35A3C71A9A93}" dt="2025-02-03T18:39:26.587" v="1038" actId="1076"/>
        <pc:sldMkLst>
          <pc:docMk/>
          <pc:sldMk cId="159321284" sldId="324"/>
        </pc:sldMkLst>
        <pc:spChg chg="add mod">
          <ac:chgData name="Wilkins, Graham C" userId="d858373d-d4a5-4d5a-af0d-fcf67a33b3d5" providerId="ADAL" clId="{6DEF81C1-A9B4-44A8-AB83-35A3C71A9A93}" dt="2025-02-03T14:54:24.421" v="148" actId="20577"/>
          <ac:spMkLst>
            <pc:docMk/>
            <pc:sldMk cId="159321284" sldId="324"/>
            <ac:spMk id="3" creationId="{4305F197-D0A1-FBFF-470F-1A52D69E796B}"/>
          </ac:spMkLst>
        </pc:spChg>
      </pc:sldChg>
      <pc:sldChg chg="del">
        <pc:chgData name="Wilkins, Graham C" userId="d858373d-d4a5-4d5a-af0d-fcf67a33b3d5" providerId="ADAL" clId="{6DEF81C1-A9B4-44A8-AB83-35A3C71A9A93}" dt="2025-02-03T18:40:03.095" v="1044" actId="47"/>
        <pc:sldMkLst>
          <pc:docMk/>
          <pc:sldMk cId="3029949649" sldId="325"/>
        </pc:sldMkLst>
      </pc:sldChg>
      <pc:sldChg chg="addSp modSp mod">
        <pc:chgData name="Wilkins, Graham C" userId="d858373d-d4a5-4d5a-af0d-fcf67a33b3d5" providerId="ADAL" clId="{6DEF81C1-A9B4-44A8-AB83-35A3C71A9A93}" dt="2025-02-03T18:42:26.552" v="1053" actId="1076"/>
        <pc:sldMkLst>
          <pc:docMk/>
          <pc:sldMk cId="616591423" sldId="326"/>
        </pc:sldMkLst>
        <pc:spChg chg="mod">
          <ac:chgData name="Wilkins, Graham C" userId="d858373d-d4a5-4d5a-af0d-fcf67a33b3d5" providerId="ADAL" clId="{6DEF81C1-A9B4-44A8-AB83-35A3C71A9A93}" dt="2025-02-03T18:40:19.016" v="1046" actId="2711"/>
          <ac:spMkLst>
            <pc:docMk/>
            <pc:sldMk cId="616591423" sldId="326"/>
            <ac:spMk id="2" creationId="{230BEBA2-AB96-279B-000D-047B32AC2C0D}"/>
          </ac:spMkLst>
        </pc:spChg>
        <pc:picChg chg="mod">
          <ac:chgData name="Wilkins, Graham C" userId="d858373d-d4a5-4d5a-af0d-fcf67a33b3d5" providerId="ADAL" clId="{6DEF81C1-A9B4-44A8-AB83-35A3C71A9A93}" dt="2025-02-03T18:42:25.152" v="1052" actId="1076"/>
          <ac:picMkLst>
            <pc:docMk/>
            <pc:sldMk cId="616591423" sldId="326"/>
            <ac:picMk id="5" creationId="{B8A096DB-E424-6546-817D-7C52C48C3250}"/>
          </ac:picMkLst>
        </pc:picChg>
        <pc:picChg chg="add mod">
          <ac:chgData name="Wilkins, Graham C" userId="d858373d-d4a5-4d5a-af0d-fcf67a33b3d5" providerId="ADAL" clId="{6DEF81C1-A9B4-44A8-AB83-35A3C71A9A93}" dt="2025-02-03T18:42:26.552" v="1053" actId="1076"/>
          <ac:picMkLst>
            <pc:docMk/>
            <pc:sldMk cId="616591423" sldId="326"/>
            <ac:picMk id="1026" creationId="{1394FB22-A963-4F69-D3C0-891A81345DE8}"/>
          </ac:picMkLst>
        </pc:picChg>
      </pc:sldChg>
      <pc:sldChg chg="addSp delSp modSp add del mod">
        <pc:chgData name="Wilkins, Graham C" userId="d858373d-d4a5-4d5a-af0d-fcf67a33b3d5" providerId="ADAL" clId="{6DEF81C1-A9B4-44A8-AB83-35A3C71A9A93}" dt="2025-02-03T18:29:28.809" v="637" actId="47"/>
        <pc:sldMkLst>
          <pc:docMk/>
          <pc:sldMk cId="2632064442" sldId="326"/>
        </pc:sldMkLst>
      </pc:sldChg>
      <pc:sldChg chg="addSp delSp modSp new mod">
        <pc:chgData name="Wilkins, Graham C" userId="d858373d-d4a5-4d5a-af0d-fcf67a33b3d5" providerId="ADAL" clId="{6DEF81C1-A9B4-44A8-AB83-35A3C71A9A93}" dt="2025-02-03T18:40:13.154" v="1045" actId="2711"/>
        <pc:sldMkLst>
          <pc:docMk/>
          <pc:sldMk cId="2047308767" sldId="327"/>
        </pc:sldMkLst>
        <pc:spChg chg="mod">
          <ac:chgData name="Wilkins, Graham C" userId="d858373d-d4a5-4d5a-af0d-fcf67a33b3d5" providerId="ADAL" clId="{6DEF81C1-A9B4-44A8-AB83-35A3C71A9A93}" dt="2025-02-03T18:40:13.154" v="1045" actId="2711"/>
          <ac:spMkLst>
            <pc:docMk/>
            <pc:sldMk cId="2047308767" sldId="327"/>
            <ac:spMk id="3" creationId="{71D4DFF5-1613-04BF-69BA-2823A8A3941C}"/>
          </ac:spMkLst>
        </pc:spChg>
        <pc:spChg chg="add mod">
          <ac:chgData name="Wilkins, Graham C" userId="d858373d-d4a5-4d5a-af0d-fcf67a33b3d5" providerId="ADAL" clId="{6DEF81C1-A9B4-44A8-AB83-35A3C71A9A93}" dt="2025-02-03T18:39:47.324" v="1043" actId="20577"/>
          <ac:spMkLst>
            <pc:docMk/>
            <pc:sldMk cId="2047308767" sldId="327"/>
            <ac:spMk id="8" creationId="{62E36AEB-90A5-F786-7411-39D1DE660CC9}"/>
          </ac:spMkLst>
        </pc:spChg>
        <pc:picChg chg="add mod">
          <ac:chgData name="Wilkins, Graham C" userId="d858373d-d4a5-4d5a-af0d-fcf67a33b3d5" providerId="ADAL" clId="{6DEF81C1-A9B4-44A8-AB83-35A3C71A9A93}" dt="2025-02-03T18:38:02.331" v="1024" actId="1076"/>
          <ac:picMkLst>
            <pc:docMk/>
            <pc:sldMk cId="2047308767" sldId="327"/>
            <ac:picMk id="7" creationId="{60D14F69-5C4E-1EF2-2B44-2AB4B3C8FBFB}"/>
          </ac:picMkLst>
        </pc:picChg>
      </pc:sldChg>
      <pc:sldMasterChg chg="delSldLayout">
        <pc:chgData name="Wilkins, Graham C" userId="d858373d-d4a5-4d5a-af0d-fcf67a33b3d5" providerId="ADAL" clId="{6DEF81C1-A9B4-44A8-AB83-35A3C71A9A93}" dt="2025-02-03T18:40:03.095" v="1044" actId="47"/>
        <pc:sldMasterMkLst>
          <pc:docMk/>
          <pc:sldMasterMk cId="0" sldId="2147483680"/>
        </pc:sldMasterMkLst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49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50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55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56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57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0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2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3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4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5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6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7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8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69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71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73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74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0"/>
            <pc:sldLayoutMk cId="0" sldId="2147483675"/>
          </pc:sldLayoutMkLst>
        </pc:sldLayoutChg>
      </pc:sldMasterChg>
      <pc:sldMasterChg chg="del delSldLayout">
        <pc:chgData name="Wilkins, Graham C" userId="d858373d-d4a5-4d5a-af0d-fcf67a33b3d5" providerId="ADAL" clId="{6DEF81C1-A9B4-44A8-AB83-35A3C71A9A93}" dt="2025-02-03T18:40:03.095" v="1044" actId="47"/>
        <pc:sldMasterMkLst>
          <pc:docMk/>
          <pc:sldMasterMk cId="0" sldId="2147483681"/>
        </pc:sldMasterMkLst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1"/>
            <pc:sldLayoutMk cId="0" sldId="2147483678"/>
          </pc:sldLayoutMkLst>
        </pc:sldLayoutChg>
        <pc:sldLayoutChg chg="del">
          <pc:chgData name="Wilkins, Graham C" userId="d858373d-d4a5-4d5a-af0d-fcf67a33b3d5" providerId="ADAL" clId="{6DEF81C1-A9B4-44A8-AB83-35A3C71A9A93}" dt="2025-02-03T18:40:03.095" v="1044" actId="47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  <pc:docChgLst>
    <pc:chgData name="Srinivasa Reddy, Shashank reddy" userId="S::qn1833ep@go.minnstate.edu::5f8d5532-cbd8-40c0-aa18-97830f20e260" providerId="AD" clId="Web-{E6B8E435-39DD-C6E0-AA7F-15FA2E447629}"/>
    <pc:docChg chg="mod addSld delSld modSld sldOrd modMainMaster">
      <pc:chgData name="Srinivasa Reddy, Shashank reddy" userId="S::qn1833ep@go.minnstate.edu::5f8d5532-cbd8-40c0-aa18-97830f20e260" providerId="AD" clId="Web-{E6B8E435-39DD-C6E0-AA7F-15FA2E447629}" dt="2025-02-02T21:23:30.733" v="774"/>
      <pc:docMkLst>
        <pc:docMk/>
      </pc:docMkLst>
      <pc:sldChg chg="del">
        <pc:chgData name="Srinivasa Reddy, Shashank reddy" userId="S::qn1833ep@go.minnstate.edu::5f8d5532-cbd8-40c0-aa18-97830f20e260" providerId="AD" clId="Web-{E6B8E435-39DD-C6E0-AA7F-15FA2E447629}" dt="2025-02-02T06:28:16.744" v="447"/>
        <pc:sldMkLst>
          <pc:docMk/>
          <pc:sldMk cId="0" sldId="274"/>
        </pc:sldMkLst>
      </pc:sldChg>
      <pc:sldChg chg="modSp">
        <pc:chgData name="Srinivasa Reddy, Shashank reddy" userId="S::qn1833ep@go.minnstate.edu::5f8d5532-cbd8-40c0-aa18-97830f20e260" providerId="AD" clId="Web-{E6B8E435-39DD-C6E0-AA7F-15FA2E447629}" dt="2025-02-02T21:09:40.275" v="773" actId="20577"/>
        <pc:sldMkLst>
          <pc:docMk/>
          <pc:sldMk cId="2119876176" sldId="309"/>
        </pc:sldMkLst>
      </pc:sldChg>
      <pc:sldChg chg="modSp">
        <pc:chgData name="Srinivasa Reddy, Shashank reddy" userId="S::qn1833ep@go.minnstate.edu::5f8d5532-cbd8-40c0-aa18-97830f20e260" providerId="AD" clId="Web-{E6B8E435-39DD-C6E0-AA7F-15FA2E447629}" dt="2025-02-02T05:50:52.390" v="3" actId="1076"/>
        <pc:sldMkLst>
          <pc:docMk/>
          <pc:sldMk cId="3994434584" sldId="310"/>
        </pc:sldMkLst>
        <pc:spChg chg="mod">
          <ac:chgData name="Srinivasa Reddy, Shashank reddy" userId="S::qn1833ep@go.minnstate.edu::5f8d5532-cbd8-40c0-aa18-97830f20e260" providerId="AD" clId="Web-{E6B8E435-39DD-C6E0-AA7F-15FA2E447629}" dt="2025-02-02T05:50:52.359" v="0" actId="1076"/>
          <ac:spMkLst>
            <pc:docMk/>
            <pc:sldMk cId="3994434584" sldId="310"/>
            <ac:spMk id="3" creationId="{E97A1BDF-6A43-7A49-A782-D0EF44664DC2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5:50:52.374" v="1" actId="1076"/>
          <ac:spMkLst>
            <pc:docMk/>
            <pc:sldMk cId="3994434584" sldId="310"/>
            <ac:spMk id="4" creationId="{D2E05024-B0B0-56B0-F27B-A70FE7C0C367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5:50:52.390" v="3" actId="1076"/>
          <ac:spMkLst>
            <pc:docMk/>
            <pc:sldMk cId="3994434584" sldId="310"/>
            <ac:spMk id="6" creationId="{CEC03BCA-71FB-26C8-AC31-B99D17FBC3E0}"/>
          </ac:spMkLst>
        </pc:spChg>
      </pc:sldChg>
      <pc:sldChg chg="addSp delSp modSp add replId modNotes">
        <pc:chgData name="Srinivasa Reddy, Shashank reddy" userId="S::qn1833ep@go.minnstate.edu::5f8d5532-cbd8-40c0-aa18-97830f20e260" providerId="AD" clId="Web-{E6B8E435-39DD-C6E0-AA7F-15FA2E447629}" dt="2025-02-02T06:53:10.738" v="769" actId="1076"/>
        <pc:sldMkLst>
          <pc:docMk/>
          <pc:sldMk cId="623324999" sldId="316"/>
        </pc:sldMkLst>
        <pc:spChg chg="add mod">
          <ac:chgData name="Srinivasa Reddy, Shashank reddy" userId="S::qn1833ep@go.minnstate.edu::5f8d5532-cbd8-40c0-aa18-97830f20e260" providerId="AD" clId="Web-{E6B8E435-39DD-C6E0-AA7F-15FA2E447629}" dt="2025-02-02T06:14:04.494" v="281" actId="20577"/>
          <ac:spMkLst>
            <pc:docMk/>
            <pc:sldMk cId="623324999" sldId="316"/>
            <ac:spMk id="8" creationId="{372722CD-063C-D188-2DAE-7472B9ADACA0}"/>
          </ac:spMkLst>
        </pc:spChg>
        <pc:spChg chg="add mod">
          <ac:chgData name="Srinivasa Reddy, Shashank reddy" userId="S::qn1833ep@go.minnstate.edu::5f8d5532-cbd8-40c0-aa18-97830f20e260" providerId="AD" clId="Web-{E6B8E435-39DD-C6E0-AA7F-15FA2E447629}" dt="2025-02-02T06:09:51.631" v="173" actId="20577"/>
          <ac:spMkLst>
            <pc:docMk/>
            <pc:sldMk cId="623324999" sldId="316"/>
            <ac:spMk id="10" creationId="{D441A092-12CD-25C6-C3D1-7DFB828D7477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5:59:46.262" v="69" actId="1076"/>
          <ac:spMkLst>
            <pc:docMk/>
            <pc:sldMk cId="623324999" sldId="316"/>
            <ac:spMk id="1635" creationId="{719F4213-1E4F-C456-5C04-87F21DB37DD0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08:08.392" v="155" actId="14100"/>
          <ac:spMkLst>
            <pc:docMk/>
            <pc:sldMk cId="623324999" sldId="316"/>
            <ac:spMk id="1636" creationId="{D9B10087-3793-0D5B-349A-2C9E17F67E68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10:03.709" v="176" actId="20577"/>
          <ac:spMkLst>
            <pc:docMk/>
            <pc:sldMk cId="623324999" sldId="316"/>
            <ac:spMk id="1638" creationId="{EC55D96F-DDB6-F439-9684-5F20423EE58B}"/>
          </ac:spMkLst>
        </pc:spChg>
        <pc:picChg chg="add mod">
          <ac:chgData name="Srinivasa Reddy, Shashank reddy" userId="S::qn1833ep@go.minnstate.edu::5f8d5532-cbd8-40c0-aa18-97830f20e260" providerId="AD" clId="Web-{E6B8E435-39DD-C6E0-AA7F-15FA2E447629}" dt="2025-02-02T06:05:21.092" v="102" actId="1076"/>
          <ac:picMkLst>
            <pc:docMk/>
            <pc:sldMk cId="623324999" sldId="316"/>
            <ac:picMk id="6" creationId="{892CD9D2-0B9E-2103-BCDD-CB46ED7F77F6}"/>
          </ac:picMkLst>
        </pc:picChg>
      </pc:sldChg>
      <pc:sldChg chg="addSp delSp modSp add replId">
        <pc:chgData name="Srinivasa Reddy, Shashank reddy" userId="S::qn1833ep@go.minnstate.edu::5f8d5532-cbd8-40c0-aa18-97830f20e260" providerId="AD" clId="Web-{E6B8E435-39DD-C6E0-AA7F-15FA2E447629}" dt="2025-02-02T06:53:20.910" v="770"/>
        <pc:sldMkLst>
          <pc:docMk/>
          <pc:sldMk cId="2038052492" sldId="317"/>
        </pc:sldMkLst>
        <pc:spChg chg="mod">
          <ac:chgData name="Srinivasa Reddy, Shashank reddy" userId="S::qn1833ep@go.minnstate.edu::5f8d5532-cbd8-40c0-aa18-97830f20e260" providerId="AD" clId="Web-{E6B8E435-39DD-C6E0-AA7F-15FA2E447629}" dt="2025-02-02T06:15:59.399" v="288" actId="20577"/>
          <ac:spMkLst>
            <pc:docMk/>
            <pc:sldMk cId="2038052492" sldId="317"/>
            <ac:spMk id="1667" creationId="{F0E65492-52DD-DCE6-C765-95051E1CF46E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17:17.368" v="301" actId="20577"/>
          <ac:spMkLst>
            <pc:docMk/>
            <pc:sldMk cId="2038052492" sldId="317"/>
            <ac:spMk id="1668" creationId="{ADF86CEC-92A6-1F4C-9CF9-8D0A1C212B32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18:20.164" v="325" actId="14100"/>
          <ac:spMkLst>
            <pc:docMk/>
            <pc:sldMk cId="2038052492" sldId="317"/>
            <ac:spMk id="1669" creationId="{3AD40010-681C-7675-0DF2-AB7E9B35087C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20:06.872" v="362" actId="20577"/>
          <ac:spMkLst>
            <pc:docMk/>
            <pc:sldMk cId="2038052492" sldId="317"/>
            <ac:spMk id="1670" creationId="{E0851ED5-9649-0F8D-5C05-079CCF8FE3D3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23:30.817" v="430" actId="14100"/>
          <ac:spMkLst>
            <pc:docMk/>
            <pc:sldMk cId="2038052492" sldId="317"/>
            <ac:spMk id="1671" creationId="{5AAC9329-0816-8940-9EEF-68901D99590A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16:36.681" v="292" actId="20577"/>
          <ac:spMkLst>
            <pc:docMk/>
            <pc:sldMk cId="2038052492" sldId="317"/>
            <ac:spMk id="1672" creationId="{E1B77271-3A3C-4578-26F1-7B663EA9F52F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16:47.790" v="294" actId="20577"/>
          <ac:spMkLst>
            <pc:docMk/>
            <pc:sldMk cId="2038052492" sldId="317"/>
            <ac:spMk id="1673" creationId="{FBE0BF38-7CC7-73CF-F148-C3CD2318C138}"/>
          </ac:spMkLst>
        </pc:spChg>
        <pc:picChg chg="add mod">
          <ac:chgData name="Srinivasa Reddy, Shashank reddy" userId="S::qn1833ep@go.minnstate.edu::5f8d5532-cbd8-40c0-aa18-97830f20e260" providerId="AD" clId="Web-{E6B8E435-39DD-C6E0-AA7F-15FA2E447629}" dt="2025-02-02T06:25:35.378" v="438" actId="1076"/>
          <ac:picMkLst>
            <pc:docMk/>
            <pc:sldMk cId="2038052492" sldId="317"/>
            <ac:picMk id="17" creationId="{58C2D0ED-76DE-6AA5-9C07-DA10501880C6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26:25.441" v="442" actId="1076"/>
          <ac:picMkLst>
            <pc:docMk/>
            <pc:sldMk cId="2038052492" sldId="317"/>
            <ac:picMk id="18" creationId="{8C5A1984-0FC1-93BC-DF28-3F72CB39A38C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27:11.338" v="446" actId="1076"/>
          <ac:picMkLst>
            <pc:docMk/>
            <pc:sldMk cId="2038052492" sldId="317"/>
            <ac:picMk id="19" creationId="{3B782500-81BD-1B9E-A9C4-72699CC5C158}"/>
          </ac:picMkLst>
        </pc:picChg>
      </pc:sldChg>
      <pc:sldChg chg="addSp delSp modSp add modNotes">
        <pc:chgData name="Srinivasa Reddy, Shashank reddy" userId="S::qn1833ep@go.minnstate.edu::5f8d5532-cbd8-40c0-aa18-97830f20e260" providerId="AD" clId="Web-{E6B8E435-39DD-C6E0-AA7F-15FA2E447629}" dt="2025-02-02T06:53:30.832" v="771"/>
        <pc:sldMkLst>
          <pc:docMk/>
          <pc:sldMk cId="4163894111" sldId="318"/>
        </pc:sldMkLst>
        <pc:spChg chg="add mod">
          <ac:chgData name="Srinivasa Reddy, Shashank reddy" userId="S::qn1833ep@go.minnstate.edu::5f8d5532-cbd8-40c0-aa18-97830f20e260" providerId="AD" clId="Web-{E6B8E435-39DD-C6E0-AA7F-15FA2E447629}" dt="2025-02-02T06:30:08.372" v="458" actId="20577"/>
          <ac:spMkLst>
            <pc:docMk/>
            <pc:sldMk cId="4163894111" sldId="318"/>
            <ac:spMk id="3" creationId="{2AFD5ECC-8290-997B-206E-39F9D0FCD943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38:48.642" v="609" actId="20577"/>
          <ac:spMkLst>
            <pc:docMk/>
            <pc:sldMk cId="4163894111" sldId="318"/>
            <ac:spMk id="2103" creationId="{00000000-0000-0000-0000-000000000000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42:18.085" v="639" actId="20577"/>
          <ac:spMkLst>
            <pc:docMk/>
            <pc:sldMk cId="4163894111" sldId="318"/>
            <ac:spMk id="2107" creationId="{00000000-0000-0000-0000-000000000000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51:19.328" v="753" actId="1076"/>
          <ac:spMkLst>
            <pc:docMk/>
            <pc:sldMk cId="4163894111" sldId="318"/>
            <ac:spMk id="2108" creationId="{00000000-0000-0000-0000-000000000000}"/>
          </ac:spMkLst>
        </pc:spChg>
        <pc:spChg chg="mod">
          <ac:chgData name="Srinivasa Reddy, Shashank reddy" userId="S::qn1833ep@go.minnstate.edu::5f8d5532-cbd8-40c0-aa18-97830f20e260" providerId="AD" clId="Web-{E6B8E435-39DD-C6E0-AA7F-15FA2E447629}" dt="2025-02-02T06:36:42.883" v="597" actId="20577"/>
          <ac:spMkLst>
            <pc:docMk/>
            <pc:sldMk cId="4163894111" sldId="318"/>
            <ac:spMk id="2114" creationId="{00000000-0000-0000-0000-000000000000}"/>
          </ac:spMkLst>
        </pc:spChg>
        <pc:picChg chg="add mod">
          <ac:chgData name="Srinivasa Reddy, Shashank reddy" userId="S::qn1833ep@go.minnstate.edu::5f8d5532-cbd8-40c0-aa18-97830f20e260" providerId="AD" clId="Web-{E6B8E435-39DD-C6E0-AA7F-15FA2E447629}" dt="2025-02-02T06:31:01.403" v="461" actId="1076"/>
          <ac:picMkLst>
            <pc:docMk/>
            <pc:sldMk cId="4163894111" sldId="318"/>
            <ac:picMk id="4" creationId="{BBC16EC3-0AF7-6945-B60E-D7EDF2951CA9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36:10.930" v="582" actId="1076"/>
          <ac:picMkLst>
            <pc:docMk/>
            <pc:sldMk cId="4163894111" sldId="318"/>
            <ac:picMk id="5" creationId="{7B2C12A5-B2DF-9F14-549B-DE2559D8A47B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38:26.111" v="604" actId="1076"/>
          <ac:picMkLst>
            <pc:docMk/>
            <pc:sldMk cId="4163894111" sldId="318"/>
            <ac:picMk id="6" creationId="{D3B85737-7537-25B3-7151-14DA07B8BFFD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40:51.331" v="620" actId="1076"/>
          <ac:picMkLst>
            <pc:docMk/>
            <pc:sldMk cId="4163894111" sldId="318"/>
            <ac:picMk id="8" creationId="{7260E69C-8D1F-1A5B-3612-4661FBF96A20}"/>
          </ac:picMkLst>
        </pc:picChg>
        <pc:picChg chg="add mod">
          <ac:chgData name="Srinivasa Reddy, Shashank reddy" userId="S::qn1833ep@go.minnstate.edu::5f8d5532-cbd8-40c0-aa18-97830f20e260" providerId="AD" clId="Web-{E6B8E435-39DD-C6E0-AA7F-15FA2E447629}" dt="2025-02-02T06:48:58.297" v="739" actId="1076"/>
          <ac:picMkLst>
            <pc:docMk/>
            <pc:sldMk cId="4163894111" sldId="318"/>
            <ac:picMk id="9" creationId="{79F71C47-C67C-7D4C-EE54-74692EA158E5}"/>
          </ac:picMkLst>
        </pc:picChg>
        <pc:cxnChg chg="mod">
          <ac:chgData name="Srinivasa Reddy, Shashank reddy" userId="S::qn1833ep@go.minnstate.edu::5f8d5532-cbd8-40c0-aa18-97830f20e260" providerId="AD" clId="Web-{E6B8E435-39DD-C6E0-AA7F-15FA2E447629}" dt="2025-02-02T06:35:13.345" v="575"/>
          <ac:cxnSpMkLst>
            <pc:docMk/>
            <pc:sldMk cId="4163894111" sldId="318"/>
            <ac:cxnSpMk id="2115" creationId="{00000000-0000-0000-0000-000000000000}"/>
          </ac:cxnSpMkLst>
        </pc:cxnChg>
        <pc:cxnChg chg="mod">
          <ac:chgData name="Srinivasa Reddy, Shashank reddy" userId="S::qn1833ep@go.minnstate.edu::5f8d5532-cbd8-40c0-aa18-97830f20e260" providerId="AD" clId="Web-{E6B8E435-39DD-C6E0-AA7F-15FA2E447629}" dt="2025-02-02T06:39:44.407" v="610"/>
          <ac:cxnSpMkLst>
            <pc:docMk/>
            <pc:sldMk cId="4163894111" sldId="318"/>
            <ac:cxnSpMk id="2116" creationId="{00000000-0000-0000-0000-000000000000}"/>
          </ac:cxnSpMkLst>
        </pc:cxnChg>
        <pc:cxnChg chg="mod">
          <ac:chgData name="Srinivasa Reddy, Shashank reddy" userId="S::qn1833ep@go.minnstate.edu::5f8d5532-cbd8-40c0-aa18-97830f20e260" providerId="AD" clId="Web-{E6B8E435-39DD-C6E0-AA7F-15FA2E447629}" dt="2025-02-02T06:37:37.643" v="598"/>
          <ac:cxnSpMkLst>
            <pc:docMk/>
            <pc:sldMk cId="4163894111" sldId="318"/>
            <ac:cxnSpMk id="2117" creationId="{00000000-0000-0000-0000-000000000000}"/>
          </ac:cxnSpMkLst>
        </pc:cxnChg>
        <pc:cxnChg chg="mod">
          <ac:chgData name="Srinivasa Reddy, Shashank reddy" userId="S::qn1833ep@go.minnstate.edu::5f8d5532-cbd8-40c0-aa18-97830f20e260" providerId="AD" clId="Web-{E6B8E435-39DD-C6E0-AA7F-15FA2E447629}" dt="2025-02-02T06:48:17.063" v="731"/>
          <ac:cxnSpMkLst>
            <pc:docMk/>
            <pc:sldMk cId="4163894111" sldId="318"/>
            <ac:cxnSpMk id="2118" creationId="{00000000-0000-0000-0000-000000000000}"/>
          </ac:cxnSpMkLst>
        </pc:cxnChg>
      </pc:sldChg>
      <pc:sldChg chg="modSp add mod modShow">
        <pc:chgData name="Srinivasa Reddy, Shashank reddy" userId="S::qn1833ep@go.minnstate.edu::5f8d5532-cbd8-40c0-aa18-97830f20e260" providerId="AD" clId="Web-{E6B8E435-39DD-C6E0-AA7F-15FA2E447629}" dt="2025-02-02T20:51:12.702" v="772"/>
        <pc:sldMkLst>
          <pc:docMk/>
          <pc:sldMk cId="149942045" sldId="319"/>
        </pc:sldMkLst>
      </pc:sldChg>
      <pc:sldChg chg="ord">
        <pc:chgData name="Srinivasa Reddy, Shashank reddy" userId="S::qn1833ep@go.minnstate.edu::5f8d5532-cbd8-40c0-aa18-97830f20e260" providerId="AD" clId="Web-{E6B8E435-39DD-C6E0-AA7F-15FA2E447629}" dt="2025-02-02T21:23:30.733" v="774"/>
        <pc:sldMkLst>
          <pc:docMk/>
          <pc:sldMk cId="3375608379" sldId="321"/>
        </pc:sldMkLst>
      </pc:sldChg>
      <pc:sldMasterChg chg="mod modSldLayout">
        <pc:chgData name="Srinivasa Reddy, Shashank reddy" userId="S::qn1833ep@go.minnstate.edu::5f8d5532-cbd8-40c0-aa18-97830f20e260" providerId="AD" clId="Web-{E6B8E435-39DD-C6E0-AA7F-15FA2E447629}" dt="2025-02-02T06:02:51.107" v="73"/>
        <pc:sldMasterMkLst>
          <pc:docMk/>
          <pc:sldMasterMk cId="0" sldId="2147483680"/>
        </pc:sldMasterMkLst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48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49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0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1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2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3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4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5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6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7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8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59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0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1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2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3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4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5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6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7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8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69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0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1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2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3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4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5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6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0"/>
            <pc:sldLayoutMk cId="0" sldId="2147483677"/>
          </pc:sldLayoutMkLst>
        </pc:sldLayoutChg>
      </pc:sldMasterChg>
      <pc:sldMasterChg chg="mod modSldLayout">
        <pc:chgData name="Srinivasa Reddy, Shashank reddy" userId="S::qn1833ep@go.minnstate.edu::5f8d5532-cbd8-40c0-aa18-97830f20e260" providerId="AD" clId="Web-{E6B8E435-39DD-C6E0-AA7F-15FA2E447629}" dt="2025-02-02T06:02:51.107" v="73"/>
        <pc:sldMasterMkLst>
          <pc:docMk/>
          <pc:sldMasterMk cId="0" sldId="2147483681"/>
        </pc:sldMasterMkLst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1"/>
            <pc:sldLayoutMk cId="0" sldId="2147483678"/>
          </pc:sldLayoutMkLst>
        </pc:sldLayoutChg>
        <pc:sldLayoutChg chg="mod">
          <pc:chgData name="Srinivasa Reddy, Shashank reddy" userId="S::qn1833ep@go.minnstate.edu::5f8d5532-cbd8-40c0-aa18-97830f20e260" providerId="AD" clId="Web-{E6B8E435-39DD-C6E0-AA7F-15FA2E447629}" dt="2025-02-02T06:02:51.107" v="73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  <pc:docChgLst>
    <pc:chgData name="Wilkins, Graham C" userId="S::bh5884is@go.minnstate.edu::d858373d-d4a5-4d5a-af0d-fcf67a33b3d5" providerId="AD" clId="Web-{E1721696-416E-1227-6DE9-A46B9E8D371F}"/>
    <pc:docChg chg="addSld modSld">
      <pc:chgData name="Wilkins, Graham C" userId="S::bh5884is@go.minnstate.edu::d858373d-d4a5-4d5a-af0d-fcf67a33b3d5" providerId="AD" clId="Web-{E1721696-416E-1227-6DE9-A46B9E8D371F}" dt="2025-03-03T15:38:29.596" v="356" actId="1076"/>
      <pc:docMkLst>
        <pc:docMk/>
      </pc:docMkLst>
      <pc:sldChg chg="addSp delSp modSp">
        <pc:chgData name="Wilkins, Graham C" userId="S::bh5884is@go.minnstate.edu::d858373d-d4a5-4d5a-af0d-fcf67a33b3d5" providerId="AD" clId="Web-{E1721696-416E-1227-6DE9-A46B9E8D371F}" dt="2025-03-02T23:45:38.680" v="48" actId="1076"/>
        <pc:sldMkLst>
          <pc:docMk/>
          <pc:sldMk cId="2037012556" sldId="333"/>
        </pc:sldMkLst>
      </pc:sldChg>
      <pc:sldChg chg="addSp delSp modSp">
        <pc:chgData name="Wilkins, Graham C" userId="S::bh5884is@go.minnstate.edu::d858373d-d4a5-4d5a-af0d-fcf67a33b3d5" providerId="AD" clId="Web-{E1721696-416E-1227-6DE9-A46B9E8D371F}" dt="2025-03-03T15:35:57.075" v="343" actId="20577"/>
        <pc:sldMkLst>
          <pc:docMk/>
          <pc:sldMk cId="374886099" sldId="335"/>
        </pc:sldMkLst>
        <pc:picChg chg="add del ord">
          <ac:chgData name="Wilkins, Graham C" userId="S::bh5884is@go.minnstate.edu::d858373d-d4a5-4d5a-af0d-fcf67a33b3d5" providerId="AD" clId="Web-{E1721696-416E-1227-6DE9-A46B9E8D371F}" dt="2025-03-03T15:22:06.311" v="289"/>
          <ac:picMkLst>
            <pc:docMk/>
            <pc:sldMk cId="374886099" sldId="335"/>
            <ac:picMk id="5" creationId="{BD61E7DC-FFB5-6092-7914-F10B7ECF93EF}"/>
          </ac:picMkLst>
        </pc:picChg>
        <pc:picChg chg="add mod">
          <ac:chgData name="Wilkins, Graham C" userId="S::bh5884is@go.minnstate.edu::d858373d-d4a5-4d5a-af0d-fcf67a33b3d5" providerId="AD" clId="Web-{E1721696-416E-1227-6DE9-A46B9E8D371F}" dt="2025-03-03T15:22:17.749" v="293" actId="14100"/>
          <ac:picMkLst>
            <pc:docMk/>
            <pc:sldMk cId="374886099" sldId="335"/>
            <ac:picMk id="7" creationId="{C708655F-EC47-A1D6-4B5A-09B1945B2E84}"/>
          </ac:picMkLst>
        </pc:picChg>
      </pc:sldChg>
      <pc:sldChg chg="modSp">
        <pc:chgData name="Wilkins, Graham C" userId="S::bh5884is@go.minnstate.edu::d858373d-d4a5-4d5a-af0d-fcf67a33b3d5" providerId="AD" clId="Web-{E1721696-416E-1227-6DE9-A46B9E8D371F}" dt="2025-03-03T15:18:35.929" v="280" actId="20577"/>
        <pc:sldMkLst>
          <pc:docMk/>
          <pc:sldMk cId="166661224" sldId="336"/>
        </pc:sldMkLst>
        <pc:spChg chg="mod">
          <ac:chgData name="Wilkins, Graham C" userId="S::bh5884is@go.minnstate.edu::d858373d-d4a5-4d5a-af0d-fcf67a33b3d5" providerId="AD" clId="Web-{E1721696-416E-1227-6DE9-A46B9E8D371F}" dt="2025-03-03T15:18:35.929" v="280" actId="20577"/>
          <ac:spMkLst>
            <pc:docMk/>
            <pc:sldMk cId="166661224" sldId="336"/>
            <ac:spMk id="497" creationId="{9644145F-27BE-FDC9-3441-78A877F2EA1B}"/>
          </ac:spMkLst>
        </pc:spChg>
        <pc:graphicFrameChg chg="modGraphic">
          <ac:chgData name="Wilkins, Graham C" userId="S::bh5884is@go.minnstate.edu::d858373d-d4a5-4d5a-af0d-fcf67a33b3d5" providerId="AD" clId="Web-{E1721696-416E-1227-6DE9-A46B9E8D371F}" dt="2025-03-03T15:17:48.271" v="278" actId="20577"/>
          <ac:graphicFrameMkLst>
            <pc:docMk/>
            <pc:sldMk cId="166661224" sldId="336"/>
            <ac:graphicFrameMk id="11" creationId="{8D21D689-F01E-FB5F-AFF6-31AF6F258413}"/>
          </ac:graphicFrameMkLst>
        </pc:graphicFrameChg>
      </pc:sldChg>
      <pc:sldChg chg="addSp delSp modSp">
        <pc:chgData name="Wilkins, Graham C" userId="S::bh5884is@go.minnstate.edu::d858373d-d4a5-4d5a-af0d-fcf67a33b3d5" providerId="AD" clId="Web-{E1721696-416E-1227-6DE9-A46B9E8D371F}" dt="2025-03-03T15:37:13.515" v="352" actId="20577"/>
        <pc:sldMkLst>
          <pc:docMk/>
          <pc:sldMk cId="2071863260" sldId="337"/>
        </pc:sldMkLst>
        <pc:picChg chg="add ord">
          <ac:chgData name="Wilkins, Graham C" userId="S::bh5884is@go.minnstate.edu::d858373d-d4a5-4d5a-af0d-fcf67a33b3d5" providerId="AD" clId="Web-{E1721696-416E-1227-6DE9-A46B9E8D371F}" dt="2025-03-03T14:58:36.964" v="95"/>
          <ac:picMkLst>
            <pc:docMk/>
            <pc:sldMk cId="2071863260" sldId="337"/>
            <ac:picMk id="5" creationId="{C4BF5E20-8A42-7928-94DA-3B92960B685A}"/>
          </ac:picMkLst>
        </pc:picChg>
        <pc:picChg chg="add mod">
          <ac:chgData name="Wilkins, Graham C" userId="S::bh5884is@go.minnstate.edu::d858373d-d4a5-4d5a-af0d-fcf67a33b3d5" providerId="AD" clId="Web-{E1721696-416E-1227-6DE9-A46B9E8D371F}" dt="2025-03-03T15:22:55.875" v="299" actId="14100"/>
          <ac:picMkLst>
            <pc:docMk/>
            <pc:sldMk cId="2071863260" sldId="337"/>
            <ac:picMk id="9" creationId="{7117092A-75DB-AF79-410F-F344CCDE4BFB}"/>
          </ac:picMkLst>
        </pc:picChg>
      </pc:sldChg>
      <pc:sldChg chg="addSp delSp modSp">
        <pc:chgData name="Wilkins, Graham C" userId="S::bh5884is@go.minnstate.edu::d858373d-d4a5-4d5a-af0d-fcf67a33b3d5" providerId="AD" clId="Web-{E1721696-416E-1227-6DE9-A46B9E8D371F}" dt="2025-03-03T15:23:34.158" v="307" actId="14100"/>
        <pc:sldMkLst>
          <pc:docMk/>
          <pc:sldMk cId="2953584925" sldId="338"/>
        </pc:sldMkLst>
        <pc:spChg chg="add mod">
          <ac:chgData name="Wilkins, Graham C" userId="S::bh5884is@go.minnstate.edu::d858373d-d4a5-4d5a-af0d-fcf67a33b3d5" providerId="AD" clId="Web-{E1721696-416E-1227-6DE9-A46B9E8D371F}" dt="2025-03-03T15:13:40.715" v="134" actId="20577"/>
          <ac:spMkLst>
            <pc:docMk/>
            <pc:sldMk cId="2953584925" sldId="338"/>
            <ac:spMk id="6" creationId="{9C420F98-771F-4EB2-F5DA-57B32732DD6C}"/>
          </ac:spMkLst>
        </pc:spChg>
        <pc:picChg chg="add mod">
          <ac:chgData name="Wilkins, Graham C" userId="S::bh5884is@go.minnstate.edu::d858373d-d4a5-4d5a-af0d-fcf67a33b3d5" providerId="AD" clId="Web-{E1721696-416E-1227-6DE9-A46B9E8D371F}" dt="2025-03-03T14:53:03.452" v="67" actId="1076"/>
          <ac:picMkLst>
            <pc:docMk/>
            <pc:sldMk cId="2953584925" sldId="338"/>
            <ac:picMk id="4" creationId="{8A578854-D1F4-0108-5EF7-88DC92117B2C}"/>
          </ac:picMkLst>
        </pc:picChg>
        <pc:picChg chg="add mod">
          <ac:chgData name="Wilkins, Graham C" userId="S::bh5884is@go.minnstate.edu::d858373d-d4a5-4d5a-af0d-fcf67a33b3d5" providerId="AD" clId="Web-{E1721696-416E-1227-6DE9-A46B9E8D371F}" dt="2025-03-03T15:23:34.158" v="307" actId="14100"/>
          <ac:picMkLst>
            <pc:docMk/>
            <pc:sldMk cId="2953584925" sldId="338"/>
            <ac:picMk id="8" creationId="{E18DB866-8BF2-7FAC-8378-A5FBA28C2F3C}"/>
          </ac:picMkLst>
        </pc:picChg>
      </pc:sldChg>
      <pc:sldChg chg="addSp delSp modSp add replId">
        <pc:chgData name="Wilkins, Graham C" userId="S::bh5884is@go.minnstate.edu::d858373d-d4a5-4d5a-af0d-fcf67a33b3d5" providerId="AD" clId="Web-{E1721696-416E-1227-6DE9-A46B9E8D371F}" dt="2025-03-03T15:38:29.596" v="356" actId="1076"/>
        <pc:sldMkLst>
          <pc:docMk/>
          <pc:sldMk cId="4260985643" sldId="339"/>
        </pc:sldMkLst>
        <pc:spChg chg="mod">
          <ac:chgData name="Wilkins, Graham C" userId="S::bh5884is@go.minnstate.edu::d858373d-d4a5-4d5a-af0d-fcf67a33b3d5" providerId="AD" clId="Web-{E1721696-416E-1227-6DE9-A46B9E8D371F}" dt="2025-03-03T15:07:01.185" v="125" actId="20577"/>
          <ac:spMkLst>
            <pc:docMk/>
            <pc:sldMk cId="4260985643" sldId="339"/>
            <ac:spMk id="2" creationId="{2C822E62-C776-D6C9-99C0-03F4B9D39AA7}"/>
          </ac:spMkLst>
        </pc:spChg>
        <pc:spChg chg="add mod">
          <ac:chgData name="Wilkins, Graham C" userId="S::bh5884is@go.minnstate.edu::d858373d-d4a5-4d5a-af0d-fcf67a33b3d5" providerId="AD" clId="Web-{E1721696-416E-1227-6DE9-A46B9E8D371F}" dt="2025-03-03T15:37:56.626" v="353" actId="14100"/>
          <ac:spMkLst>
            <pc:docMk/>
            <pc:sldMk cId="4260985643" sldId="339"/>
            <ac:spMk id="19" creationId="{64171061-B1AC-7652-13B7-5CCA289A1FB4}"/>
          </ac:spMkLst>
        </pc:spChg>
      </pc:sldChg>
    </pc:docChg>
  </pc:docChgLst>
  <pc:docChgLst>
    <pc:chgData name="Srinivasa Reddy, Shashank reddy" userId="S::qn1833ep@go.minnstate.edu::5f8d5532-cbd8-40c0-aa18-97830f20e260" providerId="AD" clId="Web-{8DD8A2DD-9ABE-FDED-978D-99B8596CCC2A}"/>
    <pc:docChg chg="modSld">
      <pc:chgData name="Srinivasa Reddy, Shashank reddy" userId="S::qn1833ep@go.minnstate.edu::5f8d5532-cbd8-40c0-aa18-97830f20e260" providerId="AD" clId="Web-{8DD8A2DD-9ABE-FDED-978D-99B8596CCC2A}" dt="2025-03-07T01:33:07.997" v="7" actId="14100"/>
      <pc:docMkLst>
        <pc:docMk/>
      </pc:docMkLst>
      <pc:sldChg chg="modSp">
        <pc:chgData name="Srinivasa Reddy, Shashank reddy" userId="S::qn1833ep@go.minnstate.edu::5f8d5532-cbd8-40c0-aa18-97830f20e260" providerId="AD" clId="Web-{8DD8A2DD-9ABE-FDED-978D-99B8596CCC2A}" dt="2025-03-07T01:33:07.997" v="7" actId="14100"/>
        <pc:sldMkLst>
          <pc:docMk/>
          <pc:sldMk cId="1824116176" sldId="313"/>
        </pc:sldMkLst>
        <pc:spChg chg="mod">
          <ac:chgData name="Srinivasa Reddy, Shashank reddy" userId="S::qn1833ep@go.minnstate.edu::5f8d5532-cbd8-40c0-aa18-97830f20e260" providerId="AD" clId="Web-{8DD8A2DD-9ABE-FDED-978D-99B8596CCC2A}" dt="2025-03-07T01:33:07.997" v="7" actId="14100"/>
          <ac:spMkLst>
            <pc:docMk/>
            <pc:sldMk cId="1824116176" sldId="313"/>
            <ac:spMk id="1670" creationId="{A9C744DC-707A-FE41-7211-1175D87E8D9D}"/>
          </ac:spMkLst>
        </pc:spChg>
        <pc:spChg chg="mod">
          <ac:chgData name="Srinivasa Reddy, Shashank reddy" userId="S::qn1833ep@go.minnstate.edu::5f8d5532-cbd8-40c0-aa18-97830f20e260" providerId="AD" clId="Web-{8DD8A2DD-9ABE-FDED-978D-99B8596CCC2A}" dt="2025-03-07T01:33:03.622" v="6" actId="14100"/>
          <ac:spMkLst>
            <pc:docMk/>
            <pc:sldMk cId="1824116176" sldId="313"/>
            <ac:spMk id="1673" creationId="{4999BF22-AC9A-86D6-17AF-B0AF86FC8562}"/>
          </ac:spMkLst>
        </pc:spChg>
      </pc:sldChg>
      <pc:sldChg chg="modSp">
        <pc:chgData name="Srinivasa Reddy, Shashank reddy" userId="S::qn1833ep@go.minnstate.edu::5f8d5532-cbd8-40c0-aa18-97830f20e260" providerId="AD" clId="Web-{8DD8A2DD-9ABE-FDED-978D-99B8596CCC2A}" dt="2025-03-07T01:00:33.024" v="2" actId="20577"/>
        <pc:sldMkLst>
          <pc:docMk/>
          <pc:sldMk cId="2962009074" sldId="328"/>
        </pc:sldMkLst>
        <pc:spChg chg="mod">
          <ac:chgData name="Srinivasa Reddy, Shashank reddy" userId="S::qn1833ep@go.minnstate.edu::5f8d5532-cbd8-40c0-aa18-97830f20e260" providerId="AD" clId="Web-{8DD8A2DD-9ABE-FDED-978D-99B8596CCC2A}" dt="2025-03-07T01:00:33.024" v="2" actId="20577"/>
          <ac:spMkLst>
            <pc:docMk/>
            <pc:sldMk cId="2962009074" sldId="328"/>
            <ac:spMk id="1636" creationId="{C0045F5E-7D1C-134C-293E-2308F2CEBF25}"/>
          </ac:spMkLst>
        </pc:spChg>
      </pc:sldChg>
    </pc:docChg>
  </pc:docChgLst>
  <pc:docChgLst>
    <pc:chgData name="Srinivasa Reddy, Shashank reddy" userId="S::qn1833ep@go.minnstate.edu::5f8d5532-cbd8-40c0-aa18-97830f20e260" providerId="AD" clId="Web-{6F64B101-017B-FD29-BE60-51FF1461B55A}"/>
    <pc:docChg chg="modSld">
      <pc:chgData name="Srinivasa Reddy, Shashank reddy" userId="S::qn1833ep@go.minnstate.edu::5f8d5532-cbd8-40c0-aa18-97830f20e260" providerId="AD" clId="Web-{6F64B101-017B-FD29-BE60-51FF1461B55A}" dt="2025-03-03T01:09:40.385" v="59" actId="1076"/>
      <pc:docMkLst>
        <pc:docMk/>
      </pc:docMkLst>
      <pc:sldChg chg="delSp modSp">
        <pc:chgData name="Srinivasa Reddy, Shashank reddy" userId="S::qn1833ep@go.minnstate.edu::5f8d5532-cbd8-40c0-aa18-97830f20e260" providerId="AD" clId="Web-{6F64B101-017B-FD29-BE60-51FF1461B55A}" dt="2025-03-03T01:09:40.385" v="59" actId="1076"/>
        <pc:sldMkLst>
          <pc:docMk/>
          <pc:sldMk cId="159321284" sldId="324"/>
        </pc:sldMkLst>
        <pc:spChg chg="mod">
          <ac:chgData name="Srinivasa Reddy, Shashank reddy" userId="S::qn1833ep@go.minnstate.edu::5f8d5532-cbd8-40c0-aa18-97830f20e260" providerId="AD" clId="Web-{6F64B101-017B-FD29-BE60-51FF1461B55A}" dt="2025-03-03T01:09:40.385" v="59" actId="1076"/>
          <ac:spMkLst>
            <pc:docMk/>
            <pc:sldMk cId="159321284" sldId="324"/>
            <ac:spMk id="1636" creationId="{8032237B-9A30-27B7-73A8-DF57A1400970}"/>
          </ac:spMkLst>
        </pc:spChg>
        <pc:spChg chg="mod">
          <ac:chgData name="Srinivasa Reddy, Shashank reddy" userId="S::qn1833ep@go.minnstate.edu::5f8d5532-cbd8-40c0-aa18-97830f20e260" providerId="AD" clId="Web-{6F64B101-017B-FD29-BE60-51FF1461B55A}" dt="2025-03-03T01:08:05.808" v="14" actId="20577"/>
          <ac:spMkLst>
            <pc:docMk/>
            <pc:sldMk cId="159321284" sldId="324"/>
            <ac:spMk id="1638" creationId="{0F8BA396-C5A8-92BF-5518-989DB4554B1F}"/>
          </ac:spMkLst>
        </pc:spChg>
        <pc:picChg chg="mod">
          <ac:chgData name="Srinivasa Reddy, Shashank reddy" userId="S::qn1833ep@go.minnstate.edu::5f8d5532-cbd8-40c0-aa18-97830f20e260" providerId="AD" clId="Web-{6F64B101-017B-FD29-BE60-51FF1461B55A}" dt="2025-03-03T01:00:58.950" v="3" actId="1076"/>
          <ac:picMkLst>
            <pc:docMk/>
            <pc:sldMk cId="159321284" sldId="324"/>
            <ac:picMk id="2" creationId="{C4606FE5-8E05-A2DB-CFC3-FFBA75D95633}"/>
          </ac:picMkLst>
        </pc:picChg>
        <pc:picChg chg="mod">
          <ac:chgData name="Srinivasa Reddy, Shashank reddy" userId="S::qn1833ep@go.minnstate.edu::5f8d5532-cbd8-40c0-aa18-97830f20e260" providerId="AD" clId="Web-{6F64B101-017B-FD29-BE60-51FF1461B55A}" dt="2025-03-03T01:09:19.823" v="56" actId="1076"/>
          <ac:picMkLst>
            <pc:docMk/>
            <pc:sldMk cId="159321284" sldId="324"/>
            <ac:picMk id="5" creationId="{863BF2C5-AEF5-A2A8-7BBA-2247711F3E61}"/>
          </ac:picMkLst>
        </pc:picChg>
      </pc:sldChg>
      <pc:sldChg chg="modSp">
        <pc:chgData name="Srinivasa Reddy, Shashank reddy" userId="S::qn1833ep@go.minnstate.edu::5f8d5532-cbd8-40c0-aa18-97830f20e260" providerId="AD" clId="Web-{6F64B101-017B-FD29-BE60-51FF1461B55A}" dt="2025-03-03T01:02:37.575" v="8" actId="14100"/>
        <pc:sldMkLst>
          <pc:docMk/>
          <pc:sldMk cId="2962009074" sldId="328"/>
        </pc:sldMkLst>
        <pc:picChg chg="mod">
          <ac:chgData name="Srinivasa Reddy, Shashank reddy" userId="S::qn1833ep@go.minnstate.edu::5f8d5532-cbd8-40c0-aa18-97830f20e260" providerId="AD" clId="Web-{6F64B101-017B-FD29-BE60-51FF1461B55A}" dt="2025-03-03T01:02:37.575" v="8" actId="14100"/>
          <ac:picMkLst>
            <pc:docMk/>
            <pc:sldMk cId="2962009074" sldId="328"/>
            <ac:picMk id="17" creationId="{CCF1AFDD-E48D-6AF2-8244-DC932B6DE9E6}"/>
          </ac:picMkLst>
        </pc:picChg>
      </pc:sldChg>
    </pc:docChg>
  </pc:docChgLst>
  <pc:docChgLst>
    <pc:chgData name="Lakku, Sai Keertana R" userId="S::kb7924tj@go.minnstate.edu::aa713373-d62e-42be-a5fb-296135668942" providerId="AD" clId="Web-{FFA39514-3A3A-4354-B212-82978F212C4A}"/>
    <pc:docChg chg="modSld">
      <pc:chgData name="Lakku, Sai Keertana R" userId="S::kb7924tj@go.minnstate.edu::aa713373-d62e-42be-a5fb-296135668942" providerId="AD" clId="Web-{FFA39514-3A3A-4354-B212-82978F212C4A}" dt="2025-02-04T06:35:32.837" v="39"/>
      <pc:docMkLst>
        <pc:docMk/>
      </pc:docMkLst>
      <pc:sldChg chg="modSp">
        <pc:chgData name="Lakku, Sai Keertana R" userId="S::kb7924tj@go.minnstate.edu::aa713373-d62e-42be-a5fb-296135668942" providerId="AD" clId="Web-{FFA39514-3A3A-4354-B212-82978F212C4A}" dt="2025-02-04T06:35:32.837" v="39"/>
        <pc:sldMkLst>
          <pc:docMk/>
          <pc:sldMk cId="623324999" sldId="316"/>
        </pc:sldMkLst>
        <pc:picChg chg="mod">
          <ac:chgData name="Lakku, Sai Keertana R" userId="S::kb7924tj@go.minnstate.edu::aa713373-d62e-42be-a5fb-296135668942" providerId="AD" clId="Web-{FFA39514-3A3A-4354-B212-82978F212C4A}" dt="2025-02-04T06:35:32.837" v="39"/>
          <ac:picMkLst>
            <pc:docMk/>
            <pc:sldMk cId="623324999" sldId="316"/>
            <ac:picMk id="6" creationId="{892CD9D2-0B9E-2103-BCDD-CB46ED7F77F6}"/>
          </ac:picMkLst>
        </pc:picChg>
      </pc:sldChg>
      <pc:sldChg chg="modSp">
        <pc:chgData name="Lakku, Sai Keertana R" userId="S::kb7924tj@go.minnstate.edu::aa713373-d62e-42be-a5fb-296135668942" providerId="AD" clId="Web-{FFA39514-3A3A-4354-B212-82978F212C4A}" dt="2025-02-04T06:33:08.056" v="32"/>
        <pc:sldMkLst>
          <pc:docMk/>
          <pc:sldMk cId="3893279982" sldId="322"/>
        </pc:sldMkLst>
      </pc:sldChg>
      <pc:sldChg chg="addSp delSp modSp">
        <pc:chgData name="Lakku, Sai Keertana R" userId="S::kb7924tj@go.minnstate.edu::aa713373-d62e-42be-a5fb-296135668942" providerId="AD" clId="Web-{FFA39514-3A3A-4354-B212-82978F212C4A}" dt="2025-02-04T06:33:27.212" v="35" actId="20577"/>
        <pc:sldMkLst>
          <pc:docMk/>
          <pc:sldMk cId="414450018" sldId="323"/>
        </pc:sldMkLst>
      </pc:sldChg>
      <pc:sldChg chg="modSp">
        <pc:chgData name="Lakku, Sai Keertana R" userId="S::kb7924tj@go.minnstate.edu::aa713373-d62e-42be-a5fb-296135668942" providerId="AD" clId="Web-{FFA39514-3A3A-4354-B212-82978F212C4A}" dt="2025-02-04T06:33:50.290" v="36" actId="20577"/>
        <pc:sldMkLst>
          <pc:docMk/>
          <pc:sldMk cId="159321284" sldId="324"/>
        </pc:sldMkLst>
        <pc:spChg chg="mod">
          <ac:chgData name="Lakku, Sai Keertana R" userId="S::kb7924tj@go.minnstate.edu::aa713373-d62e-42be-a5fb-296135668942" providerId="AD" clId="Web-{FFA39514-3A3A-4354-B212-82978F212C4A}" dt="2025-02-04T06:33:50.290" v="36" actId="20577"/>
          <ac:spMkLst>
            <pc:docMk/>
            <pc:sldMk cId="159321284" sldId="324"/>
            <ac:spMk id="1635" creationId="{6FA5F0A0-E2D0-C639-FFAE-31E99DAFE278}"/>
          </ac:spMkLst>
        </pc:spChg>
      </pc:sldChg>
      <pc:sldChg chg="modSp">
        <pc:chgData name="Lakku, Sai Keertana R" userId="S::kb7924tj@go.minnstate.edu::aa713373-d62e-42be-a5fb-296135668942" providerId="AD" clId="Web-{FFA39514-3A3A-4354-B212-82978F212C4A}" dt="2025-02-04T06:34:24.556" v="38" actId="1076"/>
        <pc:sldMkLst>
          <pc:docMk/>
          <pc:sldMk cId="616591423" sldId="326"/>
        </pc:sldMkLst>
        <pc:picChg chg="mod">
          <ac:chgData name="Lakku, Sai Keertana R" userId="S::kb7924tj@go.minnstate.edu::aa713373-d62e-42be-a5fb-296135668942" providerId="AD" clId="Web-{FFA39514-3A3A-4354-B212-82978F212C4A}" dt="2025-02-04T06:34:24.556" v="38" actId="1076"/>
          <ac:picMkLst>
            <pc:docMk/>
            <pc:sldMk cId="616591423" sldId="326"/>
            <ac:picMk id="8" creationId="{45B6434D-1F63-D641-33AB-69B85AFC30A7}"/>
          </ac:picMkLst>
        </pc:picChg>
        <pc:picChg chg="mod">
          <ac:chgData name="Lakku, Sai Keertana R" userId="S::kb7924tj@go.minnstate.edu::aa713373-d62e-42be-a5fb-296135668942" providerId="AD" clId="Web-{FFA39514-3A3A-4354-B212-82978F212C4A}" dt="2025-02-04T06:34:21.525" v="37" actId="1076"/>
          <ac:picMkLst>
            <pc:docMk/>
            <pc:sldMk cId="616591423" sldId="326"/>
            <ac:picMk id="1026" creationId="{1394FB22-A963-4F69-D3C0-891A81345DE8}"/>
          </ac:picMkLst>
        </pc:picChg>
      </pc:sldChg>
    </pc:docChg>
  </pc:docChgLst>
  <pc:docChgLst>
    <pc:chgData name="Lakku, Sai Keertana R" userId="S::kb7924tj@go.minnstate.edu::aa713373-d62e-42be-a5fb-296135668942" providerId="AD" clId="Web-{01C29657-44E9-DAB8-EDE3-36A6760CE5A4}"/>
    <pc:docChg chg="addSld delSld modSld">
      <pc:chgData name="Lakku, Sai Keertana R" userId="S::kb7924tj@go.minnstate.edu::aa713373-d62e-42be-a5fb-296135668942" providerId="AD" clId="Web-{01C29657-44E9-DAB8-EDE3-36A6760CE5A4}" dt="2025-02-04T21:45:20.923" v="238" actId="20577"/>
      <pc:docMkLst>
        <pc:docMk/>
      </pc:docMkLst>
      <pc:sldChg chg="modSp">
        <pc:chgData name="Lakku, Sai Keertana R" userId="S::kb7924tj@go.minnstate.edu::aa713373-d62e-42be-a5fb-296135668942" providerId="AD" clId="Web-{01C29657-44E9-DAB8-EDE3-36A6760CE5A4}" dt="2025-02-04T21:17:00.555" v="13" actId="20577"/>
        <pc:sldMkLst>
          <pc:docMk/>
          <pc:sldMk cId="2564729603" sldId="307"/>
        </pc:sldMkLst>
        <pc:spChg chg="mod">
          <ac:chgData name="Lakku, Sai Keertana R" userId="S::kb7924tj@go.minnstate.edu::aa713373-d62e-42be-a5fb-296135668942" providerId="AD" clId="Web-{01C29657-44E9-DAB8-EDE3-36A6760CE5A4}" dt="2025-02-04T21:17:00.555" v="13" actId="20577"/>
          <ac:spMkLst>
            <pc:docMk/>
            <pc:sldMk cId="2564729603" sldId="307"/>
            <ac:spMk id="2" creationId="{5D9E6802-8C6D-7B5F-A0AB-028D30E6EE75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3:42.064" v="3" actId="20577"/>
          <ac:spMkLst>
            <pc:docMk/>
            <pc:sldMk cId="2564729603" sldId="307"/>
            <ac:spMk id="7" creationId="{87BCB460-37AD-9807-563D-F57D278F35FD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16:54.430" v="12" actId="20577"/>
        <pc:sldMkLst>
          <pc:docMk/>
          <pc:sldMk cId="1440897289" sldId="308"/>
        </pc:sldMkLst>
        <pc:spChg chg="mod">
          <ac:chgData name="Lakku, Sai Keertana R" userId="S::kb7924tj@go.minnstate.edu::aa713373-d62e-42be-a5fb-296135668942" providerId="AD" clId="Web-{01C29657-44E9-DAB8-EDE3-36A6760CE5A4}" dt="2025-02-04T21:16:06.053" v="7" actId="20577"/>
          <ac:spMkLst>
            <pc:docMk/>
            <pc:sldMk cId="1440897289" sldId="308"/>
            <ac:spMk id="11" creationId="{C038A7A8-25E1-2B64-8F34-B6940DCB8612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6:17.647" v="10" actId="20577"/>
          <ac:spMkLst>
            <pc:docMk/>
            <pc:sldMk cId="1440897289" sldId="308"/>
            <ac:spMk id="13" creationId="{7C1621C2-DEEE-BB57-318F-5B451B9E0418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6:54.430" v="12" actId="20577"/>
          <ac:spMkLst>
            <pc:docMk/>
            <pc:sldMk cId="1440897289" sldId="308"/>
            <ac:spMk id="1467" creationId="{FC34BA9F-2DA3-0664-1E75-7FDB6955B6D7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5:01.926" v="5" actId="20577"/>
          <ac:spMkLst>
            <pc:docMk/>
            <pc:sldMk cId="1440897289" sldId="308"/>
            <ac:spMk id="1468" creationId="{EA80D30B-6887-10E9-431F-0759242F1E42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5:05.317" v="6" actId="20577"/>
          <ac:spMkLst>
            <pc:docMk/>
            <pc:sldMk cId="1440897289" sldId="308"/>
            <ac:spMk id="1477" creationId="{F0BC8C6F-A00A-3758-FF04-595243F4337C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6:09.819" v="8" actId="20577"/>
          <ac:spMkLst>
            <pc:docMk/>
            <pc:sldMk cId="1440897289" sldId="308"/>
            <ac:spMk id="1478" creationId="{C502F589-DE05-31AC-0C10-847C25920FFE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16:13.850" v="9" actId="20577"/>
          <ac:spMkLst>
            <pc:docMk/>
            <pc:sldMk cId="1440897289" sldId="308"/>
            <ac:spMk id="1479" creationId="{335A3512-5FCD-6AA5-9A10-38683008FFD9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17:26.618" v="15" actId="1076"/>
        <pc:sldMkLst>
          <pc:docMk/>
          <pc:sldMk cId="2119876176" sldId="309"/>
        </pc:sldMkLst>
        <pc:graphicFrameChg chg="mod">
          <ac:chgData name="Lakku, Sai Keertana R" userId="S::kb7924tj@go.minnstate.edu::aa713373-d62e-42be-a5fb-296135668942" providerId="AD" clId="Web-{01C29657-44E9-DAB8-EDE3-36A6760CE5A4}" dt="2025-02-04T21:17:26.618" v="15" actId="1076"/>
          <ac:graphicFrameMkLst>
            <pc:docMk/>
            <pc:sldMk cId="2119876176" sldId="309"/>
            <ac:graphicFrameMk id="10" creationId="{EA5113D6-8178-8F68-80DE-1832CCE5B314}"/>
          </ac:graphicFrameMkLst>
        </pc:graphicFrameChg>
      </pc:sldChg>
      <pc:sldChg chg="modSp">
        <pc:chgData name="Lakku, Sai Keertana R" userId="S::kb7924tj@go.minnstate.edu::aa713373-d62e-42be-a5fb-296135668942" providerId="AD" clId="Web-{01C29657-44E9-DAB8-EDE3-36A6760CE5A4}" dt="2025-02-04T21:17:07.539" v="14" actId="20577"/>
        <pc:sldMkLst>
          <pc:docMk/>
          <pc:sldMk cId="3994434584" sldId="310"/>
        </pc:sldMkLst>
        <pc:spChg chg="mod">
          <ac:chgData name="Lakku, Sai Keertana R" userId="S::kb7924tj@go.minnstate.edu::aa713373-d62e-42be-a5fb-296135668942" providerId="AD" clId="Web-{01C29657-44E9-DAB8-EDE3-36A6760CE5A4}" dt="2025-02-04T21:17:07.539" v="14" actId="20577"/>
          <ac:spMkLst>
            <pc:docMk/>
            <pc:sldMk cId="3994434584" sldId="310"/>
            <ac:spMk id="2" creationId="{F48EA326-6C4B-F463-561C-132DFCA43064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17:48.134" v="18" actId="20577"/>
        <pc:sldMkLst>
          <pc:docMk/>
          <pc:sldMk cId="3409281103" sldId="311"/>
        </pc:sldMkLst>
        <pc:spChg chg="mod">
          <ac:chgData name="Lakku, Sai Keertana R" userId="S::kb7924tj@go.minnstate.edu::aa713373-d62e-42be-a5fb-296135668942" providerId="AD" clId="Web-{01C29657-44E9-DAB8-EDE3-36A6760CE5A4}" dt="2025-02-04T21:17:48.134" v="18" actId="20577"/>
          <ac:spMkLst>
            <pc:docMk/>
            <pc:sldMk cId="3409281103" sldId="311"/>
            <ac:spMk id="2" creationId="{10258CDE-2E6B-7D33-8917-F582432C6CE0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25:39.853" v="37" actId="14100"/>
        <pc:sldMkLst>
          <pc:docMk/>
          <pc:sldMk cId="1824116176" sldId="313"/>
        </pc:sldMkLst>
        <pc:spChg chg="mod">
          <ac:chgData name="Lakku, Sai Keertana R" userId="S::kb7924tj@go.minnstate.edu::aa713373-d62e-42be-a5fb-296135668942" providerId="AD" clId="Web-{01C29657-44E9-DAB8-EDE3-36A6760CE5A4}" dt="2025-02-04T21:25:28.931" v="35" actId="14100"/>
          <ac:spMkLst>
            <pc:docMk/>
            <pc:sldMk cId="1824116176" sldId="313"/>
            <ac:spMk id="11" creationId="{B6E0B65E-7E1B-E1A7-CAA4-7D516F8BD05A}"/>
          </ac:spMkLst>
        </pc:spChg>
        <pc:spChg chg="mod">
          <ac:chgData name="Lakku, Sai Keertana R" userId="S::kb7924tj@go.minnstate.edu::aa713373-d62e-42be-a5fb-296135668942" providerId="AD" clId="Web-{01C29657-44E9-DAB8-EDE3-36A6760CE5A4}" dt="2025-02-04T21:25:39.853" v="37" actId="14100"/>
          <ac:spMkLst>
            <pc:docMk/>
            <pc:sldMk cId="1824116176" sldId="313"/>
            <ac:spMk id="12" creationId="{8BA2C8D1-5AC0-A689-974C-FD2000872F0F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18:25.323" v="20"/>
        <pc:sldMkLst>
          <pc:docMk/>
          <pc:sldMk cId="3077735570" sldId="320"/>
        </pc:sldMkLst>
        <pc:graphicFrameChg chg="modGraphic">
          <ac:chgData name="Lakku, Sai Keertana R" userId="S::kb7924tj@go.minnstate.edu::aa713373-d62e-42be-a5fb-296135668942" providerId="AD" clId="Web-{01C29657-44E9-DAB8-EDE3-36A6760CE5A4}" dt="2025-02-04T21:18:25.323" v="20"/>
          <ac:graphicFrameMkLst>
            <pc:docMk/>
            <pc:sldMk cId="3077735570" sldId="320"/>
            <ac:graphicFrameMk id="4" creationId="{F67D4190-4343-235A-40BD-13BA8FE2CDE6}"/>
          </ac:graphicFrameMkLst>
        </pc:graphicFrameChg>
      </pc:sldChg>
      <pc:sldChg chg="modSp">
        <pc:chgData name="Lakku, Sai Keertana R" userId="S::kb7924tj@go.minnstate.edu::aa713373-d62e-42be-a5fb-296135668942" providerId="AD" clId="Web-{01C29657-44E9-DAB8-EDE3-36A6760CE5A4}" dt="2025-02-04T21:24:53.539" v="34" actId="1076"/>
        <pc:sldMkLst>
          <pc:docMk/>
          <pc:sldMk cId="3893279982" sldId="322"/>
        </pc:sldMkLst>
        <pc:spChg chg="mod">
          <ac:chgData name="Lakku, Sai Keertana R" userId="S::kb7924tj@go.minnstate.edu::aa713373-d62e-42be-a5fb-296135668942" providerId="AD" clId="Web-{01C29657-44E9-DAB8-EDE3-36A6760CE5A4}" dt="2025-02-04T21:24:40.851" v="33" actId="14100"/>
          <ac:spMkLst>
            <pc:docMk/>
            <pc:sldMk cId="3893279982" sldId="322"/>
            <ac:spMk id="2" creationId="{76415023-E973-76BA-B8E2-EFD59DA125A2}"/>
          </ac:spMkLst>
        </pc:spChg>
      </pc:sldChg>
      <pc:sldChg chg="modSp">
        <pc:chgData name="Lakku, Sai Keertana R" userId="S::kb7924tj@go.minnstate.edu::aa713373-d62e-42be-a5fb-296135668942" providerId="AD" clId="Web-{01C29657-44E9-DAB8-EDE3-36A6760CE5A4}" dt="2025-02-04T21:20:06.108" v="24" actId="20577"/>
        <pc:sldMkLst>
          <pc:docMk/>
          <pc:sldMk cId="414450018" sldId="323"/>
        </pc:sldMkLst>
      </pc:sldChg>
      <pc:sldChg chg="addSp delSp">
        <pc:chgData name="Lakku, Sai Keertana R" userId="S::kb7924tj@go.minnstate.edu::aa713373-d62e-42be-a5fb-296135668942" providerId="AD" clId="Web-{01C29657-44E9-DAB8-EDE3-36A6760CE5A4}" dt="2025-02-04T21:21:31.954" v="26"/>
        <pc:sldMkLst>
          <pc:docMk/>
          <pc:sldMk cId="159321284" sldId="324"/>
        </pc:sldMkLst>
      </pc:sldChg>
      <pc:sldChg chg="addSp delSp modSp">
        <pc:chgData name="Lakku, Sai Keertana R" userId="S::kb7924tj@go.minnstate.edu::aa713373-d62e-42be-a5fb-296135668942" providerId="AD" clId="Web-{01C29657-44E9-DAB8-EDE3-36A6760CE5A4}" dt="2025-02-04T21:45:20.923" v="238" actId="20577"/>
        <pc:sldMkLst>
          <pc:docMk/>
          <pc:sldMk cId="2047308767" sldId="327"/>
        </pc:sldMkLst>
        <pc:spChg chg="mod">
          <ac:chgData name="Lakku, Sai Keertana R" userId="S::kb7924tj@go.minnstate.edu::aa713373-d62e-42be-a5fb-296135668942" providerId="AD" clId="Web-{01C29657-44E9-DAB8-EDE3-36A6760CE5A4}" dt="2025-02-04T21:38:27.597" v="164" actId="14100"/>
          <ac:spMkLst>
            <pc:docMk/>
            <pc:sldMk cId="2047308767" sldId="327"/>
            <ac:spMk id="3" creationId="{71D4DFF5-1613-04BF-69BA-2823A8A3941C}"/>
          </ac:spMkLst>
        </pc:spChg>
        <pc:spChg chg="add mod">
          <ac:chgData name="Lakku, Sai Keertana R" userId="S::kb7924tj@go.minnstate.edu::aa713373-d62e-42be-a5fb-296135668942" providerId="AD" clId="Web-{01C29657-44E9-DAB8-EDE3-36A6760CE5A4}" dt="2025-02-04T21:45:20.923" v="238" actId="20577"/>
          <ac:spMkLst>
            <pc:docMk/>
            <pc:sldMk cId="2047308767" sldId="327"/>
            <ac:spMk id="5" creationId="{1C4DF6DA-3059-BC80-46DF-E8F10781254D}"/>
          </ac:spMkLst>
        </pc:spChg>
        <pc:picChg chg="add mod">
          <ac:chgData name="Lakku, Sai Keertana R" userId="S::kb7924tj@go.minnstate.edu::aa713373-d62e-42be-a5fb-296135668942" providerId="AD" clId="Web-{01C29657-44E9-DAB8-EDE3-36A6760CE5A4}" dt="2025-02-04T21:33:01.492" v="64" actId="14100"/>
          <ac:picMkLst>
            <pc:docMk/>
            <pc:sldMk cId="2047308767" sldId="327"/>
            <ac:picMk id="2" creationId="{443DD3BD-4B07-C462-759E-C861E1762030}"/>
          </ac:picMkLst>
        </pc:picChg>
        <pc:picChg chg="mod">
          <ac:chgData name="Lakku, Sai Keertana R" userId="S::kb7924tj@go.minnstate.edu::aa713373-d62e-42be-a5fb-296135668942" providerId="AD" clId="Web-{01C29657-44E9-DAB8-EDE3-36A6760CE5A4}" dt="2025-02-04T21:33:03.852" v="65" actId="1076"/>
          <ac:picMkLst>
            <pc:docMk/>
            <pc:sldMk cId="2047308767" sldId="327"/>
            <ac:picMk id="7" creationId="{60D14F69-5C4E-1EF2-2B44-2AB4B3C8FBFB}"/>
          </ac:picMkLst>
        </pc:picChg>
      </pc:sldChg>
      <pc:sldChg chg="new del">
        <pc:chgData name="Lakku, Sai Keertana R" userId="S::kb7924tj@go.minnstate.edu::aa713373-d62e-42be-a5fb-296135668942" providerId="AD" clId="Web-{01C29657-44E9-DAB8-EDE3-36A6760CE5A4}" dt="2025-02-04T21:37:50.142" v="134"/>
        <pc:sldMkLst>
          <pc:docMk/>
          <pc:sldMk cId="3642470568" sldId="328"/>
        </pc:sldMkLst>
      </pc:sldChg>
    </pc:docChg>
  </pc:docChgLst>
  <pc:docChgLst>
    <pc:chgData name="Lakku, Sai Keertana R" userId="S::kb7924tj@go.minnstate.edu::aa713373-d62e-42be-a5fb-296135668942" providerId="AD" clId="Web-{A0218346-4694-74F4-CC7A-A83BD4A634D1}"/>
    <pc:docChg chg="modSld sldOrd">
      <pc:chgData name="Lakku, Sai Keertana R" userId="S::kb7924tj@go.minnstate.edu::aa713373-d62e-42be-a5fb-296135668942" providerId="AD" clId="Web-{A0218346-4694-74F4-CC7A-A83BD4A634D1}" dt="2025-03-07T01:46:23.591" v="41" actId="20577"/>
      <pc:docMkLst>
        <pc:docMk/>
      </pc:docMkLst>
      <pc:sldChg chg="ord">
        <pc:chgData name="Lakku, Sai Keertana R" userId="S::kb7924tj@go.minnstate.edu::aa713373-d62e-42be-a5fb-296135668942" providerId="AD" clId="Web-{A0218346-4694-74F4-CC7A-A83BD4A634D1}" dt="2025-03-07T00:57:56.519" v="0"/>
        <pc:sldMkLst>
          <pc:docMk/>
          <pc:sldMk cId="3409281103" sldId="311"/>
        </pc:sldMkLst>
      </pc:sldChg>
      <pc:sldChg chg="modSp">
        <pc:chgData name="Lakku, Sai Keertana R" userId="S::kb7924tj@go.minnstate.edu::aa713373-d62e-42be-a5fb-296135668942" providerId="AD" clId="Web-{A0218346-4694-74F4-CC7A-A83BD4A634D1}" dt="2025-03-07T01:37:40.602" v="5" actId="20577"/>
        <pc:sldMkLst>
          <pc:docMk/>
          <pc:sldMk cId="2038052492" sldId="317"/>
        </pc:sldMkLst>
        <pc:spChg chg="mod">
          <ac:chgData name="Lakku, Sai Keertana R" userId="S::kb7924tj@go.minnstate.edu::aa713373-d62e-42be-a5fb-296135668942" providerId="AD" clId="Web-{A0218346-4694-74F4-CC7A-A83BD4A634D1}" dt="2025-03-07T01:37:29.352" v="1" actId="14100"/>
          <ac:spMkLst>
            <pc:docMk/>
            <pc:sldMk cId="2038052492" sldId="317"/>
            <ac:spMk id="1670" creationId="{E0851ED5-9649-0F8D-5C05-079CCF8FE3D3}"/>
          </ac:spMkLst>
        </pc:spChg>
        <pc:spChg chg="mod">
          <ac:chgData name="Lakku, Sai Keertana R" userId="S::kb7924tj@go.minnstate.edu::aa713373-d62e-42be-a5fb-296135668942" providerId="AD" clId="Web-{A0218346-4694-74F4-CC7A-A83BD4A634D1}" dt="2025-03-07T01:37:40.602" v="5" actId="20577"/>
          <ac:spMkLst>
            <pc:docMk/>
            <pc:sldMk cId="2038052492" sldId="317"/>
            <ac:spMk id="1671" creationId="{5AAC9329-0816-8940-9EEF-68901D99590A}"/>
          </ac:spMkLst>
        </pc:spChg>
      </pc:sldChg>
      <pc:sldChg chg="modSp">
        <pc:chgData name="Lakku, Sai Keertana R" userId="S::kb7924tj@go.minnstate.edu::aa713373-d62e-42be-a5fb-296135668942" providerId="AD" clId="Web-{A0218346-4694-74F4-CC7A-A83BD4A634D1}" dt="2025-03-07T01:46:23.591" v="41" actId="20577"/>
        <pc:sldMkLst>
          <pc:docMk/>
          <pc:sldMk cId="1712934111" sldId="332"/>
        </pc:sldMkLst>
        <pc:spChg chg="mod">
          <ac:chgData name="Lakku, Sai Keertana R" userId="S::kb7924tj@go.minnstate.edu::aa713373-d62e-42be-a5fb-296135668942" providerId="AD" clId="Web-{A0218346-4694-74F4-CC7A-A83BD4A634D1}" dt="2025-03-07T01:46:23.591" v="41" actId="20577"/>
          <ac:spMkLst>
            <pc:docMk/>
            <pc:sldMk cId="1712934111" sldId="332"/>
            <ac:spMk id="2" creationId="{12BFFFC8-B55A-D502-9F70-B8D37B8658FA}"/>
          </ac:spMkLst>
        </pc:spChg>
        <pc:spChg chg="mod">
          <ac:chgData name="Lakku, Sai Keertana R" userId="S::kb7924tj@go.minnstate.edu::aa713373-d62e-42be-a5fb-296135668942" providerId="AD" clId="Web-{A0218346-4694-74F4-CC7A-A83BD4A634D1}" dt="2025-03-07T01:44:53.744" v="30" actId="1076"/>
          <ac:spMkLst>
            <pc:docMk/>
            <pc:sldMk cId="1712934111" sldId="332"/>
            <ac:spMk id="17" creationId="{FF1961F5-0102-24E9-3E34-13FA2662D4F0}"/>
          </ac:spMkLst>
        </pc:spChg>
        <pc:spChg chg="mod">
          <ac:chgData name="Lakku, Sai Keertana R" userId="S::kb7924tj@go.minnstate.edu::aa713373-d62e-42be-a5fb-296135668942" providerId="AD" clId="Web-{A0218346-4694-74F4-CC7A-A83BD4A634D1}" dt="2025-03-07T01:42:17.424" v="28" actId="1076"/>
          <ac:spMkLst>
            <pc:docMk/>
            <pc:sldMk cId="1712934111" sldId="332"/>
            <ac:spMk id="19" creationId="{7EDCCA04-3372-EF2C-F5CC-2AF9033D1EA8}"/>
          </ac:spMkLst>
        </pc:spChg>
      </pc:sldChg>
      <pc:sldChg chg="modSp">
        <pc:chgData name="Lakku, Sai Keertana R" userId="S::kb7924tj@go.minnstate.edu::aa713373-d62e-42be-a5fb-296135668942" providerId="AD" clId="Web-{A0218346-4694-74F4-CC7A-A83BD4A634D1}" dt="2025-03-07T01:38:49.635" v="26" actId="20577"/>
        <pc:sldMkLst>
          <pc:docMk/>
          <pc:sldMk cId="374886099" sldId="335"/>
        </pc:sldMkLst>
        <pc:spChg chg="mod">
          <ac:chgData name="Lakku, Sai Keertana R" userId="S::kb7924tj@go.minnstate.edu::aa713373-d62e-42be-a5fb-296135668942" providerId="AD" clId="Web-{A0218346-4694-74F4-CC7A-A83BD4A634D1}" dt="2025-03-07T01:38:49.635" v="26" actId="20577"/>
          <ac:spMkLst>
            <pc:docMk/>
            <pc:sldMk cId="374886099" sldId="335"/>
            <ac:spMk id="4" creationId="{76700F2C-DC2D-0C29-B815-E0699E6A8384}"/>
          </ac:spMkLst>
        </pc:spChg>
      </pc:sldChg>
      <pc:sldChg chg="modSp">
        <pc:chgData name="Lakku, Sai Keertana R" userId="S::kb7924tj@go.minnstate.edu::aa713373-d62e-42be-a5fb-296135668942" providerId="AD" clId="Web-{A0218346-4694-74F4-CC7A-A83BD4A634D1}" dt="2025-03-07T01:38:40.260" v="19" actId="20577"/>
        <pc:sldMkLst>
          <pc:docMk/>
          <pc:sldMk cId="2071863260" sldId="337"/>
        </pc:sldMkLst>
        <pc:spChg chg="mod">
          <ac:chgData name="Lakku, Sai Keertana R" userId="S::kb7924tj@go.minnstate.edu::aa713373-d62e-42be-a5fb-296135668942" providerId="AD" clId="Web-{A0218346-4694-74F4-CC7A-A83BD4A634D1}" dt="2025-03-07T01:38:40.260" v="19" actId="20577"/>
          <ac:spMkLst>
            <pc:docMk/>
            <pc:sldMk cId="2071863260" sldId="337"/>
            <ac:spMk id="4" creationId="{95976B64-BCD2-7BAC-4CCD-91D9DAD0315E}"/>
          </ac:spMkLst>
        </pc:spChg>
      </pc:sldChg>
      <pc:sldChg chg="modSp">
        <pc:chgData name="Lakku, Sai Keertana R" userId="S::kb7924tj@go.minnstate.edu::aa713373-d62e-42be-a5fb-296135668942" providerId="AD" clId="Web-{A0218346-4694-74F4-CC7A-A83BD4A634D1}" dt="2025-03-07T01:38:31.369" v="12" actId="20577"/>
        <pc:sldMkLst>
          <pc:docMk/>
          <pc:sldMk cId="2953584925" sldId="338"/>
        </pc:sldMkLst>
        <pc:spChg chg="mod">
          <ac:chgData name="Lakku, Sai Keertana R" userId="S::kb7924tj@go.minnstate.edu::aa713373-d62e-42be-a5fb-296135668942" providerId="AD" clId="Web-{A0218346-4694-74F4-CC7A-A83BD4A634D1}" dt="2025-03-07T01:38:31.369" v="12" actId="20577"/>
          <ac:spMkLst>
            <pc:docMk/>
            <pc:sldMk cId="2953584925" sldId="338"/>
            <ac:spMk id="6" creationId="{9C420F98-771F-4EB2-F5DA-57B32732DD6C}"/>
          </ac:spMkLst>
        </pc:spChg>
      </pc:sldChg>
    </pc:docChg>
  </pc:docChgLst>
  <pc:docChgLst>
    <pc:chgData name="Hjulberg, Andrew S" userId="S::hi6397ef@go.minnstate.edu::55255bf8-79f2-42d3-80cc-139b63d0776c" providerId="AD" clId="Web-{CBA571DB-6A43-F567-FAE4-A29C8AB721D6}"/>
    <pc:docChg chg="modSld">
      <pc:chgData name="Hjulberg, Andrew S" userId="S::hi6397ef@go.minnstate.edu::55255bf8-79f2-42d3-80cc-139b63d0776c" providerId="AD" clId="Web-{CBA571DB-6A43-F567-FAE4-A29C8AB721D6}" dt="2025-03-03T01:13:27.553" v="5" actId="20577"/>
      <pc:docMkLst>
        <pc:docMk/>
      </pc:docMkLst>
      <pc:sldChg chg="modSp">
        <pc:chgData name="Hjulberg, Andrew S" userId="S::hi6397ef@go.minnstate.edu::55255bf8-79f2-42d3-80cc-139b63d0776c" providerId="AD" clId="Web-{CBA571DB-6A43-F567-FAE4-A29C8AB721D6}" dt="2025-03-03T01:13:27.553" v="5" actId="20577"/>
        <pc:sldMkLst>
          <pc:docMk/>
          <pc:sldMk cId="1848018043" sldId="330"/>
        </pc:sldMkLst>
        <pc:spChg chg="mod">
          <ac:chgData name="Hjulberg, Andrew S" userId="S::hi6397ef@go.minnstate.edu::55255bf8-79f2-42d3-80cc-139b63d0776c" providerId="AD" clId="Web-{CBA571DB-6A43-F567-FAE4-A29C8AB721D6}" dt="2025-03-03T01:13:27.553" v="5" actId="20577"/>
          <ac:spMkLst>
            <pc:docMk/>
            <pc:sldMk cId="1848018043" sldId="330"/>
            <ac:spMk id="6" creationId="{64E0E54A-78EB-C158-D924-BE7CD2F7884D}"/>
          </ac:spMkLst>
        </pc:spChg>
      </pc:sldChg>
    </pc:docChg>
  </pc:docChgLst>
  <pc:docChgLst>
    <pc:chgData name="Hjulberg, Andrew S" userId="S::hi6397ef@go.minnstate.edu::55255bf8-79f2-42d3-80cc-139b63d0776c" providerId="AD" clId="Web-{33BF4D0E-1F43-D535-EDEC-23F33B16AF4D}"/>
    <pc:docChg chg="modSld">
      <pc:chgData name="Hjulberg, Andrew S" userId="S::hi6397ef@go.minnstate.edu::55255bf8-79f2-42d3-80cc-139b63d0776c" providerId="AD" clId="Web-{33BF4D0E-1F43-D535-EDEC-23F33B16AF4D}" dt="2025-02-05T14:00:44.287" v="103" actId="1076"/>
      <pc:docMkLst>
        <pc:docMk/>
      </pc:docMkLst>
      <pc:sldChg chg="modSp">
        <pc:chgData name="Hjulberg, Andrew S" userId="S::hi6397ef@go.minnstate.edu::55255bf8-79f2-42d3-80cc-139b63d0776c" providerId="AD" clId="Web-{33BF4D0E-1F43-D535-EDEC-23F33B16AF4D}" dt="2025-02-05T00:06:01.428" v="96" actId="14100"/>
        <pc:sldMkLst>
          <pc:docMk/>
          <pc:sldMk cId="2564729603" sldId="307"/>
        </pc:sldMkLst>
        <pc:spChg chg="mod">
          <ac:chgData name="Hjulberg, Andrew S" userId="S::hi6397ef@go.minnstate.edu::55255bf8-79f2-42d3-80cc-139b63d0776c" providerId="AD" clId="Web-{33BF4D0E-1F43-D535-EDEC-23F33B16AF4D}" dt="2025-02-04T23:55:50.873" v="8" actId="20577"/>
          <ac:spMkLst>
            <pc:docMk/>
            <pc:sldMk cId="2564729603" sldId="307"/>
            <ac:spMk id="3" creationId="{F37B8F86-F5E2-A4CC-EC34-9A1CFEDF4B88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5T00:00:20.882" v="27" actId="1076"/>
          <ac:spMkLst>
            <pc:docMk/>
            <pc:sldMk cId="2564729603" sldId="307"/>
            <ac:spMk id="4" creationId="{FFC8B379-7E0A-0D8D-27C2-0F671BEEAC60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6:06.748" v="10" actId="20577"/>
          <ac:spMkLst>
            <pc:docMk/>
            <pc:sldMk cId="2564729603" sldId="307"/>
            <ac:spMk id="5" creationId="{F323DD82-8DE9-FEC6-01D7-954513348361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5T00:00:37.367" v="30" actId="1076"/>
          <ac:spMkLst>
            <pc:docMk/>
            <pc:sldMk cId="2564729603" sldId="307"/>
            <ac:spMk id="6" creationId="{082405CF-6417-FFAB-C878-E655814D28D0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7:02.219" v="15" actId="20577"/>
          <ac:spMkLst>
            <pc:docMk/>
            <pc:sldMk cId="2564729603" sldId="307"/>
            <ac:spMk id="7" creationId="{87BCB460-37AD-9807-563D-F57D278F35FD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9:44.896" v="23" actId="20577"/>
          <ac:spMkLst>
            <pc:docMk/>
            <pc:sldMk cId="2564729603" sldId="307"/>
            <ac:spMk id="8" creationId="{E449EDCC-3A37-1673-5C5A-6E082582DABF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5T00:06:01.428" v="96" actId="14100"/>
          <ac:spMkLst>
            <pc:docMk/>
            <pc:sldMk cId="2564729603" sldId="307"/>
            <ac:spMk id="9" creationId="{61FB3AE3-8609-0FA2-98F6-FF94292BB4B2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9:26.443" v="22" actId="20577"/>
          <ac:spMkLst>
            <pc:docMk/>
            <pc:sldMk cId="2564729603" sldId="307"/>
            <ac:spMk id="10" creationId="{7F15CDD5-B195-A148-0157-8A440110C8A0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6:20.171" v="13" actId="20577"/>
          <ac:spMkLst>
            <pc:docMk/>
            <pc:sldMk cId="2564729603" sldId="307"/>
            <ac:spMk id="12" creationId="{8A8C1BAC-2B36-E75F-9E70-DD43C44BE0B4}"/>
          </ac:spMkLst>
        </pc:spChg>
        <pc:spChg chg="mod">
          <ac:chgData name="Hjulberg, Andrew S" userId="S::hi6397ef@go.minnstate.edu::55255bf8-79f2-42d3-80cc-139b63d0776c" providerId="AD" clId="Web-{33BF4D0E-1F43-D535-EDEC-23F33B16AF4D}" dt="2025-02-04T23:55:43.279" v="7" actId="20577"/>
          <ac:spMkLst>
            <pc:docMk/>
            <pc:sldMk cId="2564729603" sldId="307"/>
            <ac:spMk id="14" creationId="{8E231A91-A52F-BB17-045F-1B9D6895B9AF}"/>
          </ac:spMkLst>
        </pc:spChg>
      </pc:sldChg>
      <pc:sldChg chg="modSp">
        <pc:chgData name="Hjulberg, Andrew S" userId="S::hi6397ef@go.minnstate.edu::55255bf8-79f2-42d3-80cc-139b63d0776c" providerId="AD" clId="Web-{33BF4D0E-1F43-D535-EDEC-23F33B16AF4D}" dt="2025-02-05T00:01:36.635" v="56" actId="20577"/>
        <pc:sldMkLst>
          <pc:docMk/>
          <pc:sldMk cId="2119876176" sldId="309"/>
        </pc:sldMkLst>
        <pc:spChg chg="mod">
          <ac:chgData name="Hjulberg, Andrew S" userId="S::hi6397ef@go.minnstate.edu::55255bf8-79f2-42d3-80cc-139b63d0776c" providerId="AD" clId="Web-{33BF4D0E-1F43-D535-EDEC-23F33B16AF4D}" dt="2025-02-05T00:01:36.635" v="56" actId="20577"/>
          <ac:spMkLst>
            <pc:docMk/>
            <pc:sldMk cId="2119876176" sldId="309"/>
            <ac:spMk id="2" creationId="{73C21C1C-8F03-BCD2-D7B0-1F48EF37A510}"/>
          </ac:spMkLst>
        </pc:spChg>
      </pc:sldChg>
      <pc:sldChg chg="modSp">
        <pc:chgData name="Hjulberg, Andrew S" userId="S::hi6397ef@go.minnstate.edu::55255bf8-79f2-42d3-80cc-139b63d0776c" providerId="AD" clId="Web-{33BF4D0E-1F43-D535-EDEC-23F33B16AF4D}" dt="2025-02-05T14:00:44.287" v="103" actId="1076"/>
        <pc:sldMkLst>
          <pc:docMk/>
          <pc:sldMk cId="3409281103" sldId="311"/>
        </pc:sldMkLst>
        <pc:spChg chg="mod">
          <ac:chgData name="Hjulberg, Andrew S" userId="S::hi6397ef@go.minnstate.edu::55255bf8-79f2-42d3-80cc-139b63d0776c" providerId="AD" clId="Web-{33BF4D0E-1F43-D535-EDEC-23F33B16AF4D}" dt="2025-02-05T00:03:39.361" v="95" actId="14100"/>
          <ac:spMkLst>
            <pc:docMk/>
            <pc:sldMk cId="3409281103" sldId="311"/>
            <ac:spMk id="2" creationId="{10258CDE-2E6B-7D33-8917-F582432C6CE0}"/>
          </ac:spMkLst>
        </pc:spChg>
        <pc:graphicFrameChg chg="mod modGraphic">
          <ac:chgData name="Hjulberg, Andrew S" userId="S::hi6397ef@go.minnstate.edu::55255bf8-79f2-42d3-80cc-139b63d0776c" providerId="AD" clId="Web-{33BF4D0E-1F43-D535-EDEC-23F33B16AF4D}" dt="2025-02-05T14:00:44.287" v="103" actId="1076"/>
          <ac:graphicFrameMkLst>
            <pc:docMk/>
            <pc:sldMk cId="3409281103" sldId="311"/>
            <ac:graphicFrameMk id="7" creationId="{0F2F6D8F-7ECA-F8F9-2B7E-F06C3DF0233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t="17657" b="17663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70" r:id="rId9"/>
    <p:sldLayoutId id="2147483672" r:id="rId10"/>
    <p:sldLayoutId id="2147483676" r:id="rId11"/>
    <p:sldLayoutId id="214748367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>
                <a:latin typeface="Poppins"/>
                <a:cs typeface="Poppins"/>
              </a:rPr>
              <a:t>Summary of Findings</a:t>
            </a:r>
            <a:br>
              <a:rPr lang="en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" sz="2400">
                <a:solidFill>
                  <a:schemeClr val="dk1"/>
                </a:solidFill>
                <a:latin typeface="Poppins"/>
                <a:cs typeface="Poppins"/>
              </a:rPr>
              <a:t>The Cluster Commanders</a:t>
            </a: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9715BF-A827-6575-5ACF-896F80FB6F6F}"/>
              </a:ext>
            </a:extLst>
          </p:cNvPr>
          <p:cNvSpPr txBox="1"/>
          <p:nvPr/>
        </p:nvSpPr>
        <p:spPr>
          <a:xfrm>
            <a:off x="1164003" y="3417277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>
                <a:solidFill>
                  <a:schemeClr val="accent5">
                    <a:lumMod val="49000"/>
                  </a:schemeClr>
                </a:solidFill>
                <a:latin typeface="Poppins"/>
                <a:cs typeface="Poppins"/>
              </a:rPr>
              <a:t>05/01/2025</a:t>
            </a:r>
            <a:endParaRPr lang="en-US" sz="1600">
              <a:solidFill>
                <a:schemeClr val="accent5">
                  <a:lumMod val="49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D5372-7902-FB04-6EF6-B5B7EEF845B4}"/>
              </a:ext>
            </a:extLst>
          </p:cNvPr>
          <p:cNvSpPr txBox="1"/>
          <p:nvPr/>
        </p:nvSpPr>
        <p:spPr>
          <a:xfrm>
            <a:off x="8607287" y="4835387"/>
            <a:ext cx="327991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5E73-FBFB-5F4C-DAD2-0DE101C1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– K-means</a:t>
            </a:r>
          </a:p>
        </p:txBody>
      </p:sp>
      <p:pic>
        <p:nvPicPr>
          <p:cNvPr id="4" name="Picture 3" descr="A chart with many colored dots&#10;&#10;AI-generated content may be incorrect.">
            <a:extLst>
              <a:ext uri="{FF2B5EF4-FFF2-40B4-BE49-F238E27FC236}">
                <a16:creationId xmlns:a16="http://schemas.microsoft.com/office/drawing/2014/main" id="{8A578854-D1F4-0108-5EF7-88DC92117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45" y="1019433"/>
            <a:ext cx="5813175" cy="3645245"/>
          </a:xfrm>
          <a:prstGeom prst="rect">
            <a:avLst/>
          </a:prstGeom>
        </p:spPr>
      </p:pic>
      <p:sp>
        <p:nvSpPr>
          <p:cNvPr id="6" name="Google Shape;1669;p42">
            <a:extLst>
              <a:ext uri="{FF2B5EF4-FFF2-40B4-BE49-F238E27FC236}">
                <a16:creationId xmlns:a16="http://schemas.microsoft.com/office/drawing/2014/main" id="{9C420F98-771F-4EB2-F5DA-57B32732DD6C}"/>
              </a:ext>
            </a:extLst>
          </p:cNvPr>
          <p:cNvSpPr txBox="1">
            <a:spLocks/>
          </p:cNvSpPr>
          <p:nvPr/>
        </p:nvSpPr>
        <p:spPr>
          <a:xfrm>
            <a:off x="6111050" y="1504594"/>
            <a:ext cx="3029863" cy="1883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>
                <a:latin typeface="Poppins"/>
              </a:rPr>
              <a:t>Silhouette Score:</a:t>
            </a:r>
            <a:endParaRPr lang="en-US" sz="1800">
              <a:latin typeface="Poppins"/>
            </a:endParaRPr>
          </a:p>
          <a:p>
            <a:pPr algn="ctr"/>
            <a:r>
              <a:rPr lang="en" sz="1800">
                <a:latin typeface="Poppins"/>
              </a:rPr>
              <a:t>.886 (2nd)</a:t>
            </a:r>
          </a:p>
          <a:p>
            <a:pPr algn="ctr"/>
            <a:r>
              <a:rPr lang="en" sz="1800">
                <a:latin typeface="Poppins"/>
              </a:rPr>
              <a:t>Davies-Bouldin Index</a:t>
            </a:r>
          </a:p>
          <a:p>
            <a:pPr algn="ctr"/>
            <a:r>
              <a:rPr lang="en" sz="1800">
                <a:latin typeface="Poppins"/>
              </a:rPr>
              <a:t>.490 (1st)</a:t>
            </a:r>
          </a:p>
          <a:p>
            <a:pPr algn="ctr"/>
            <a:r>
              <a:rPr lang="en" sz="1800">
                <a:latin typeface="Poppins"/>
              </a:rPr>
              <a:t>Calinski-Harabasz Index</a:t>
            </a:r>
          </a:p>
          <a:p>
            <a:pPr algn="ctr"/>
            <a:r>
              <a:rPr lang="en" sz="1800">
                <a:latin typeface="Poppins"/>
              </a:rPr>
              <a:t>4258 (1st)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8DB866-8BF2-7FAC-8378-A5FBA28C2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6" y="1019432"/>
            <a:ext cx="5813175" cy="3676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6027F-2247-9282-A137-45985B9C890A}"/>
              </a:ext>
            </a:extLst>
          </p:cNvPr>
          <p:cNvSpPr txBox="1"/>
          <p:nvPr/>
        </p:nvSpPr>
        <p:spPr>
          <a:xfrm>
            <a:off x="8607287" y="4855265"/>
            <a:ext cx="462169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5358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417B-781C-D810-C099-0809E19F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– Hierarchal Model</a:t>
            </a:r>
          </a:p>
        </p:txBody>
      </p:sp>
      <p:pic>
        <p:nvPicPr>
          <p:cNvPr id="5" name="Picture 4" descr="A chart with many colored dots&#10;&#10;AI-generated content may be incorrect.">
            <a:extLst>
              <a:ext uri="{FF2B5EF4-FFF2-40B4-BE49-F238E27FC236}">
                <a16:creationId xmlns:a16="http://schemas.microsoft.com/office/drawing/2014/main" id="{C4BF5E20-8A42-7928-94DA-3B92960B6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45" y="1019433"/>
            <a:ext cx="5813175" cy="3645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7092A-75DB-AF79-410F-F344CCDE4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5" y="1019433"/>
            <a:ext cx="5813175" cy="3676136"/>
          </a:xfrm>
          <a:prstGeom prst="rect">
            <a:avLst/>
          </a:prstGeom>
        </p:spPr>
      </p:pic>
      <p:sp>
        <p:nvSpPr>
          <p:cNvPr id="4" name="Google Shape;1669;p42">
            <a:extLst>
              <a:ext uri="{FF2B5EF4-FFF2-40B4-BE49-F238E27FC236}">
                <a16:creationId xmlns:a16="http://schemas.microsoft.com/office/drawing/2014/main" id="{95976B64-BCD2-7BAC-4CCD-91D9DAD0315E}"/>
              </a:ext>
            </a:extLst>
          </p:cNvPr>
          <p:cNvSpPr txBox="1">
            <a:spLocks/>
          </p:cNvSpPr>
          <p:nvPr/>
        </p:nvSpPr>
        <p:spPr>
          <a:xfrm>
            <a:off x="6111050" y="1504594"/>
            <a:ext cx="3029863" cy="1883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>
                <a:latin typeface="Poppins"/>
              </a:rPr>
              <a:t>Silhouette Score:</a:t>
            </a:r>
            <a:endParaRPr lang="en-US" sz="1800">
              <a:latin typeface="Poppins"/>
            </a:endParaRPr>
          </a:p>
          <a:p>
            <a:pPr algn="ctr"/>
            <a:r>
              <a:rPr lang="en" sz="1800">
                <a:latin typeface="Poppins"/>
              </a:rPr>
              <a:t>.889 (1st)</a:t>
            </a:r>
          </a:p>
          <a:p>
            <a:pPr algn="ctr"/>
            <a:r>
              <a:rPr lang="en" sz="1800">
                <a:latin typeface="Poppins"/>
              </a:rPr>
              <a:t>Davies-Bouldin Index</a:t>
            </a:r>
          </a:p>
          <a:p>
            <a:pPr algn="ctr"/>
            <a:r>
              <a:rPr lang="en" sz="1800">
                <a:latin typeface="Poppins"/>
              </a:rPr>
              <a:t>.513 (2nd)</a:t>
            </a:r>
          </a:p>
          <a:p>
            <a:pPr algn="ctr"/>
            <a:r>
              <a:rPr lang="en" sz="1800">
                <a:latin typeface="Poppins"/>
              </a:rPr>
              <a:t>Calinski-Harabasz Index</a:t>
            </a:r>
          </a:p>
          <a:p>
            <a:pPr algn="ctr"/>
            <a:r>
              <a:rPr lang="en" sz="1800">
                <a:latin typeface="Poppins"/>
              </a:rPr>
              <a:t>3845 (2nd)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0C97A-9403-0891-E15B-91A4FFAAD79A}"/>
              </a:ext>
            </a:extLst>
          </p:cNvPr>
          <p:cNvSpPr txBox="1"/>
          <p:nvPr/>
        </p:nvSpPr>
        <p:spPr>
          <a:xfrm>
            <a:off x="8607287" y="4855265"/>
            <a:ext cx="462169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7186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3E1F-FD9A-8561-DE5D-45CF09C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ACE8-3B29-0AFC-0675-4B416DAC4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– Fuzzy </a:t>
            </a:r>
            <a:r>
              <a:rPr lang="en-US" err="1"/>
              <a:t>Cmeans</a:t>
            </a:r>
          </a:p>
        </p:txBody>
      </p:sp>
      <p:pic>
        <p:nvPicPr>
          <p:cNvPr id="5" name="Picture 4" descr="A chart with many colored dots&#10;&#10;AI-generated content may be incorrect.">
            <a:extLst>
              <a:ext uri="{FF2B5EF4-FFF2-40B4-BE49-F238E27FC236}">
                <a16:creationId xmlns:a16="http://schemas.microsoft.com/office/drawing/2014/main" id="{BD61E7DC-FFB5-6092-7914-F10B7ECF9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45" y="1019433"/>
            <a:ext cx="5813175" cy="3645245"/>
          </a:xfrm>
          <a:prstGeom prst="rect">
            <a:avLst/>
          </a:prstGeom>
        </p:spPr>
      </p:pic>
      <p:pic>
        <p:nvPicPr>
          <p:cNvPr id="7" name="Picture 6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C708655F-EC47-A1D6-4B5A-09B1945B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5" y="1016933"/>
            <a:ext cx="5821807" cy="3681134"/>
          </a:xfrm>
          <a:prstGeom prst="rect">
            <a:avLst/>
          </a:prstGeom>
        </p:spPr>
      </p:pic>
      <p:sp>
        <p:nvSpPr>
          <p:cNvPr id="4" name="Google Shape;1669;p42">
            <a:extLst>
              <a:ext uri="{FF2B5EF4-FFF2-40B4-BE49-F238E27FC236}">
                <a16:creationId xmlns:a16="http://schemas.microsoft.com/office/drawing/2014/main" id="{76700F2C-DC2D-0C29-B815-E0699E6A8384}"/>
              </a:ext>
            </a:extLst>
          </p:cNvPr>
          <p:cNvSpPr txBox="1">
            <a:spLocks/>
          </p:cNvSpPr>
          <p:nvPr/>
        </p:nvSpPr>
        <p:spPr>
          <a:xfrm>
            <a:off x="6111050" y="1504594"/>
            <a:ext cx="3029863" cy="1883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>
                <a:latin typeface="Poppins"/>
              </a:rPr>
              <a:t>Silhouette Score:</a:t>
            </a:r>
            <a:endParaRPr lang="en-US" sz="1800">
              <a:latin typeface="Poppins"/>
            </a:endParaRPr>
          </a:p>
          <a:p>
            <a:pPr algn="ctr"/>
            <a:r>
              <a:rPr lang="en" sz="1800">
                <a:latin typeface="Poppins"/>
              </a:rPr>
              <a:t>.804 (3rd)</a:t>
            </a:r>
          </a:p>
          <a:p>
            <a:pPr algn="ctr"/>
            <a:r>
              <a:rPr lang="en" sz="1800">
                <a:latin typeface="Poppins"/>
              </a:rPr>
              <a:t>Davies-Bouldin Index</a:t>
            </a:r>
          </a:p>
          <a:p>
            <a:pPr algn="ctr"/>
            <a:r>
              <a:rPr lang="en" sz="1800">
                <a:latin typeface="Poppins"/>
              </a:rPr>
              <a:t>.618 (3rd)</a:t>
            </a:r>
          </a:p>
          <a:p>
            <a:pPr algn="ctr"/>
            <a:r>
              <a:rPr lang="en" sz="1800">
                <a:latin typeface="Poppins"/>
              </a:rPr>
              <a:t>Calinski-Harabasz Index</a:t>
            </a:r>
          </a:p>
          <a:p>
            <a:pPr algn="ctr"/>
            <a:r>
              <a:rPr lang="en" sz="1800">
                <a:latin typeface="Poppins"/>
              </a:rPr>
              <a:t>3638 (3rd)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DF7A8-6E7A-88ED-6A0F-566FDFA99993}"/>
              </a:ext>
            </a:extLst>
          </p:cNvPr>
          <p:cNvSpPr txBox="1"/>
          <p:nvPr/>
        </p:nvSpPr>
        <p:spPr>
          <a:xfrm>
            <a:off x="8607287" y="4855265"/>
            <a:ext cx="462169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74886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A3EA-915C-E07B-EE82-B3D24D4C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5346-546A-3EE7-797A-75B2408E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Results – Markov-Chain</a:t>
            </a:r>
          </a:p>
        </p:txBody>
      </p:sp>
      <p:pic>
        <p:nvPicPr>
          <p:cNvPr id="5" name="Picture 4" descr="A chart with many colored dots&#10;&#10;AI-generated content may be incorrect.">
            <a:extLst>
              <a:ext uri="{FF2B5EF4-FFF2-40B4-BE49-F238E27FC236}">
                <a16:creationId xmlns:a16="http://schemas.microsoft.com/office/drawing/2014/main" id="{75C8BD31-54F8-8A5E-1440-071E0A32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45" y="1019433"/>
            <a:ext cx="5813175" cy="3645245"/>
          </a:xfrm>
          <a:prstGeom prst="rect">
            <a:avLst/>
          </a:prstGeom>
        </p:spPr>
      </p:pic>
      <p:pic>
        <p:nvPicPr>
          <p:cNvPr id="7" name="Picture 6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99B1C972-0373-289B-C181-60B7D1D5A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5" y="1016933"/>
            <a:ext cx="5821807" cy="3681134"/>
          </a:xfrm>
          <a:prstGeom prst="rect">
            <a:avLst/>
          </a:prstGeom>
        </p:spPr>
      </p:pic>
      <p:sp>
        <p:nvSpPr>
          <p:cNvPr id="4" name="Google Shape;1669;p42">
            <a:extLst>
              <a:ext uri="{FF2B5EF4-FFF2-40B4-BE49-F238E27FC236}">
                <a16:creationId xmlns:a16="http://schemas.microsoft.com/office/drawing/2014/main" id="{B3E050EC-B884-2AFE-32F2-C907DF37A5A1}"/>
              </a:ext>
            </a:extLst>
          </p:cNvPr>
          <p:cNvSpPr txBox="1">
            <a:spLocks/>
          </p:cNvSpPr>
          <p:nvPr/>
        </p:nvSpPr>
        <p:spPr>
          <a:xfrm>
            <a:off x="6111050" y="1504594"/>
            <a:ext cx="3029863" cy="1883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>
                <a:latin typeface="Poppins"/>
              </a:rPr>
              <a:t>Silhouette Score:</a:t>
            </a:r>
            <a:endParaRPr lang="en-US" sz="1800">
              <a:latin typeface="Poppins"/>
            </a:endParaRPr>
          </a:p>
          <a:p>
            <a:pPr algn="ctr"/>
            <a:r>
              <a:rPr lang="en" sz="1800">
                <a:latin typeface="Poppins"/>
              </a:rPr>
              <a:t>.804 (3rd)</a:t>
            </a:r>
          </a:p>
          <a:p>
            <a:pPr algn="ctr"/>
            <a:r>
              <a:rPr lang="en" sz="1800">
                <a:latin typeface="Poppins"/>
              </a:rPr>
              <a:t>Davies-Bouldin Index</a:t>
            </a:r>
          </a:p>
          <a:p>
            <a:pPr algn="ctr"/>
            <a:r>
              <a:rPr lang="en" sz="1800">
                <a:latin typeface="Poppins"/>
              </a:rPr>
              <a:t>.618 (3rd)</a:t>
            </a:r>
          </a:p>
          <a:p>
            <a:pPr algn="ctr"/>
            <a:r>
              <a:rPr lang="en" sz="1800">
                <a:latin typeface="Poppins"/>
              </a:rPr>
              <a:t>Calinski-Harabasz Index</a:t>
            </a:r>
          </a:p>
          <a:p>
            <a:pPr algn="ctr"/>
            <a:r>
              <a:rPr lang="en" sz="1800">
                <a:latin typeface="Poppins"/>
              </a:rPr>
              <a:t>3638 (3rd)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4A0C-A749-A21D-6B6F-D3925BE7A2C9}"/>
              </a:ext>
            </a:extLst>
          </p:cNvPr>
          <p:cNvSpPr txBox="1"/>
          <p:nvPr/>
        </p:nvSpPr>
        <p:spPr>
          <a:xfrm>
            <a:off x="8607287" y="4855265"/>
            <a:ext cx="462169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8236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1CB6-1D1B-6B90-861F-A2CA5672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EC67-742B-34BE-535F-8B9D2DE8E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73" y="341116"/>
            <a:ext cx="7704000" cy="572700"/>
          </a:xfrm>
        </p:spPr>
        <p:txBody>
          <a:bodyPr/>
          <a:lstStyle/>
          <a:p>
            <a:r>
              <a:rPr lang="en-US"/>
              <a:t>Model Results – Monthly Aggregate Prediction</a:t>
            </a:r>
          </a:p>
        </p:txBody>
      </p:sp>
      <p:sp>
        <p:nvSpPr>
          <p:cNvPr id="4" name="Google Shape;1669;p42">
            <a:extLst>
              <a:ext uri="{FF2B5EF4-FFF2-40B4-BE49-F238E27FC236}">
                <a16:creationId xmlns:a16="http://schemas.microsoft.com/office/drawing/2014/main" id="{519EC40C-7C8D-C7C8-652F-3A214CE24B95}"/>
              </a:ext>
            </a:extLst>
          </p:cNvPr>
          <p:cNvSpPr txBox="1">
            <a:spLocks/>
          </p:cNvSpPr>
          <p:nvPr/>
        </p:nvSpPr>
        <p:spPr>
          <a:xfrm>
            <a:off x="331107" y="1543560"/>
            <a:ext cx="9052260" cy="3074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" sz="1800" dirty="0">
                <a:latin typeface="Poppins"/>
              </a:rPr>
              <a:t>Methodology: Using a time series of customer purchases on a monthly basis</a:t>
            </a:r>
            <a:endParaRPr lang="en-US" dirty="0"/>
          </a:p>
          <a:p>
            <a:pPr marL="285750" indent="-285750">
              <a:buChar char="•"/>
            </a:pPr>
            <a:r>
              <a:rPr lang="en" sz="1800" dirty="0">
                <a:latin typeface="Poppins"/>
              </a:rPr>
              <a:t>Using Ensembled model of random forest and Light Gradient Boosting Machine for prediction</a:t>
            </a:r>
          </a:p>
          <a:p>
            <a:pPr marL="285750" indent="-285750">
              <a:buChar char="•"/>
            </a:pPr>
            <a:r>
              <a:rPr lang="en" sz="1800" dirty="0">
                <a:latin typeface="Poppins"/>
              </a:rPr>
              <a:t>Scores:</a:t>
            </a:r>
          </a:p>
          <a:p>
            <a:pPr marL="742950" lvl="1" indent="-285750">
              <a:buChar char="•"/>
            </a:pPr>
            <a:r>
              <a:rPr lang="en" sz="1800" dirty="0">
                <a:latin typeface="Poppins"/>
              </a:rPr>
              <a:t>Accuracy: 96%</a:t>
            </a:r>
          </a:p>
          <a:p>
            <a:pPr marL="742950" indent="-285750">
              <a:buChar char="•"/>
            </a:pPr>
            <a:r>
              <a:rPr lang="en" sz="1800" dirty="0">
                <a:latin typeface="Poppins"/>
              </a:rPr>
              <a:t>Macro F1-score: 0.57 </a:t>
            </a:r>
          </a:p>
          <a:p>
            <a:pPr marL="742950" lvl="1" indent="-285750">
              <a:buChar char="•"/>
            </a:pPr>
            <a:r>
              <a:rPr lang="en" sz="1800" dirty="0">
                <a:latin typeface="Poppins"/>
                <a:cs typeface="Poppins"/>
              </a:rPr>
              <a:t>Weighted F1-score: 0.94</a:t>
            </a:r>
          </a:p>
          <a:p>
            <a:pPr marL="285750" indent="-285750">
              <a:buChar char="•"/>
            </a:pPr>
            <a:endParaRPr lang="en" sz="1800" dirty="0">
              <a:latin typeface="Poppins"/>
              <a:cs typeface="Poppins"/>
            </a:endParaRPr>
          </a:p>
          <a:p>
            <a:pPr marL="285750" indent="-285750">
              <a:buChar char="•"/>
            </a:pPr>
            <a:r>
              <a:rPr lang="en" sz="1800" b="1" dirty="0">
                <a:latin typeface="Poppins"/>
                <a:cs typeface="Poppins"/>
              </a:rPr>
              <a:t>NOTE:</a:t>
            </a:r>
            <a:r>
              <a:rPr lang="en" sz="1800" dirty="0">
                <a:latin typeface="Poppins"/>
                <a:cs typeface="Poppins"/>
              </a:rPr>
              <a:t> over 90% of the customers were classified in the bronze tier which is why the accuracy scores are high</a:t>
            </a:r>
          </a:p>
          <a:p>
            <a:pPr marL="742950" lvl="1" indent="-285750">
              <a:buFont typeface="Arial"/>
              <a:buChar char="•"/>
            </a:pPr>
            <a:endParaRPr lang="en" sz="1800">
              <a:latin typeface="Poppins"/>
            </a:endParaRPr>
          </a:p>
          <a:p>
            <a:endParaRPr lang="en" sz="1800">
              <a:latin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42E07-204E-C90A-E874-D065543A662A}"/>
              </a:ext>
            </a:extLst>
          </p:cNvPr>
          <p:cNvSpPr txBox="1"/>
          <p:nvPr/>
        </p:nvSpPr>
        <p:spPr>
          <a:xfrm>
            <a:off x="8607287" y="4855265"/>
            <a:ext cx="462169" cy="30777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288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6A61-66F6-17B6-6285-3D5E6B3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 Highlights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AF720-C677-459F-ED77-721ADBDA26D7}"/>
              </a:ext>
            </a:extLst>
          </p:cNvPr>
          <p:cNvSpPr txBox="1"/>
          <p:nvPr/>
        </p:nvSpPr>
        <p:spPr>
          <a:xfrm>
            <a:off x="728159" y="1164771"/>
            <a:ext cx="799839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Poppins"/>
              </a:rPr>
              <a:t>Understanding Our Customers:</a:t>
            </a:r>
            <a:endParaRPr lang="en-US" sz="1800" b="1">
              <a:solidFill>
                <a:srgbClr val="1D1D1D"/>
              </a:solidFill>
              <a:latin typeface="Poppin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 dirty="0">
                <a:latin typeface="Poppins"/>
              </a:rPr>
              <a:t>We grouped customers into 6 tiers from Rock (lowest) to Platinum (highest).</a:t>
            </a:r>
            <a:endParaRPr lang="en-US" sz="1800">
              <a:solidFill>
                <a:srgbClr val="1D1D1D"/>
              </a:solidFill>
              <a:latin typeface="Poppin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 dirty="0">
                <a:latin typeface="Poppins"/>
              </a:rPr>
              <a:t>Most customers are in Tier 0 (Rock), but they bring in very little revenue.</a:t>
            </a:r>
            <a:endParaRPr lang="en-US" sz="1800">
              <a:solidFill>
                <a:srgbClr val="1D1D1D"/>
              </a:solidFill>
              <a:latin typeface="Poppin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 dirty="0">
                <a:latin typeface="Poppins"/>
              </a:rPr>
              <a:t>Tiers 4 and 5 (Diamond and Platinum) have fewer customers but the highest revenue</a:t>
            </a:r>
            <a:r>
              <a:rPr lang="en-US" sz="1800" b="1" dirty="0">
                <a:latin typeface="Poppins"/>
              </a:rPr>
              <a:t>.</a:t>
            </a:r>
            <a:endParaRPr lang="en-US" sz="1800" b="1">
              <a:solidFill>
                <a:srgbClr val="1D1D1D"/>
              </a:solidFill>
              <a:latin typeface="Poppins"/>
            </a:endParaRPr>
          </a:p>
          <a:p>
            <a:pPr marL="457200" lvl="1"/>
            <a:endParaRPr lang="en-US" sz="1800" b="1" dirty="0">
              <a:latin typeface="Poppins"/>
            </a:endParaRPr>
          </a:p>
          <a:p>
            <a:r>
              <a:rPr lang="en-US" sz="1800" b="1" dirty="0">
                <a:latin typeface="Poppins"/>
              </a:rPr>
              <a:t>What We Learned:</a:t>
            </a:r>
            <a:endParaRPr lang="en-US" sz="1800" b="1">
              <a:solidFill>
                <a:srgbClr val="1D1D1D"/>
              </a:solidFill>
              <a:latin typeface="Poppin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 dirty="0">
                <a:latin typeface="Poppins"/>
              </a:rPr>
              <a:t>Customers don’t often move to higher tiers on their own — especially from Rock and Bronze tiers.</a:t>
            </a:r>
            <a:endParaRPr lang="en-US" sz="1800" dirty="0">
              <a:solidFill>
                <a:srgbClr val="1D1D1D"/>
              </a:solidFill>
              <a:latin typeface="Poppin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>
                <a:latin typeface="Poppins"/>
              </a:rPr>
              <a:t>Our monthly aggregate prediction model is very accurate, which </a:t>
            </a:r>
            <a:r>
              <a:rPr lang="en-US" sz="1800" dirty="0">
                <a:latin typeface="Poppins"/>
              </a:rPr>
              <a:t>helps our client plan sales and marketing better.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4230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7891-3EAE-B379-BBFA-5EC92174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559-9F76-9021-26ED-F64B7A63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i="0" u="none" strike="noStrike" cap="none">
                <a:latin typeface="IBM Plex Mono"/>
                <a:ea typeface="IBM Plex Mono"/>
                <a:cs typeface="IBM Plex Mono"/>
                <a:sym typeface="IBM Plex Mono"/>
              </a:rPr>
              <a:t>Business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72445-6B00-809F-CEAD-10407DA8A70D}"/>
              </a:ext>
            </a:extLst>
          </p:cNvPr>
          <p:cNvSpPr txBox="1"/>
          <p:nvPr/>
        </p:nvSpPr>
        <p:spPr>
          <a:xfrm>
            <a:off x="735558" y="1291269"/>
            <a:ext cx="7533797" cy="34317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b="1"/>
              <a:t>Prioritize Silver and Gold</a:t>
            </a:r>
            <a:r>
              <a:rPr lang="en-US" sz="1800"/>
              <a:t> — these customers show strong potential for growth and are most </a:t>
            </a:r>
            <a:r>
              <a:rPr lang="en-US" sz="1800" dirty="0"/>
              <a:t>likely to upgrade with targeted engagement.</a:t>
            </a:r>
            <a:endParaRPr lang="en-US"/>
          </a:p>
          <a:p>
            <a:pPr marL="285750" indent="-285750">
              <a:buChar char="•"/>
            </a:pPr>
            <a:endParaRPr lang="en-US" sz="1800" dirty="0"/>
          </a:p>
          <a:p>
            <a:pPr marL="285750" indent="-285750">
              <a:buChar char="•"/>
            </a:pPr>
            <a:r>
              <a:rPr lang="en-US" sz="1800" b="1" dirty="0"/>
              <a:t>Retain Platinum and Diamond customers</a:t>
            </a:r>
            <a:r>
              <a:rPr lang="en-US" sz="1800" dirty="0"/>
              <a:t> — these customers consistently contribute the highest revenue, despite being a smaller portion of the customer base.</a:t>
            </a:r>
            <a:endParaRPr lang="en-US" dirty="0"/>
          </a:p>
          <a:p>
            <a:pPr marL="285750" indent="-285750">
              <a:buChar char="•"/>
            </a:pPr>
            <a:endParaRPr lang="en-US" sz="1800" dirty="0"/>
          </a:p>
          <a:p>
            <a:pPr marL="285750" indent="-285750">
              <a:buChar char="•"/>
            </a:pPr>
            <a:r>
              <a:rPr lang="en-US" sz="1800" b="1"/>
              <a:t>Engage Rock &amp; Bronze customers</a:t>
            </a:r>
            <a:r>
              <a:rPr lang="en-US" sz="1800" dirty="0"/>
              <a:t> — these customers show minimal spending patterns, with limited movement into higher tiers, even over longer periods</a:t>
            </a:r>
          </a:p>
          <a:p>
            <a:pPr marL="285750" indent="-285750">
              <a:spcAft>
                <a:spcPts val="600"/>
              </a:spcAft>
              <a:buChar char="•"/>
            </a:pPr>
            <a:endParaRPr lang="en-US" sz="1800">
              <a:latin typeface="Poppins"/>
            </a:endParaRPr>
          </a:p>
          <a:p>
            <a:pPr algn="l"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0D46-031D-CD07-8F30-D277AE28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124DA-7ADE-DFEB-4F3A-F88EA5CF9E52}"/>
              </a:ext>
            </a:extLst>
          </p:cNvPr>
          <p:cNvSpPr txBox="1"/>
          <p:nvPr/>
        </p:nvSpPr>
        <p:spPr>
          <a:xfrm>
            <a:off x="854765" y="1818861"/>
            <a:ext cx="76978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Poppins"/>
              </a:rPr>
              <a:t>Combining tier-based segmentation with predictive modeling gave us powerful insights into customer behavior—allowing our client to target the right customers, boost retention, and drive smarter growth decisions.</a:t>
            </a:r>
          </a:p>
        </p:txBody>
      </p:sp>
    </p:spTree>
    <p:extLst>
      <p:ext uri="{BB962C8B-B14F-4D97-AF65-F5344CB8AC3E}">
        <p14:creationId xmlns:p14="http://schemas.microsoft.com/office/powerpoint/2010/main" val="104112202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Introduction to Coding Workshop by Slidesgo</vt:lpstr>
      <vt:lpstr>Summary of Findings The Cluster Commanders</vt:lpstr>
      <vt:lpstr>Model Results – K-means</vt:lpstr>
      <vt:lpstr>Model Results – Hierarchal Model</vt:lpstr>
      <vt:lpstr>Model Results – Fuzzy Cmeans</vt:lpstr>
      <vt:lpstr>Model Results – Markov-Chain</vt:lpstr>
      <vt:lpstr>Model Results – Monthly Aggregate Prediction</vt:lpstr>
      <vt:lpstr>Customer Highlights</vt:lpstr>
      <vt:lpstr>Business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97</cp:revision>
  <dcterms:modified xsi:type="dcterms:W3CDTF">2025-05-01T18:39:53Z</dcterms:modified>
</cp:coreProperties>
</file>