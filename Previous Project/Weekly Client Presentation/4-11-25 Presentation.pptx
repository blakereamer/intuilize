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73" r:id="rId4"/>
    <p:sldId id="280" r:id="rId5"/>
    <p:sldId id="275" r:id="rId6"/>
    <p:sldId id="279" r:id="rId7"/>
    <p:sldId id="26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AAB0"/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4A92EF-03B3-3113-D20F-D627A01395CD}" v="4" dt="2025-04-25T15:49:28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julberg, Andrew S" userId="S::hi6397ef@go.minnstate.edu::55255bf8-79f2-42d3-80cc-139b63d0776c" providerId="AD" clId="Web-{CAAF0768-A62F-24C3-04B6-29D14C7D3066}"/>
    <pc:docChg chg="modSld">
      <pc:chgData name="Hjulberg, Andrew S" userId="S::hi6397ef@go.minnstate.edu::55255bf8-79f2-42d3-80cc-139b63d0776c" providerId="AD" clId="Web-{CAAF0768-A62F-24C3-04B6-29D14C7D3066}" dt="2025-04-11T16:09:12.576" v="79"/>
      <pc:docMkLst>
        <pc:docMk/>
      </pc:docMkLst>
      <pc:sldChg chg="modSp">
        <pc:chgData name="Hjulberg, Andrew S" userId="S::hi6397ef@go.minnstate.edu::55255bf8-79f2-42d3-80cc-139b63d0776c" providerId="AD" clId="Web-{CAAF0768-A62F-24C3-04B6-29D14C7D3066}" dt="2025-04-11T15:19:09.873" v="1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CAAF0768-A62F-24C3-04B6-29D14C7D3066}" dt="2025-04-11T15:19:09.873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CAAF0768-A62F-24C3-04B6-29D14C7D3066}" dt="2025-04-11T15:52:46.151" v="60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AF0768-A62F-24C3-04B6-29D14C7D3066}" dt="2025-04-11T15:52:46.151" v="60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modSp">
        <pc:chgData name="Hjulberg, Andrew S" userId="S::hi6397ef@go.minnstate.edu::55255bf8-79f2-42d3-80cc-139b63d0776c" providerId="AD" clId="Web-{CAAF0768-A62F-24C3-04B6-29D14C7D3066}" dt="2025-04-11T16:09:12.576" v="79"/>
        <pc:sldMkLst>
          <pc:docMk/>
          <pc:sldMk cId="1656249528" sldId="273"/>
        </pc:sldMkLst>
        <pc:graphicFrameChg chg="add mod modGraphic">
          <ac:chgData name="Hjulberg, Andrew S" userId="S::hi6397ef@go.minnstate.edu::55255bf8-79f2-42d3-80cc-139b63d0776c" providerId="AD" clId="Web-{CAAF0768-A62F-24C3-04B6-29D14C7D3066}" dt="2025-04-11T16:09:12.576" v="79"/>
          <ac:graphicFrameMkLst>
            <pc:docMk/>
            <pc:sldMk cId="1656249528" sldId="273"/>
            <ac:graphicFrameMk id="5" creationId="{EDD9A119-3DD9-0300-6BBF-93FBEC116511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5C4A92EF-03B3-3113-D20F-D627A01395CD}"/>
    <pc:docChg chg="modSld">
      <pc:chgData name="Wilkins, Graham C" userId="S::bh5884is@go.minnstate.edu::d858373d-d4a5-4d5a-af0d-fcf67a33b3d5" providerId="AD" clId="Web-{5C4A92EF-03B3-3113-D20F-D627A01395CD}" dt="2025-04-25T15:49:27.055" v="2"/>
      <pc:docMkLst>
        <pc:docMk/>
      </pc:docMkLst>
      <pc:sldChg chg="addSp delSp modSp mod setBg">
        <pc:chgData name="Wilkins, Graham C" userId="S::bh5884is@go.minnstate.edu::d858373d-d4a5-4d5a-af0d-fcf67a33b3d5" providerId="AD" clId="Web-{5C4A92EF-03B3-3113-D20F-D627A01395CD}" dt="2025-04-25T15:49:27.055" v="2"/>
        <pc:sldMkLst>
          <pc:docMk/>
          <pc:sldMk cId="2639385583" sldId="260"/>
        </pc:sldMkLst>
        <pc:spChg chg="mod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2" creationId="{F2ECA33D-9372-9927-F8E7-2A49143B39C6}"/>
          </ac:spMkLst>
        </pc:spChg>
        <pc:spChg chg="mod ord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3" creationId="{447AA1C3-D07C-64CF-7189-5DC9C418E1D1}"/>
          </ac:spMkLst>
        </pc:spChg>
        <pc:spChg chg="add del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13" creationId="{989BE678-777B-482A-A616-FEDC47B162E5}"/>
          </ac:spMkLst>
        </pc:spChg>
        <pc:spChg chg="add del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19" creationId="{D28BE0C3-2102-4820-B88B-A448B1840D14}"/>
          </ac:spMkLst>
        </pc:spChg>
        <pc:spChg chg="add del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21" creationId="{C6A81905-F480-46A4-BC10-215D24EA1AE6}"/>
          </ac:spMkLst>
        </pc:spChg>
        <pc:spChg chg="add del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23" creationId="{36FD4D9D-3784-41E8-8405-A42B72F51331}"/>
          </ac:spMkLst>
        </pc:spChg>
        <pc:spChg chg="add del">
          <ac:chgData name="Wilkins, Graham C" userId="S::bh5884is@go.minnstate.edu::d858373d-d4a5-4d5a-af0d-fcf67a33b3d5" providerId="AD" clId="Web-{5C4A92EF-03B3-3113-D20F-D627A01395CD}" dt="2025-04-25T15:49:27.055" v="2"/>
          <ac:spMkLst>
            <pc:docMk/>
            <pc:sldMk cId="2639385583" sldId="260"/>
            <ac:spMk id="25" creationId="{60817A52-B891-4228-A61E-0C0A57632DDA}"/>
          </ac:spMkLst>
        </pc:spChg>
        <pc:picChg chg="add mod">
          <ac:chgData name="Wilkins, Graham C" userId="S::bh5884is@go.minnstate.edu::d858373d-d4a5-4d5a-af0d-fcf67a33b3d5" providerId="AD" clId="Web-{5C4A92EF-03B3-3113-D20F-D627A01395CD}" dt="2025-04-25T15:49:27.055" v="2"/>
          <ac:picMkLst>
            <pc:docMk/>
            <pc:sldMk cId="2639385583" sldId="260"/>
            <ac:picMk id="4" creationId="{6C9C1D12-4A93-02D2-151C-077B4DAF6D13}"/>
          </ac:picMkLst>
        </pc:picChg>
        <pc:picChg chg="add">
          <ac:chgData name="Wilkins, Graham C" userId="S::bh5884is@go.minnstate.edu::d858373d-d4a5-4d5a-af0d-fcf67a33b3d5" providerId="AD" clId="Web-{5C4A92EF-03B3-3113-D20F-D627A01395CD}" dt="2025-04-25T15:49:21.446" v="1"/>
          <ac:picMkLst>
            <pc:docMk/>
            <pc:sldMk cId="2639385583" sldId="260"/>
            <ac:picMk id="9" creationId="{DF19BAF3-7E20-4B9D-B544-BABAEEA1FA75}"/>
          </ac:picMkLst>
        </pc:picChg>
        <pc:picChg chg="add del">
          <ac:chgData name="Wilkins, Graham C" userId="S::bh5884is@go.minnstate.edu::d858373d-d4a5-4d5a-af0d-fcf67a33b3d5" providerId="AD" clId="Web-{5C4A92EF-03B3-3113-D20F-D627A01395CD}" dt="2025-04-25T15:49:27.055" v="2"/>
          <ac:picMkLst>
            <pc:docMk/>
            <pc:sldMk cId="2639385583" sldId="260"/>
            <ac:picMk id="15" creationId="{CF1EB4BD-9C7E-4AA3-9681-C7EB0DA6250B}"/>
          </ac:picMkLst>
        </pc:picChg>
        <pc:picChg chg="del">
          <ac:chgData name="Wilkins, Graham C" userId="S::bh5884is@go.minnstate.edu::d858373d-d4a5-4d5a-af0d-fcf67a33b3d5" providerId="AD" clId="Web-{5C4A92EF-03B3-3113-D20F-D627A01395CD}" dt="2025-04-25T15:49:27.055" v="2"/>
          <ac:picMkLst>
            <pc:docMk/>
            <pc:sldMk cId="2639385583" sldId="260"/>
            <ac:picMk id="17" creationId="{94AAE3AA-3759-4D28-B0EF-575F25A5146C}"/>
          </ac:picMkLst>
        </pc:picChg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Hjulberg, Andrew S" userId="55255bf8-79f2-42d3-80cc-139b63d0776c" providerId="ADAL" clId="{1989038E-5C00-4FFC-9F77-DABED97894AF}"/>
    <pc:docChg chg="custSel addSld delSld modSld sldOrd">
      <pc:chgData name="Hjulberg, Andrew S" userId="55255bf8-79f2-42d3-80cc-139b63d0776c" providerId="ADAL" clId="{1989038E-5C00-4FFC-9F77-DABED97894AF}" dt="2025-04-04T16:27:13.453" v="493" actId="20577"/>
      <pc:docMkLst>
        <pc:docMk/>
      </pc:docMkLst>
      <pc:sldChg chg="modSp">
        <pc:chgData name="Hjulberg, Andrew S" userId="55255bf8-79f2-42d3-80cc-139b63d0776c" providerId="ADAL" clId="{1989038E-5C00-4FFC-9F77-DABED97894AF}" dt="2025-04-04T15:30:04.289" v="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1989038E-5C00-4FFC-9F77-DABED97894AF}" dt="2025-04-04T15:30:04.289" v="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mod">
        <pc:chgData name="Hjulberg, Andrew S" userId="55255bf8-79f2-42d3-80cc-139b63d0776c" providerId="ADAL" clId="{1989038E-5C00-4FFC-9F77-DABED97894AF}" dt="2025-04-04T15:48:23.476" v="466" actId="255"/>
        <pc:sldMkLst>
          <pc:docMk/>
          <pc:sldMk cId="2639385583" sldId="260"/>
        </pc:sldMkLst>
        <pc:spChg chg="mod">
          <ac:chgData name="Hjulberg, Andrew S" userId="55255bf8-79f2-42d3-80cc-139b63d0776c" providerId="ADAL" clId="{1989038E-5C00-4FFC-9F77-DABED97894AF}" dt="2025-04-04T15:48:23.476" v="466" actId="255"/>
          <ac:spMkLst>
            <pc:docMk/>
            <pc:sldMk cId="2639385583" sldId="260"/>
            <ac:spMk id="2" creationId="{F2ECA33D-9372-9927-F8E7-2A49143B39C6}"/>
          </ac:spMkLst>
        </pc:spChg>
      </pc:sldChg>
      <pc:sldChg chg="modSp">
        <pc:chgData name="Hjulberg, Andrew S" userId="55255bf8-79f2-42d3-80cc-139b63d0776c" providerId="ADAL" clId="{1989038E-5C00-4FFC-9F77-DABED97894AF}" dt="2025-04-04T15:42:35.908" v="464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1989038E-5C00-4FFC-9F77-DABED97894AF}" dt="2025-04-04T15:42:35.908" v="464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1989038E-5C00-4FFC-9F77-DABED97894AF}" dt="2025-04-04T15:36:10.958" v="302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1989038E-5C00-4FFC-9F77-DABED97894AF}" dt="2025-04-04T15:36:10.958" v="302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">
          <ac:chgData name="Hjulberg, Andrew S" userId="55255bf8-79f2-42d3-80cc-139b63d0776c" providerId="ADAL" clId="{1989038E-5C00-4FFC-9F77-DABED97894AF}" dt="2025-04-04T15:30:54.766" v="50" actId="1035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add mod">
          <ac:chgData name="Hjulberg, Andrew S" userId="55255bf8-79f2-42d3-80cc-139b63d0776c" providerId="ADAL" clId="{1989038E-5C00-4FFC-9F77-DABED97894AF}" dt="2025-04-04T15:31:14.749" v="52" actId="1076"/>
          <ac:graphicFrameMkLst>
            <pc:docMk/>
            <pc:sldMk cId="1656249528" sldId="273"/>
            <ac:graphicFrameMk id="8" creationId="{48A7AAB1-EBD5-E686-3497-D8ACE2787863}"/>
          </ac:graphicFrameMkLst>
        </pc:graphicFrameChg>
        <pc:picChg chg="del">
          <ac:chgData name="Hjulberg, Andrew S" userId="55255bf8-79f2-42d3-80cc-139b63d0776c" providerId="ADAL" clId="{1989038E-5C00-4FFC-9F77-DABED97894AF}" dt="2025-04-04T15:30:23.194" v="1" actId="21"/>
          <ac:picMkLst>
            <pc:docMk/>
            <pc:sldMk cId="1656249528" sldId="273"/>
            <ac:picMk id="4" creationId="{9D97BADF-57F1-970E-0764-ACAA77644D31}"/>
          </ac:picMkLst>
        </pc:picChg>
        <pc:picChg chg="add del mod">
          <ac:chgData name="Hjulberg, Andrew S" userId="55255bf8-79f2-42d3-80cc-139b63d0776c" providerId="ADAL" clId="{1989038E-5C00-4FFC-9F77-DABED97894AF}" dt="2025-04-04T15:30:35.621" v="3" actId="478"/>
          <ac:picMkLst>
            <pc:docMk/>
            <pc:sldMk cId="1656249528" sldId="273"/>
            <ac:picMk id="5" creationId="{3E90E8B8-C819-BC5F-38D9-D3804C22EE88}"/>
          </ac:picMkLst>
        </pc:picChg>
      </pc:sldChg>
      <pc:sldChg chg="del">
        <pc:chgData name="Hjulberg, Andrew S" userId="55255bf8-79f2-42d3-80cc-139b63d0776c" providerId="ADAL" clId="{1989038E-5C00-4FFC-9F77-DABED97894AF}" dt="2025-04-04T15:31:44.716" v="76" actId="47"/>
        <pc:sldMkLst>
          <pc:docMk/>
          <pc:sldMk cId="893194236" sldId="274"/>
        </pc:sldMkLst>
      </pc:sldChg>
      <pc:sldChg chg="ord">
        <pc:chgData name="Hjulberg, Andrew S" userId="55255bf8-79f2-42d3-80cc-139b63d0776c" providerId="ADAL" clId="{1989038E-5C00-4FFC-9F77-DABED97894AF}" dt="2025-04-04T15:37:06.872" v="304"/>
        <pc:sldMkLst>
          <pc:docMk/>
          <pc:sldMk cId="401840768" sldId="275"/>
        </pc:sldMkLst>
      </pc:sldChg>
      <pc:sldChg chg="delSp modSp mod">
        <pc:chgData name="Hjulberg, Andrew S" userId="55255bf8-79f2-42d3-80cc-139b63d0776c" providerId="ADAL" clId="{1989038E-5C00-4FFC-9F77-DABED97894AF}" dt="2025-04-04T16:00:45.617" v="482" actId="20577"/>
        <pc:sldMkLst>
          <pc:docMk/>
          <pc:sldMk cId="2540521633" sldId="277"/>
        </pc:sldMkLst>
        <pc:graphicFrameChg chg="modGraphic">
          <ac:chgData name="Hjulberg, Andrew S" userId="55255bf8-79f2-42d3-80cc-139b63d0776c" providerId="ADAL" clId="{1989038E-5C00-4FFC-9F77-DABED97894AF}" dt="2025-04-04T16:00:45.617" v="482" actId="20577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2.488" v="77" actId="478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4.316" v="78" actId="478"/>
          <ac:graphicFrameMkLst>
            <pc:docMk/>
            <pc:sldMk cId="2540521633" sldId="277"/>
            <ac:graphicFrameMk id="8" creationId="{05AFF212-916D-E3C5-F44B-025236DD3228}"/>
          </ac:graphicFrameMkLst>
        </pc:graphicFrameChg>
      </pc:sldChg>
      <pc:sldChg chg="modSp add mod ord">
        <pc:chgData name="Hjulberg, Andrew S" userId="55255bf8-79f2-42d3-80cc-139b63d0776c" providerId="ADAL" clId="{1989038E-5C00-4FFC-9F77-DABED97894AF}" dt="2025-04-04T16:27:13.453" v="493" actId="20577"/>
        <pc:sldMkLst>
          <pc:docMk/>
          <pc:sldMk cId="3527744105" sldId="278"/>
        </pc:sldMkLst>
        <pc:spChg chg="mod">
          <ac:chgData name="Hjulberg, Andrew S" userId="55255bf8-79f2-42d3-80cc-139b63d0776c" providerId="ADAL" clId="{1989038E-5C00-4FFC-9F77-DABED97894AF}" dt="2025-04-04T16:02:27.776" v="492" actId="20577"/>
          <ac:spMkLst>
            <pc:docMk/>
            <pc:sldMk cId="3527744105" sldId="278"/>
            <ac:spMk id="2" creationId="{F7BB94F9-5458-6F7A-BC6A-DEE7EA0BE84A}"/>
          </ac:spMkLst>
        </pc:spChg>
        <pc:spChg chg="mod">
          <ac:chgData name="Hjulberg, Andrew S" userId="55255bf8-79f2-42d3-80cc-139b63d0776c" providerId="ADAL" clId="{1989038E-5C00-4FFC-9F77-DABED97894AF}" dt="2025-04-04T16:27:13.453" v="493" actId="20577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name="Srinivasa Reddy, Shashank reddy" userId="S::qn1833ep@go.minnstate.edu::5f8d5532-cbd8-40c0-aa18-97830f20e260" providerId="AD" clId="Web-{C8060422-C3F0-BE59-8305-B28CD494688C}"/>
    <pc:docChg chg="addSld delSld modSld">
      <pc:chgData name="Srinivasa Reddy, Shashank reddy" userId="S::qn1833ep@go.minnstate.edu::5f8d5532-cbd8-40c0-aa18-97830f20e260" providerId="AD" clId="Web-{C8060422-C3F0-BE59-8305-B28CD494688C}" dt="2025-03-28T15:24:34.646" v="376" actId="20577"/>
      <pc:docMkLst>
        <pc:docMk/>
      </pc:docMkLst>
      <pc:sldChg chg="modSp">
        <pc:chgData name="Srinivasa Reddy, Shashank reddy" userId="S::qn1833ep@go.minnstate.edu::5f8d5532-cbd8-40c0-aa18-97830f20e260" providerId="AD" clId="Web-{C8060422-C3F0-BE59-8305-B28CD494688C}" dt="2025-03-28T15:23:59.067" v="373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C8060422-C3F0-BE59-8305-B28CD494688C}" dt="2025-03-28T15:23:59.067" v="373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 mod setBg setClrOvrMap">
        <pc:chgData name="Srinivasa Reddy, Shashank reddy" userId="S::qn1833ep@go.minnstate.edu::5f8d5532-cbd8-40c0-aa18-97830f20e260" providerId="AD" clId="Web-{C8060422-C3F0-BE59-8305-B28CD494688C}" dt="2025-03-28T15:24:34.646" v="376" actId="20577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5:24:03.207" v="374" actId="20577"/>
          <ac:spMkLst>
            <pc:docMk/>
            <pc:sldMk cId="401840768" sldId="275"/>
            <ac:spMk id="3" creationId="{28EC074C-A5CF-98CF-574C-DC35FC12E44B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7T19:42:43.488" v="153"/>
          <ac:spMkLst>
            <pc:docMk/>
            <pc:sldMk cId="401840768" sldId="275"/>
            <ac:spMk id="4" creationId="{0F24E42C-C15F-DA9A-8303-BDD4D972FC5B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1" creationId="{4E78424C-6FD0-41F8-9CAA-5DC19C42359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2" creationId="{DD136760-57DC-4301-8BEA-B71AD2D1390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4" creationId="{BDC58DEA-1307-4F44-AD47-E613D8B76A8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6" creationId="{C99B912D-1E4B-42AF-A2BE-CFEFEC916EE7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1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2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3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8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9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0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1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1:55:11.457" v="169"/>
          <ac:spMkLst>
            <pc:docMk/>
            <pc:sldMk cId="401840768" sldId="275"/>
            <ac:spMk id="35" creationId="{D2236FAB-CEB5-356E-760F-284D1192362F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8T12:08:49.002" v="249"/>
          <ac:spMkLst>
            <pc:docMk/>
            <pc:sldMk cId="401840768" sldId="275"/>
            <ac:spMk id="36" creationId="{A586D533-223B-8EA3-B0D9-1A98A6C1504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7" creationId="{4E78424C-6FD0-41F8-9CAA-5DC19C42359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9" creationId="{DD136760-57DC-4301-8BEA-B71AD2D13905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1" creationId="{BDC58DEA-1307-4F44-AD47-E613D8B76A89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3" creationId="{C99B912D-1E4B-42AF-A2BE-CFEFEC916EE7}"/>
          </ac:spMkLst>
        </pc:spChg>
        <pc:spChg chg="add mod">
          <ac:chgData name="Srinivasa Reddy, Shashank reddy" userId="S::qn1833ep@go.minnstate.edu::5f8d5532-cbd8-40c0-aa18-97830f20e260" providerId="AD" clId="Web-{C8060422-C3F0-BE59-8305-B28CD494688C}" dt="2025-03-28T15:23:00.111" v="371" actId="1076"/>
          <ac:spMkLst>
            <pc:docMk/>
            <pc:sldMk cId="401840768" sldId="275"/>
            <ac:spMk id="988" creationId="{2761B5EE-4776-46A5-56B2-AD14F95BDDCD}"/>
          </ac:spMkLst>
        </pc:spChg>
        <pc:graphicFrameChg chg="add del">
          <ac:chgData name="Srinivasa Reddy, Shashank reddy" userId="S::qn1833ep@go.minnstate.edu::5f8d5532-cbd8-40c0-aa18-97830f20e260" providerId="AD" clId="Web-{C8060422-C3F0-BE59-8305-B28CD494688C}" dt="2025-03-27T19:42:14.004" v="146"/>
          <ac:graphicFrameMkLst>
            <pc:docMk/>
            <pc:sldMk cId="401840768" sldId="275"/>
            <ac:graphicFrameMk id="13" creationId="{3CBD1CCC-25DF-76FE-4707-4352BD2BBA2C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23.644" v="148"/>
          <ac:graphicFrameMkLst>
            <pc:docMk/>
            <pc:sldMk cId="401840768" sldId="275"/>
            <ac:graphicFrameMk id="18" creationId="{DD4F60BD-3697-4696-53EF-85961AAA66C1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36.566" v="150"/>
          <ac:graphicFrameMkLst>
            <pc:docMk/>
            <pc:sldMk cId="401840768" sldId="275"/>
            <ac:graphicFrameMk id="24" creationId="{30A8635A-E7E5-1E6F-F2BA-A213A75CB5F7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43.441" v="152"/>
          <ac:graphicFrameMkLst>
            <pc:docMk/>
            <pc:sldMk cId="401840768" sldId="275"/>
            <ac:graphicFrameMk id="26" creationId="{B4C181F6-1896-DD8B-D4EB-F1E7AB3D2609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5:24:34.646" v="376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1:58:36.862" v="210"/>
          <ac:graphicFrameMkLst>
            <pc:docMk/>
            <pc:sldMk cId="401840768" sldId="275"/>
            <ac:graphicFrameMk id="50" creationId="{5962AFF4-8A9D-D70E-C1EF-061B52473A08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2:08:44.096" v="247"/>
          <ac:graphicFrameMkLst>
            <pc:docMk/>
            <pc:sldMk cId="401840768" sldId="275"/>
            <ac:graphicFrameMk id="184" creationId="{EA302DCA-5093-9B88-16DC-C95EE5D05E4E}"/>
          </ac:graphicFrameMkLst>
        </pc:graphicFrameChg>
        <pc:picChg chg="add mod">
          <ac:chgData name="Srinivasa Reddy, Shashank reddy" userId="S::qn1833ep@go.minnstate.edu::5f8d5532-cbd8-40c0-aa18-97830f20e260" providerId="AD" clId="Web-{C8060422-C3F0-BE59-8305-B28CD494688C}" dt="2025-03-28T12:08:57.127" v="251" actId="1076"/>
          <ac:picMkLst>
            <pc:docMk/>
            <pc:sldMk cId="401840768" sldId="275"/>
            <ac:picMk id="188" creationId="{4DAD31B7-A61A-FC1E-1C1C-B6AFF45BFC57}"/>
          </ac:picMkLst>
        </pc:picChg>
        <pc:picChg chg="add mod">
          <ac:chgData name="Srinivasa Reddy, Shashank reddy" userId="S::qn1833ep@go.minnstate.edu::5f8d5532-cbd8-40c0-aa18-97830f20e260" providerId="AD" clId="Web-{C8060422-C3F0-BE59-8305-B28CD494688C}" dt="2025-03-28T12:08:58.955" v="252" actId="1076"/>
          <ac:picMkLst>
            <pc:docMk/>
            <pc:sldMk cId="401840768" sldId="275"/>
            <ac:picMk id="189" creationId="{115EB99F-115F-2690-F36D-72C366D09D1C}"/>
          </ac:picMkLst>
        </pc:picChg>
      </pc:sldChg>
      <pc:sldChg chg="addSp delSp modSp add del mod replId setBg setClrOvrMap">
        <pc:chgData name="Srinivasa Reddy, Shashank reddy" userId="S::qn1833ep@go.minnstate.edu::5f8d5532-cbd8-40c0-aa18-97830f20e260" providerId="AD" clId="Web-{C8060422-C3F0-BE59-8305-B28CD494688C}" dt="2025-03-28T15:23:45.581" v="372"/>
        <pc:sldMkLst>
          <pc:docMk/>
          <pc:sldMk cId="2139809473" sldId="276"/>
        </pc:sldMkLst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" creationId="{573AD977-AB01-2EDA-73EE-2B783FF06D4B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" creationId="{CA71B766-BD54-AD95-ADB6-7CDFFFE8CDB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8" creationId="{A17BD42C-700A-EAAA-C4BD-7D5F6337235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9" creationId="{0117900B-F2EF-D5B7-4AAA-6449D57B4C2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0" creationId="{CF9A13FB-419A-E888-7259-6A8F8C51E4BE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1" creationId="{79CE6DEC-832D-B5D8-E5D8-F792E0547EA6}"/>
          </ac:spMkLst>
        </pc:spChg>
        <pc:spChg chg="del mod">
          <ac:chgData name="Srinivasa Reddy, Shashank reddy" userId="S::qn1833ep@go.minnstate.edu::5f8d5532-cbd8-40c0-aa18-97830f20e260" providerId="AD" clId="Web-{C8060422-C3F0-BE59-8305-B28CD494688C}" dt="2025-03-28T12:05:57.785" v="227"/>
          <ac:spMkLst>
            <pc:docMk/>
            <pc:sldMk cId="2139809473" sldId="276"/>
            <ac:spMk id="36" creationId="{2A45D4D8-B14C-7533-6A52-DA8CF7F9147D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86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1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3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5" creationId="{10B541F0-7F6E-402E-84D8-CF96EACA5FBC}"/>
          </ac:spMkLst>
        </pc:spChg>
        <pc:graphicFrameChg chg="del">
          <ac:chgData name="Srinivasa Reddy, Shashank reddy" userId="S::qn1833ep@go.minnstate.edu::5f8d5532-cbd8-40c0-aa18-97830f20e260" providerId="AD" clId="Web-{C8060422-C3F0-BE59-8305-B28CD494688C}" dt="2025-03-28T12:05:52.597" v="225"/>
          <ac:graphicFrameMkLst>
            <pc:docMk/>
            <pc:sldMk cId="2139809473" sldId="276"/>
            <ac:graphicFrameMk id="32" creationId="{54D925BD-05CF-F2DD-C13B-46D3C9AAAF63}"/>
          </ac:graphicFrameMkLst>
        </pc:graphicFrameChg>
        <pc:graphicFrameChg chg="mod modGraphic">
          <ac:chgData name="Srinivasa Reddy, Shashank reddy" userId="S::qn1833ep@go.minnstate.edu::5f8d5532-cbd8-40c0-aa18-97830f20e260" providerId="AD" clId="Web-{C8060422-C3F0-BE59-8305-B28CD494688C}" dt="2025-03-28T15:04:34.552" v="274"/>
          <ac:graphicFrameMkLst>
            <pc:docMk/>
            <pc:sldMk cId="2139809473" sldId="276"/>
            <ac:graphicFrameMk id="184" creationId="{F2AF92F0-6286-E001-E1D2-78A757B709AB}"/>
          </ac:graphicFrameMkLst>
        </pc:graphicFrameChg>
        <pc:picChg chg="del mod">
          <ac:chgData name="Srinivasa Reddy, Shashank reddy" userId="S::qn1833ep@go.minnstate.edu::5f8d5532-cbd8-40c0-aa18-97830f20e260" providerId="AD" clId="Web-{C8060422-C3F0-BE59-8305-B28CD494688C}" dt="2025-03-28T12:06:10.300" v="233"/>
          <ac:picMkLst>
            <pc:docMk/>
            <pc:sldMk cId="2139809473" sldId="276"/>
            <ac:picMk id="188" creationId="{121D234A-3127-0941-657E-ADD9EF79DD08}"/>
          </ac:picMkLst>
        </pc:picChg>
        <pc:picChg chg="del mod">
          <ac:chgData name="Srinivasa Reddy, Shashank reddy" userId="S::qn1833ep@go.minnstate.edu::5f8d5532-cbd8-40c0-aa18-97830f20e260" providerId="AD" clId="Web-{C8060422-C3F0-BE59-8305-B28CD494688C}" dt="2025-03-28T12:06:08.019" v="231"/>
          <ac:picMkLst>
            <pc:docMk/>
            <pc:sldMk cId="2139809473" sldId="276"/>
            <ac:picMk id="189" creationId="{B76E71FD-03A4-BBF6-43DD-846A3C6B196F}"/>
          </ac:picMkLst>
        </pc:pic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Srinivasa Reddy, Shashank reddy" userId="S::qn1833ep@go.minnstate.edu::5f8d5532-cbd8-40c0-aa18-97830f20e260" providerId="AD" clId="Web-{8BB57760-ABD9-19F0-F8C2-6E575545A090}"/>
    <pc:docChg chg="modSld">
      <pc:chgData name="Srinivasa Reddy, Shashank reddy" userId="S::qn1833ep@go.minnstate.edu::5f8d5532-cbd8-40c0-aa18-97830f20e260" providerId="AD" clId="Web-{8BB57760-ABD9-19F0-F8C2-6E575545A090}" dt="2025-04-11T16:23:25.584" v="220"/>
      <pc:docMkLst>
        <pc:docMk/>
      </pc:docMkLst>
      <pc:sldChg chg="modSp">
        <pc:chgData name="Srinivasa Reddy, Shashank reddy" userId="S::qn1833ep@go.minnstate.edu::5f8d5532-cbd8-40c0-aa18-97830f20e260" providerId="AD" clId="Web-{8BB57760-ABD9-19F0-F8C2-6E575545A090}" dt="2025-04-11T15:54:32.065" v="4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8BB57760-ABD9-19F0-F8C2-6E575545A090}" dt="2025-04-11T15:54:32.065" v="4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">
        <pc:chgData name="Srinivasa Reddy, Shashank reddy" userId="S::qn1833ep@go.minnstate.edu::5f8d5532-cbd8-40c0-aa18-97830f20e260" providerId="AD" clId="Web-{8BB57760-ABD9-19F0-F8C2-6E575545A090}" dt="2025-04-11T16:04:06.754" v="180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8BB57760-ABD9-19F0-F8C2-6E575545A090}" dt="2025-04-11T15:54:26.659" v="2" actId="20577"/>
          <ac:spMkLst>
            <pc:docMk/>
            <pc:sldMk cId="401840768" sldId="275"/>
            <ac:spMk id="3" creationId="{28EC074C-A5CF-98CF-574C-DC35FC12E44B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7" creationId="{4E78424C-6FD0-41F8-9CAA-5DC19C42359F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9" creationId="{DD136760-57DC-4301-8BEA-B71AD2D13905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1" creationId="{BDC58DEA-1307-4F44-AD47-E613D8B76A89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3" creationId="{C99B912D-1E4B-42AF-A2BE-CFEFEC916EE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5" creationId="{9348F0CB-4904-4DEF-BDD4-ADEC2DCCCBD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8" creationId="{47AEA421-5F29-4BA7-9360-2501B5987921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2" creationId="{1583E1B8-79B3-49BB-8704-58E4AB1AF213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4" creationId="{7BB34D5F-2B87-438E-8236-69C6068D47A4}"/>
          </ac:spMkLst>
        </pc:spChg>
        <pc:graphicFrameChg chg="mod modGraphic">
          <ac:chgData name="Srinivasa Reddy, Shashank reddy" userId="S::qn1833ep@go.minnstate.edu::5f8d5532-cbd8-40c0-aa18-97830f20e260" providerId="AD" clId="Web-{8BB57760-ABD9-19F0-F8C2-6E575545A090}" dt="2025-04-11T16:04:06.754" v="180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modSp">
        <pc:chgData name="Srinivasa Reddy, Shashank reddy" userId="S::qn1833ep@go.minnstate.edu::5f8d5532-cbd8-40c0-aa18-97830f20e260" providerId="AD" clId="Web-{8BB57760-ABD9-19F0-F8C2-6E575545A090}" dt="2025-04-11T16:23:25.584" v="220"/>
        <pc:sldMkLst>
          <pc:docMk/>
          <pc:sldMk cId="1520249469" sldId="280"/>
        </pc:sldMkLst>
        <pc:graphicFrameChg chg="mod modGraphic">
          <ac:chgData name="Srinivasa Reddy, Shashank reddy" userId="S::qn1833ep@go.minnstate.edu::5f8d5532-cbd8-40c0-aa18-97830f20e260" providerId="AD" clId="Web-{8BB57760-ABD9-19F0-F8C2-6E575545A090}" dt="2025-04-11T16:23:25.584" v="220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EC2EBB38-317D-B8A7-503F-CD041CCF43A0}"/>
    <pc:docChg chg="delSld modSld sldOrd">
      <pc:chgData name="Hjulberg, Andrew S" userId="S::hi6397ef@go.minnstate.edu::55255bf8-79f2-42d3-80cc-139b63d0776c" providerId="AD" clId="Web-{EC2EBB38-317D-B8A7-503F-CD041CCF43A0}" dt="2025-03-26T16:37:07.440" v="160" actId="1076"/>
      <pc:docMkLst>
        <pc:docMk/>
      </pc:docMkLst>
      <pc:sldChg chg="modSp">
        <pc:chgData name="Hjulberg, Andrew S" userId="S::hi6397ef@go.minnstate.edu::55255bf8-79f2-42d3-80cc-139b63d0776c" providerId="AD" clId="Web-{EC2EBB38-317D-B8A7-503F-CD041CCF43A0}" dt="2025-03-26T15:11:12.094" v="0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EC2EBB38-317D-B8A7-503F-CD041CCF43A0}" dt="2025-03-26T15:11:12.09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EC2EBB38-317D-B8A7-503F-CD041CCF43A0}" dt="2025-03-26T16:08:12.194" v="146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EC2EBB38-317D-B8A7-503F-CD041CCF43A0}" dt="2025-03-26T16:08:12.194" v="146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EC2EBB38-317D-B8A7-503F-CD041CCF43A0}" dt="2025-03-26T15:18:16.147" v="110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EC2EBB38-317D-B8A7-503F-CD041CCF43A0}" dt="2025-03-26T15:18:16.147" v="110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ord">
        <pc:chgData name="Hjulberg, Andrew S" userId="S::hi6397ef@go.minnstate.edu::55255bf8-79f2-42d3-80cc-139b63d0776c" providerId="AD" clId="Web-{EC2EBB38-317D-B8A7-503F-CD041CCF43A0}" dt="2025-03-26T16:37:07.440" v="160" actId="1076"/>
        <pc:sldMkLst>
          <pc:docMk/>
          <pc:sldMk cId="1656249528" sldId="273"/>
        </pc:sldMkLst>
        <pc:graphicFrameChg chg="del">
          <ac:chgData name="Hjulberg, Andrew S" userId="S::hi6397ef@go.minnstate.edu::55255bf8-79f2-42d3-80cc-139b63d0776c" providerId="AD" clId="Web-{EC2EBB38-317D-B8A7-503F-CD041CCF43A0}" dt="2025-03-26T16:36:32.391" v="156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mod">
          <ac:chgData name="Hjulberg, Andrew S" userId="S::hi6397ef@go.minnstate.edu::55255bf8-79f2-42d3-80cc-139b63d0776c" providerId="AD" clId="Web-{EC2EBB38-317D-B8A7-503F-CD041CCF43A0}" dt="2025-03-26T16:37:07.440" v="160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modSp">
        <pc:chgData name="Hjulberg, Andrew S" userId="S::hi6397ef@go.minnstate.edu::55255bf8-79f2-42d3-80cc-139b63d0776c" providerId="AD" clId="Web-{EC2EBB38-317D-B8A7-503F-CD041CCF43A0}" dt="2025-03-26T15:13:34.711" v="9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EC2EBB38-317D-B8A7-503F-CD041CCF43A0}" dt="2025-03-26T15:12:07.972" v="13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EC2EBB38-317D-B8A7-503F-CD041CCF43A0}" dt="2025-03-26T15:13:34.711" v="9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delSp modSp">
        <pc:chgData name="Hjulberg, Andrew S" userId="S::hi6397ef@go.minnstate.edu::55255bf8-79f2-42d3-80cc-139b63d0776c" providerId="AD" clId="Web-{EC2EBB38-317D-B8A7-503F-CD041CCF43A0}" dt="2025-03-26T16:09:41.573" v="155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C2EBB38-317D-B8A7-503F-CD041CCF43A0}" dt="2025-03-26T16:08:57.946" v="154" actId="20577"/>
          <ac:spMkLst>
            <pc:docMk/>
            <pc:sldMk cId="401840768" sldId="275"/>
            <ac:spMk id="2" creationId="{3EB6FC04-BAAA-F161-D2CC-CF6F439C9A15}"/>
          </ac:spMkLst>
        </pc:spChg>
        <pc:graphicFrameChg chg="del">
          <ac:chgData name="Hjulberg, Andrew S" userId="S::hi6397ef@go.minnstate.edu::55255bf8-79f2-42d3-80cc-139b63d0776c" providerId="AD" clId="Web-{EC2EBB38-317D-B8A7-503F-CD041CCF43A0}" dt="2025-03-26T16:09:41.573" v="155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del">
        <pc:chgData name="Hjulberg, Andrew S" userId="S::hi6397ef@go.minnstate.edu::55255bf8-79f2-42d3-80cc-139b63d0776c" providerId="AD" clId="Web-{EC2EBB38-317D-B8A7-503F-CD041CCF43A0}" dt="2025-03-26T16:08:45.586" v="148"/>
        <pc:sldMkLst>
          <pc:docMk/>
          <pc:sldMk cId="1993179087" sldId="276"/>
        </pc:sldMkLst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  <pc:docChgLst>
    <pc:chgData name="Srinivasa Reddy, Shashank reddy" userId="S::qn1833ep@go.minnstate.edu::5f8d5532-cbd8-40c0-aa18-97830f20e260" providerId="AD" clId="Web-{7F68ABDE-D9CA-E551-DBB2-2C078D1481C3}"/>
    <pc:docChg chg="modSld">
      <pc:chgData name="Srinivasa Reddy, Shashank reddy" userId="S::qn1833ep@go.minnstate.edu::5f8d5532-cbd8-40c0-aa18-97830f20e260" providerId="AD" clId="Web-{7F68ABDE-D9CA-E551-DBB2-2C078D1481C3}" dt="2025-04-04T16:26:33.242" v="68" actId="20577"/>
      <pc:docMkLst>
        <pc:docMk/>
      </pc:docMkLst>
      <pc:sldChg chg="delSp modSp">
        <pc:chgData name="Srinivasa Reddy, Shashank reddy" userId="S::qn1833ep@go.minnstate.edu::5f8d5532-cbd8-40c0-aa18-97830f20e260" providerId="AD" clId="Web-{7F68ABDE-D9CA-E551-DBB2-2C078D1481C3}" dt="2025-04-04T16:17:51.975" v="54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7F68ABDE-D9CA-E551-DBB2-2C078D1481C3}" dt="2025-04-04T16:00:37.550" v="0" actId="20577"/>
          <ac:spMkLst>
            <pc:docMk/>
            <pc:sldMk cId="401840768" sldId="275"/>
            <ac:spMk id="3" creationId="{28EC074C-A5CF-98CF-574C-DC35FC12E44B}"/>
          </ac:spMkLst>
        </pc:spChg>
        <pc:spChg chg="del mod">
          <ac:chgData name="Srinivasa Reddy, Shashank reddy" userId="S::qn1833ep@go.minnstate.edu::5f8d5532-cbd8-40c0-aa18-97830f20e260" providerId="AD" clId="Web-{7F68ABDE-D9CA-E551-DBB2-2C078D1481C3}" dt="2025-04-04T16:17:51.975" v="54"/>
          <ac:spMkLst>
            <pc:docMk/>
            <pc:sldMk cId="401840768" sldId="275"/>
            <ac:spMk id="988" creationId="{2761B5EE-4776-46A5-56B2-AD14F95BDDCD}"/>
          </ac:spMkLst>
        </pc:spChg>
        <pc:graphicFrameChg chg="modGraphic">
          <ac:chgData name="Srinivasa Reddy, Shashank reddy" userId="S::qn1833ep@go.minnstate.edu::5f8d5532-cbd8-40c0-aa18-97830f20e260" providerId="AD" clId="Web-{7F68ABDE-D9CA-E551-DBB2-2C078D1481C3}" dt="2025-04-04T16:17:24.819" v="52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addSp delSp modSp">
        <pc:chgData name="Srinivasa Reddy, Shashank reddy" userId="S::qn1833ep@go.minnstate.edu::5f8d5532-cbd8-40c0-aa18-97830f20e260" providerId="AD" clId="Web-{7F68ABDE-D9CA-E551-DBB2-2C078D1481C3}" dt="2025-04-04T16:26:33.242" v="68" actId="20577"/>
        <pc:sldMkLst>
          <pc:docMk/>
          <pc:sldMk cId="3527744105" sldId="278"/>
        </pc:sldMkLst>
        <pc:spChg chg="mod">
          <ac:chgData name="Srinivasa Reddy, Shashank reddy" userId="S::qn1833ep@go.minnstate.edu::5f8d5532-cbd8-40c0-aa18-97830f20e260" providerId="AD" clId="Web-{7F68ABDE-D9CA-E551-DBB2-2C078D1481C3}" dt="2025-04-04T16:26:33.242" v="68" actId="20577"/>
          <ac:spMkLst>
            <pc:docMk/>
            <pc:sldMk cId="3527744105" sldId="278"/>
            <ac:spMk id="3" creationId="{0BDB1C9D-2287-4F40-FE5D-B4414C3B939A}"/>
          </ac:spMkLst>
        </pc:spChg>
        <pc:spChg chg="add del">
          <ac:chgData name="Srinivasa Reddy, Shashank reddy" userId="S::qn1833ep@go.minnstate.edu::5f8d5532-cbd8-40c0-aa18-97830f20e260" providerId="AD" clId="Web-{7F68ABDE-D9CA-E551-DBB2-2C078D1481C3}" dt="2025-04-04T16:25:30.664" v="56"/>
          <ac:spMkLst>
            <pc:docMk/>
            <pc:sldMk cId="3527744105" sldId="278"/>
            <ac:spMk id="4" creationId="{7D011B50-C42F-11F9-0237-00757B5581C3}"/>
          </ac:spMkLst>
        </pc:spChg>
        <pc:spChg chg="add mod">
          <ac:chgData name="Srinivasa Reddy, Shashank reddy" userId="S::qn1833ep@go.minnstate.edu::5f8d5532-cbd8-40c0-aa18-97830f20e260" providerId="AD" clId="Web-{7F68ABDE-D9CA-E551-DBB2-2C078D1481C3}" dt="2025-04-04T16:26:27.586" v="66" actId="1076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  <pc:docChgLst>
    <pc:chgData name="Wilkins, Graham C" userId="S::bh5884is@go.minnstate.edu::d858373d-d4a5-4d5a-af0d-fcf67a33b3d5" providerId="AD" clId="Web-{ED6D62BC-C094-EAB1-19FD-54C3B9552612}"/>
    <pc:docChg chg="modSld">
      <pc:chgData name="Wilkins, Graham C" userId="S::bh5884is@go.minnstate.edu::d858373d-d4a5-4d5a-af0d-fcf67a33b3d5" providerId="AD" clId="Web-{ED6D62BC-C094-EAB1-19FD-54C3B9552612}" dt="2025-04-11T16:34:47.170" v="356"/>
      <pc:docMkLst>
        <pc:docMk/>
      </pc:docMkLst>
      <pc:sldChg chg="modSp">
        <pc:chgData name="Wilkins, Graham C" userId="S::bh5884is@go.minnstate.edu::d858373d-d4a5-4d5a-af0d-fcf67a33b3d5" providerId="AD" clId="Web-{ED6D62BC-C094-EAB1-19FD-54C3B9552612}" dt="2025-04-11T16:23:19.352" v="151" actId="20577"/>
        <pc:sldMkLst>
          <pc:docMk/>
          <pc:sldMk cId="1258313468" sldId="269"/>
        </pc:sldMkLst>
        <pc:graphicFrameChg chg="modGraphic">
          <ac:chgData name="Wilkins, Graham C" userId="S::bh5884is@go.minnstate.edu::d858373d-d4a5-4d5a-af0d-fcf67a33b3d5" providerId="AD" clId="Web-{ED6D62BC-C094-EAB1-19FD-54C3B9552612}" dt="2025-04-11T16:23:19.352" v="151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19:50.148" v="9"/>
        <pc:sldMkLst>
          <pc:docMk/>
          <pc:sldMk cId="3527744105" sldId="278"/>
        </pc:sldMkLst>
        <pc:graphicFrameChg chg="mod modGraphic">
          <ac:chgData name="Wilkins, Graham C" userId="S::bh5884is@go.minnstate.edu::d858373d-d4a5-4d5a-af0d-fcf67a33b3d5" providerId="AD" clId="Web-{ED6D62BC-C094-EAB1-19FD-54C3B9552612}" dt="2025-04-11T16:19:50.148" v="9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34:47.170" v="356"/>
        <pc:sldMkLst>
          <pc:docMk/>
          <pc:sldMk cId="1520249469" sldId="280"/>
        </pc:sldMkLst>
        <pc:spChg chg="mod">
          <ac:chgData name="Wilkins, Graham C" userId="S::bh5884is@go.minnstate.edu::d858373d-d4a5-4d5a-af0d-fcf67a33b3d5" providerId="AD" clId="Web-{ED6D62BC-C094-EAB1-19FD-54C3B9552612}" dt="2025-04-11T16:24:40.822" v="172" actId="14100"/>
          <ac:spMkLst>
            <pc:docMk/>
            <pc:sldMk cId="1520249469" sldId="280"/>
            <ac:spMk id="2" creationId="{B7E46195-ED03-5482-C7E2-F6D0CE4EF688}"/>
          </ac:spMkLst>
        </pc:spChg>
        <pc:graphicFrameChg chg="mod modGraphic">
          <ac:chgData name="Wilkins, Graham C" userId="S::bh5884is@go.minnstate.edu::d858373d-d4a5-4d5a-af0d-fcf67a33b3d5" providerId="AD" clId="Web-{ED6D62BC-C094-EAB1-19FD-54C3B9552612}" dt="2025-04-11T16:34:47.170" v="35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C954ABAB-635E-242F-DD23-3A8A3340DF6B}"/>
    <pc:docChg chg="modSld">
      <pc:chgData name="Lakku, Sai Keertana R" userId="S::kb7924tj@go.minnstate.edu::aa713373-d62e-42be-a5fb-296135668942" providerId="AD" clId="Web-{C954ABAB-635E-242F-DD23-3A8A3340DF6B}" dt="2025-04-04T16:30:21.503" v="101"/>
      <pc:docMkLst>
        <pc:docMk/>
      </pc:docMkLst>
      <pc:sldChg chg="modSp">
        <pc:chgData name="Lakku, Sai Keertana R" userId="S::kb7924tj@go.minnstate.edu::aa713373-d62e-42be-a5fb-296135668942" providerId="AD" clId="Web-{C954ABAB-635E-242F-DD23-3A8A3340DF6B}" dt="2025-04-04T16:30:21.503" v="101"/>
        <pc:sldMkLst>
          <pc:docMk/>
          <pc:sldMk cId="3527744105" sldId="278"/>
        </pc:sldMkLst>
        <pc:graphicFrameChg chg="mod modGraphic">
          <ac:chgData name="Lakku, Sai Keertana R" userId="S::kb7924tj@go.minnstate.edu::aa713373-d62e-42be-a5fb-296135668942" providerId="AD" clId="Web-{C954ABAB-635E-242F-DD23-3A8A3340DF6B}" dt="2025-04-04T16:30:21.503" v="101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Lakku, Sai Keertana R" userId="S::kb7924tj@go.minnstate.edu::aa713373-d62e-42be-a5fb-296135668942" providerId="AD" clId="Web-{0123EC3D-3BB0-52C3-C8DB-E95146AB2338}"/>
    <pc:docChg chg="modSld">
      <pc:chgData name="Lakku, Sai Keertana R" userId="S::kb7924tj@go.minnstate.edu::aa713373-d62e-42be-a5fb-296135668942" providerId="AD" clId="Web-{0123EC3D-3BB0-52C3-C8DB-E95146AB2338}" dt="2025-03-28T16:19:55.937" v="123" actId="1076"/>
      <pc:docMkLst>
        <pc:docMk/>
      </pc:docMkLst>
      <pc:sldChg chg="modSp">
        <pc:chgData name="Lakku, Sai Keertana R" userId="S::kb7924tj@go.minnstate.edu::aa713373-d62e-42be-a5fb-296135668942" providerId="AD" clId="Web-{0123EC3D-3BB0-52C3-C8DB-E95146AB2338}" dt="2025-03-28T16:19:55.937" v="123" actId="1076"/>
        <pc:sldMkLst>
          <pc:docMk/>
          <pc:sldMk cId="893194236" sldId="274"/>
        </pc:sldMkLst>
        <pc:picChg chg="mod">
          <ac:chgData name="Lakku, Sai Keertana R" userId="S::kb7924tj@go.minnstate.edu::aa713373-d62e-42be-a5fb-296135668942" providerId="AD" clId="Web-{0123EC3D-3BB0-52C3-C8DB-E95146AB2338}" dt="2025-03-28T16:19:55.937" v="123" actId="107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Lakku, Sai Keertana R" userId="S::kb7924tj@go.minnstate.edu::aa713373-d62e-42be-a5fb-296135668942" providerId="AD" clId="Web-{0123EC3D-3BB0-52C3-C8DB-E95146AB2338}" dt="2025-03-28T16:18:41.620" v="119"/>
        <pc:sldMkLst>
          <pc:docMk/>
          <pc:sldMk cId="2540521633" sldId="277"/>
        </pc:sldMkLst>
        <pc:graphicFrameChg chg="mod modGraphic">
          <ac:chgData name="Lakku, Sai Keertana R" userId="S::kb7924tj@go.minnstate.edu::aa713373-d62e-42be-a5fb-296135668942" providerId="AD" clId="Web-{0123EC3D-3BB0-52C3-C8DB-E95146AB2338}" dt="2025-03-28T16:18:41.620" v="119"/>
          <ac:graphicFrameMkLst>
            <pc:docMk/>
            <pc:sldMk cId="2540521633" sldId="277"/>
            <ac:graphicFrameMk id="6" creationId="{E8C4FCBE-AB17-F054-AA9D-2771819AF527}"/>
          </ac:graphicFrameMkLst>
        </pc:graphicFrameChg>
      </pc:sldChg>
    </pc:docChg>
  </pc:docChgLst>
  <pc:docChgLst>
    <pc:chgData name="Hjulberg, Andrew S" userId="55255bf8-79f2-42d3-80cc-139b63d0776c" providerId="ADAL" clId="{94625910-3C73-4EBF-A180-80385751170D}"/>
    <pc:docChg chg="custSel addSld delSld modSld sldOrd">
      <pc:chgData name="Hjulberg, Andrew S" userId="55255bf8-79f2-42d3-80cc-139b63d0776c" providerId="ADAL" clId="{94625910-3C73-4EBF-A180-80385751170D}" dt="2025-03-28T16:13:26.726" v="61"/>
      <pc:docMkLst>
        <pc:docMk/>
      </pc:docMkLst>
      <pc:sldChg chg="modSp">
        <pc:chgData name="Hjulberg, Andrew S" userId="55255bf8-79f2-42d3-80cc-139b63d0776c" providerId="ADAL" clId="{94625910-3C73-4EBF-A180-80385751170D}" dt="2025-03-28T16:13:26.726" v="61"/>
        <pc:sldMkLst>
          <pc:docMk/>
          <pc:sldMk cId="886379872" sldId="257"/>
        </pc:sldMkLst>
        <pc:graphicFrameChg chg="mod">
          <ac:chgData name="Hjulberg, Andrew S" userId="55255bf8-79f2-42d3-80cc-139b63d0776c" providerId="ADAL" clId="{94625910-3C73-4EBF-A180-80385751170D}" dt="2025-03-28T16:13:26.726" v="61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94625910-3C73-4EBF-A180-80385751170D}" dt="2025-03-28T15:20:34.031" v="55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94625910-3C73-4EBF-A180-80385751170D}" dt="2025-03-28T15:20:34.031" v="5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Sp modSp mod ord">
        <pc:chgData name="Hjulberg, Andrew S" userId="55255bf8-79f2-42d3-80cc-139b63d0776c" providerId="ADAL" clId="{94625910-3C73-4EBF-A180-80385751170D}" dt="2025-03-28T15:23:29.623" v="59"/>
        <pc:sldMkLst>
          <pc:docMk/>
          <pc:sldMk cId="401840768" sldId="275"/>
        </pc:sldMkLst>
        <pc:graphicFrameChg chg="mod">
          <ac:chgData name="Hjulberg, Andrew S" userId="55255bf8-79f2-42d3-80cc-139b63d0776c" providerId="ADAL" clId="{94625910-3C73-4EBF-A180-80385751170D}" dt="2025-03-28T15:22:25.266" v="5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picChg chg="del">
          <ac:chgData name="Hjulberg, Andrew S" userId="55255bf8-79f2-42d3-80cc-139b63d0776c" providerId="ADAL" clId="{94625910-3C73-4EBF-A180-80385751170D}" dt="2025-03-28T15:06:39.012" v="4" actId="478"/>
          <ac:picMkLst>
            <pc:docMk/>
            <pc:sldMk cId="401840768" sldId="275"/>
            <ac:picMk id="188" creationId="{4DAD31B7-A61A-FC1E-1C1C-B6AFF45BFC57}"/>
          </ac:picMkLst>
        </pc:picChg>
        <pc:picChg chg="del">
          <ac:chgData name="Hjulberg, Andrew S" userId="55255bf8-79f2-42d3-80cc-139b63d0776c" providerId="ADAL" clId="{94625910-3C73-4EBF-A180-80385751170D}" dt="2025-03-28T15:05:56.348" v="1" actId="478"/>
          <ac:picMkLst>
            <pc:docMk/>
            <pc:sldMk cId="401840768" sldId="275"/>
            <ac:picMk id="189" creationId="{115EB99F-115F-2690-F36D-72C366D09D1C}"/>
          </ac:picMkLst>
        </pc:picChg>
      </pc:sldChg>
      <pc:sldChg chg="modSp add del mod">
        <pc:chgData name="Hjulberg, Andrew S" userId="55255bf8-79f2-42d3-80cc-139b63d0776c" providerId="ADAL" clId="{94625910-3C73-4EBF-A180-80385751170D}" dt="2025-03-28T15:15:12.870" v="53" actId="47"/>
        <pc:sldMkLst>
          <pc:docMk/>
          <pc:sldMk cId="3845435871" sldId="278"/>
        </pc:sldMkLst>
        <pc:spChg chg="mod">
          <ac:chgData name="Hjulberg, Andrew S" userId="55255bf8-79f2-42d3-80cc-139b63d0776c" providerId="ADAL" clId="{94625910-3C73-4EBF-A180-80385751170D}" dt="2025-03-28T15:12:25.165" v="51" actId="20577"/>
          <ac:spMkLst>
            <pc:docMk/>
            <pc:sldMk cId="3845435871" sldId="278"/>
            <ac:spMk id="2" creationId="{742A56FD-AC6D-43BC-D52D-5A2328DB2B70}"/>
          </ac:spMkLst>
        </pc:spChg>
        <pc:spChg chg="mod">
          <ac:chgData name="Hjulberg, Andrew S" userId="55255bf8-79f2-42d3-80cc-139b63d0776c" providerId="ADAL" clId="{94625910-3C73-4EBF-A180-80385751170D}" dt="2025-03-28T15:12:28.954" v="52" actId="20577"/>
          <ac:spMkLst>
            <pc:docMk/>
            <pc:sldMk cId="3845435871" sldId="278"/>
            <ac:spMk id="3" creationId="{0ED42546-4A98-2A16-A147-B18D58A05FE6}"/>
          </ac:spMkLst>
        </pc:spChg>
      </pc:sldChg>
    </pc:docChg>
  </pc:docChgLst>
  <pc:docChgLst>
    <pc:chgData name="Hjulberg, Andrew S" userId="S::hi6397ef@go.minnstate.edu::55255bf8-79f2-42d3-80cc-139b63d0776c" providerId="AD" clId="Web-{DA280D64-8C6E-6FD6-99FB-9D715F437396}"/>
    <pc:docChg chg="modSld">
      <pc:chgData name="Hjulberg, Andrew S" userId="S::hi6397ef@go.minnstate.edu::55255bf8-79f2-42d3-80cc-139b63d0776c" providerId="AD" clId="Web-{DA280D64-8C6E-6FD6-99FB-9D715F437396}" dt="2025-03-28T16:12:53.305" v="54" actId="20577"/>
      <pc:docMkLst>
        <pc:docMk/>
      </pc:docMkLst>
      <pc:sldChg chg="modSp">
        <pc:chgData name="Hjulberg, Andrew S" userId="S::hi6397ef@go.minnstate.edu::55255bf8-79f2-42d3-80cc-139b63d0776c" providerId="AD" clId="Web-{DA280D64-8C6E-6FD6-99FB-9D715F437396}" dt="2025-03-28T16:12:53.305" v="54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DA280D64-8C6E-6FD6-99FB-9D715F437396}" dt="2025-03-28T16:12:53.305" v="5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Wilkins, Graham C" userId="S::bh5884is@go.minnstate.edu::d858373d-d4a5-4d5a-af0d-fcf67a33b3d5" providerId="AD" clId="Web-{5E07993F-3858-6469-259A-C7CBA52D1D2D}"/>
    <pc:docChg chg="modSld">
      <pc:chgData name="Wilkins, Graham C" userId="S::bh5884is@go.minnstate.edu::d858373d-d4a5-4d5a-af0d-fcf67a33b3d5" providerId="AD" clId="Web-{5E07993F-3858-6469-259A-C7CBA52D1D2D}" dt="2025-04-04T16:32:00.128" v="305"/>
      <pc:docMkLst>
        <pc:docMk/>
      </pc:docMkLst>
      <pc:sldChg chg="modSp">
        <pc:chgData name="Wilkins, Graham C" userId="S::bh5884is@go.minnstate.edu::d858373d-d4a5-4d5a-af0d-fcf67a33b3d5" providerId="AD" clId="Web-{5E07993F-3858-6469-259A-C7CBA52D1D2D}" dt="2025-04-04T15:46:31.822" v="3" actId="20577"/>
        <pc:sldMkLst>
          <pc:docMk/>
          <pc:sldMk cId="109857222" sldId="256"/>
        </pc:sldMkLst>
        <pc:spChg chg="mod">
          <ac:chgData name="Wilkins, Graham C" userId="S::bh5884is@go.minnstate.edu::d858373d-d4a5-4d5a-af0d-fcf67a33b3d5" providerId="AD" clId="Web-{5E07993F-3858-6469-259A-C7CBA52D1D2D}" dt="2025-04-04T15:46:31.822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">
        <pc:chgData name="Wilkins, Graham C" userId="S::bh5884is@go.minnstate.edu::d858373d-d4a5-4d5a-af0d-fcf67a33b3d5" providerId="AD" clId="Web-{5E07993F-3858-6469-259A-C7CBA52D1D2D}" dt="2025-04-04T16:18:08.953" v="108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5E07993F-3858-6469-259A-C7CBA52D1D2D}" dt="2025-04-04T16:01:54.403" v="98" actId="20577"/>
          <ac:spMkLst>
            <pc:docMk/>
            <pc:sldMk cId="2540521633" sldId="277"/>
            <ac:spMk id="2" creationId="{84AF7AB2-53C1-7E36-F779-5C0AAEE69C2C}"/>
          </ac:spMkLst>
        </pc:spChg>
        <pc:graphicFrameChg chg="mod modGraphic">
          <ac:chgData name="Wilkins, Graham C" userId="S::bh5884is@go.minnstate.edu::d858373d-d4a5-4d5a-af0d-fcf67a33b3d5" providerId="AD" clId="Web-{5E07993F-3858-6469-259A-C7CBA52D1D2D}" dt="2025-04-04T16:18:08.953" v="108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add mod">
          <ac:chgData name="Wilkins, Graham C" userId="S::bh5884is@go.minnstate.edu::d858373d-d4a5-4d5a-af0d-fcf67a33b3d5" providerId="AD" clId="Web-{5E07993F-3858-6469-259A-C7CBA52D1D2D}" dt="2025-04-04T15:48:29.509" v="39" actId="1076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addSp delSp modSp">
        <pc:chgData name="Wilkins, Graham C" userId="S::bh5884is@go.minnstate.edu::d858373d-d4a5-4d5a-af0d-fcf67a33b3d5" providerId="AD" clId="Web-{5E07993F-3858-6469-259A-C7CBA52D1D2D}" dt="2025-04-04T16:32:00.128" v="305"/>
        <pc:sldMkLst>
          <pc:docMk/>
          <pc:sldMk cId="3527744105" sldId="278"/>
        </pc:sldMkLst>
        <pc:spChg chg="del">
          <ac:chgData name="Wilkins, Graham C" userId="S::bh5884is@go.minnstate.edu::d858373d-d4a5-4d5a-af0d-fcf67a33b3d5" providerId="AD" clId="Web-{5E07993F-3858-6469-259A-C7CBA52D1D2D}" dt="2025-04-04T16:28:53.018" v="219"/>
          <ac:spMkLst>
            <pc:docMk/>
            <pc:sldMk cId="3527744105" sldId="278"/>
            <ac:spMk id="6" creationId="{0BCDEF71-B9B1-67A2-90AB-C0A2C812AA7E}"/>
          </ac:spMkLst>
        </pc:spChg>
        <pc:graphicFrameChg chg="add del mod modGraphic">
          <ac:chgData name="Wilkins, Graham C" userId="S::bh5884is@go.minnstate.edu::d858373d-d4a5-4d5a-af0d-fcf67a33b3d5" providerId="AD" clId="Web-{5E07993F-3858-6469-259A-C7CBA52D1D2D}" dt="2025-04-04T16:32:00.128" v="305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">
      <pc:chgData name="Wilkins, Graham C" userId="S::bh5884is@go.minnstate.edu::d858373d-d4a5-4d5a-af0d-fcf67a33b3d5" providerId="AD" clId="Web-{E6B4D284-1BFD-BF64-F5B9-4BF631D16266}" dt="2025-03-21T15:15:46.399" v="5" actId="1076"/>
      <pc:docMkLst>
        <pc:docMk/>
      </pc:docMkLst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Hjulberg, Andrew S" userId="55255bf8-79f2-42d3-80cc-139b63d0776c" providerId="ADAL" clId="{5EA2D171-AE30-4D2E-B4BB-B798C51FEC36}"/>
    <pc:docChg chg="undo custSel addSld delSld modSld">
      <pc:chgData name="Hjulberg, Andrew S" userId="55255bf8-79f2-42d3-80cc-139b63d0776c" providerId="ADAL" clId="{5EA2D171-AE30-4D2E-B4BB-B798C51FEC36}" dt="2025-04-11T16:26:50.757" v="897" actId="20577"/>
      <pc:docMkLst>
        <pc:docMk/>
      </pc:docMkLst>
      <pc:sldChg chg="modSp">
        <pc:chgData name="Hjulberg, Andrew S" userId="55255bf8-79f2-42d3-80cc-139b63d0776c" providerId="ADAL" clId="{5EA2D171-AE30-4D2E-B4BB-B798C51FEC36}" dt="2025-04-11T15:58:56.827" v="48"/>
        <pc:sldMkLst>
          <pc:docMk/>
          <pc:sldMk cId="886379872" sldId="257"/>
        </pc:sldMkLst>
        <pc:graphicFrameChg chg="mod">
          <ac:chgData name="Hjulberg, Andrew S" userId="55255bf8-79f2-42d3-80cc-139b63d0776c" providerId="ADAL" clId="{5EA2D171-AE30-4D2E-B4BB-B798C51FEC36}" dt="2025-04-11T15:58:56.827" v="48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5EA2D171-AE30-4D2E-B4BB-B798C51FEC36}" dt="2025-04-11T16:23:37.686" v="872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5EA2D171-AE30-4D2E-B4BB-B798C51FEC36}" dt="2025-04-11T16:23:37.686" v="872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5EA2D171-AE30-4D2E-B4BB-B798C51FEC36}" dt="2025-04-11T16:26:50.757" v="897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5EA2D171-AE30-4D2E-B4BB-B798C51FEC36}" dt="2025-04-11T16:26:50.757" v="897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 modGraphic">
          <ac:chgData name="Hjulberg, Andrew S" userId="55255bf8-79f2-42d3-80cc-139b63d0776c" providerId="ADAL" clId="{5EA2D171-AE30-4D2E-B4BB-B798C51FEC36}" dt="2025-04-11T16:22:21.077" v="871" actId="1036"/>
          <ac:graphicFrameMkLst>
            <pc:docMk/>
            <pc:sldMk cId="1656249528" sldId="273"/>
            <ac:graphicFrameMk id="4" creationId="{EB1ADC5A-C0BA-CB5F-53A2-04A660092BCE}"/>
          </ac:graphicFrameMkLst>
        </pc:graphicFrameChg>
        <pc:graphicFrameChg chg="del modGraphic">
          <ac:chgData name="Hjulberg, Andrew S" userId="55255bf8-79f2-42d3-80cc-139b63d0776c" providerId="ADAL" clId="{5EA2D171-AE30-4D2E-B4BB-B798C51FEC36}" dt="2025-04-11T16:09:22.726" v="408" actId="21"/>
          <ac:graphicFrameMkLst>
            <pc:docMk/>
            <pc:sldMk cId="1656249528" sldId="273"/>
            <ac:graphicFrameMk id="5" creationId="{EDD9A119-3DD9-0300-6BBF-93FBEC116511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17.167" v="405" actId="21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23.651" v="406" actId="21"/>
          <ac:graphicFrameMkLst>
            <pc:docMk/>
            <pc:sldMk cId="1656249528" sldId="273"/>
            <ac:graphicFrameMk id="8" creationId="{48A7AAB1-EBD5-E686-3497-D8ACE2787863}"/>
          </ac:graphicFrameMkLst>
        </pc:graphicFrameChg>
      </pc:sldChg>
      <pc:sldChg chg="delSp mod">
        <pc:chgData name="Hjulberg, Andrew S" userId="55255bf8-79f2-42d3-80cc-139b63d0776c" providerId="ADAL" clId="{5EA2D171-AE30-4D2E-B4BB-B798C51FEC36}" dt="2025-04-11T16:04:21.388" v="404" actId="21"/>
        <pc:sldMkLst>
          <pc:docMk/>
          <pc:sldMk cId="2540521633" sldId="277"/>
        </pc:sldMkLst>
        <pc:graphicFrameChg chg="del">
          <ac:chgData name="Hjulberg, Andrew S" userId="55255bf8-79f2-42d3-80cc-139b63d0776c" providerId="ADAL" clId="{5EA2D171-AE30-4D2E-B4BB-B798C51FEC36}" dt="2025-04-11T16:04:17.481" v="403" actId="21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4:21.388" v="404" actId="21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del">
        <pc:chgData name="Hjulberg, Andrew S" userId="55255bf8-79f2-42d3-80cc-139b63d0776c" providerId="ADAL" clId="{5EA2D171-AE30-4D2E-B4BB-B798C51FEC36}" dt="2025-04-11T16:22:12.013" v="863" actId="2696"/>
        <pc:sldMkLst>
          <pc:docMk/>
          <pc:sldMk cId="3527744105" sldId="278"/>
        </pc:sldMkLst>
      </pc:sldChg>
      <pc:sldChg chg="addSp delSp modSp add mod">
        <pc:chgData name="Hjulberg, Andrew S" userId="55255bf8-79f2-42d3-80cc-139b63d0776c" providerId="ADAL" clId="{5EA2D171-AE30-4D2E-B4BB-B798C51FEC36}" dt="2025-04-11T16:02:47.297" v="402" actId="20577"/>
        <pc:sldMkLst>
          <pc:docMk/>
          <pc:sldMk cId="2131881099" sldId="279"/>
        </pc:sldMkLst>
        <pc:spChg chg="mo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2" creationId="{B82EE193-4C0D-11CE-971B-1C00C818B096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7" creationId="{AB28F694-1868-9EA1-D5A3-30E5803DA3F5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9" creationId="{A3ACF637-42C2-EF65-9882-F2CE0752ADB8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1" creationId="{9C6EDA17-8C95-004A-3B88-7616EC5F2D8E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3" creationId="{00469AE9-2236-A17D-3793-FEF63DE38AAA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8" creationId="{47AEA421-5F29-4BA7-9360-2501B5987921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0" creationId="{9348F0CB-4904-4DEF-BDD4-ADEC2DCCCBD7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2" creationId="{1583E1B8-79B3-49BB-8704-58E4AB1AF213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4" creationId="{7BB34D5F-2B87-438E-8236-69C6068D47A4}"/>
          </ac:spMkLst>
        </pc:spChg>
        <pc:graphicFrameChg chg="mod modGraphic">
          <ac:chgData name="Hjulberg, Andrew S" userId="55255bf8-79f2-42d3-80cc-139b63d0776c" providerId="ADAL" clId="{5EA2D171-AE30-4D2E-B4BB-B798C51FEC36}" dt="2025-04-11T16:02:47.297" v="402" actId="20577"/>
          <ac:graphicFrameMkLst>
            <pc:docMk/>
            <pc:sldMk cId="2131881099" sldId="279"/>
            <ac:graphicFrameMk id="32" creationId="{6548E9C0-8F7F-C19F-9BE0-B646CD445AD0}"/>
          </ac:graphicFrameMkLst>
        </pc:graphicFrameChg>
      </pc:sldChg>
      <pc:sldChg chg="modSp mod">
        <pc:chgData name="Hjulberg, Andrew S" userId="55255bf8-79f2-42d3-80cc-139b63d0776c" providerId="ADAL" clId="{5EA2D171-AE30-4D2E-B4BB-B798C51FEC36}" dt="2025-04-11T16:19:09.971" v="763"/>
        <pc:sldMkLst>
          <pc:docMk/>
          <pc:sldMk cId="1520249469" sldId="280"/>
        </pc:sldMkLst>
        <pc:graphicFrameChg chg="mod modGraphic">
          <ac:chgData name="Hjulberg, Andrew S" userId="55255bf8-79f2-42d3-80cc-139b63d0776c" providerId="ADAL" clId="{5EA2D171-AE30-4D2E-B4BB-B798C51FEC36}" dt="2025-04-11T16:19:09.971" v="763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075B4E62-D7F3-CD33-A683-43DD487AE97A}"/>
    <pc:docChg chg="modSld">
      <pc:chgData name="Wilkins, Graham C" userId="S::bh5884is@go.minnstate.edu::d858373d-d4a5-4d5a-af0d-fcf67a33b3d5" providerId="AD" clId="Web-{075B4E62-D7F3-CD33-A683-43DD487AE97A}" dt="2025-04-04T15:45:21.556" v="171"/>
      <pc:docMkLst>
        <pc:docMk/>
      </pc:docMkLst>
      <pc:sldChg chg="addSp modSp">
        <pc:chgData name="Wilkins, Graham C" userId="S::bh5884is@go.minnstate.edu::d858373d-d4a5-4d5a-af0d-fcf67a33b3d5" providerId="AD" clId="Web-{075B4E62-D7F3-CD33-A683-43DD487AE97A}" dt="2025-04-04T15:45:21.556" v="171"/>
        <pc:sldMkLst>
          <pc:docMk/>
          <pc:sldMk cId="2540521633" sldId="277"/>
        </pc:sldMkLst>
        <pc:graphicFrameChg chg="add mod modGraphic">
          <ac:chgData name="Wilkins, Graham C" userId="S::bh5884is@go.minnstate.edu::d858373d-d4a5-4d5a-af0d-fcf67a33b3d5" providerId="AD" clId="Web-{075B4E62-D7F3-CD33-A683-43DD487AE97A}" dt="2025-04-04T15:45:21.556" v="171"/>
          <ac:graphicFrameMkLst>
            <pc:docMk/>
            <pc:sldMk cId="2540521633" sldId="277"/>
            <ac:graphicFrameMk id="5" creationId="{16CBDFA9-66AB-1AE9-3361-56160F5DE90F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E4AFC085-4835-9007-136D-92024C244A86}"/>
    <pc:docChg chg="addSld delSld modSld">
      <pc:chgData name="Lakku, Sai Keertana R" userId="S::kb7924tj@go.minnstate.edu::aa713373-d62e-42be-a5fb-296135668942" providerId="AD" clId="Web-{E4AFC085-4835-9007-136D-92024C244A86}" dt="2025-04-11T16:30:08.677" v="459" actId="1076"/>
      <pc:docMkLst>
        <pc:docMk/>
      </pc:docMkLst>
      <pc:sldChg chg="modSp">
        <pc:chgData name="Lakku, Sai Keertana R" userId="S::kb7924tj@go.minnstate.edu::aa713373-d62e-42be-a5fb-296135668942" providerId="AD" clId="Web-{E4AFC085-4835-9007-136D-92024C244A86}" dt="2025-04-11T16:17:56.031" v="340"/>
        <pc:sldMkLst>
          <pc:docMk/>
          <pc:sldMk cId="1656249528" sldId="273"/>
        </pc:sldMkLst>
        <pc:graphicFrameChg chg="modGraphic">
          <ac:chgData name="Lakku, Sai Keertana R" userId="S::kb7924tj@go.minnstate.edu::aa713373-d62e-42be-a5fb-296135668942" providerId="AD" clId="Web-{E4AFC085-4835-9007-136D-92024C244A86}" dt="2025-04-11T16:17:56.031" v="340"/>
          <ac:graphicFrameMkLst>
            <pc:docMk/>
            <pc:sldMk cId="1656249528" sldId="273"/>
            <ac:graphicFrameMk id="4" creationId="{EB1ADC5A-C0BA-CB5F-53A2-04A660092BCE}"/>
          </ac:graphicFrameMkLst>
        </pc:graphicFrameChg>
      </pc:sldChg>
      <pc:sldChg chg="addSp delSp modSp del">
        <pc:chgData name="Lakku, Sai Keertana R" userId="S::kb7924tj@go.minnstate.edu::aa713373-d62e-42be-a5fb-296135668942" providerId="AD" clId="Web-{E4AFC085-4835-9007-136D-92024C244A86}" dt="2025-04-11T16:21:23.950" v="425"/>
        <pc:sldMkLst>
          <pc:docMk/>
          <pc:sldMk cId="2540521633" sldId="277"/>
        </pc:sldMkLst>
        <pc:graphicFrameChg chg="add del mod modGraphic">
          <ac:chgData name="Lakku, Sai Keertana R" userId="S::kb7924tj@go.minnstate.edu::aa713373-d62e-42be-a5fb-296135668942" providerId="AD" clId="Web-{E4AFC085-4835-9007-136D-92024C244A86}" dt="2025-04-11T16:19:12.171" v="400"/>
          <ac:graphicFrameMkLst>
            <pc:docMk/>
            <pc:sldMk cId="2540521633" sldId="277"/>
            <ac:graphicFrameMk id="7" creationId="{4C7EC97B-AC29-1CD5-5EA3-0D84708243B1}"/>
          </ac:graphicFrameMkLst>
        </pc:graphicFrameChg>
        <pc:graphicFrameChg chg="add del mod modGraphic">
          <ac:chgData name="Lakku, Sai Keertana R" userId="S::kb7924tj@go.minnstate.edu::aa713373-d62e-42be-a5fb-296135668942" providerId="AD" clId="Web-{E4AFC085-4835-9007-136D-92024C244A86}" dt="2025-04-11T16:19:30.093" v="404"/>
          <ac:graphicFrameMkLst>
            <pc:docMk/>
            <pc:sldMk cId="2540521633" sldId="277"/>
            <ac:graphicFrameMk id="9" creationId="{0FF96CB2-8B3A-4A2A-C0E9-84B92FCF8C24}"/>
          </ac:graphicFrameMkLst>
        </pc:graphicFrameChg>
      </pc:sldChg>
      <pc:sldChg chg="addSp delSp modSp new">
        <pc:chgData name="Lakku, Sai Keertana R" userId="S::kb7924tj@go.minnstate.edu::aa713373-d62e-42be-a5fb-296135668942" providerId="AD" clId="Web-{E4AFC085-4835-9007-136D-92024C244A86}" dt="2025-04-11T16:30:08.677" v="459" actId="1076"/>
        <pc:sldMkLst>
          <pc:docMk/>
          <pc:sldMk cId="1520249469" sldId="280"/>
        </pc:sldMkLst>
        <pc:spChg chg="mod">
          <ac:chgData name="Lakku, Sai Keertana R" userId="S::kb7924tj@go.minnstate.edu::aa713373-d62e-42be-a5fb-296135668942" providerId="AD" clId="Web-{E4AFC085-4835-9007-136D-92024C244A86}" dt="2025-04-11T16:21:20.435" v="424" actId="20577"/>
          <ac:spMkLst>
            <pc:docMk/>
            <pc:sldMk cId="1520249469" sldId="280"/>
            <ac:spMk id="2" creationId="{B7E46195-ED03-5482-C7E2-F6D0CE4EF688}"/>
          </ac:spMkLst>
        </pc:spChg>
        <pc:spChg chg="del mod">
          <ac:chgData name="Lakku, Sai Keertana R" userId="S::kb7924tj@go.minnstate.edu::aa713373-d62e-42be-a5fb-296135668942" providerId="AD" clId="Web-{E4AFC085-4835-9007-136D-92024C244A86}" dt="2025-04-11T16:11:59.224" v="6"/>
          <ac:spMkLst>
            <pc:docMk/>
            <pc:sldMk cId="1520249469" sldId="280"/>
            <ac:spMk id="3" creationId="{D465D519-24A0-494A-C014-78FD9820C643}"/>
          </ac:spMkLst>
        </pc:spChg>
        <pc:graphicFrameChg chg="add mod ord modGraphic">
          <ac:chgData name="Lakku, Sai Keertana R" userId="S::kb7924tj@go.minnstate.edu::aa713373-d62e-42be-a5fb-296135668942" providerId="AD" clId="Web-{E4AFC085-4835-9007-136D-92024C244A86}" dt="2025-04-11T16:30:08.677" v="459" actId="107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EEB066B7-D41F-B2DA-D373-F09D4300E200}"/>
    <pc:docChg chg="modSld">
      <pc:chgData name="Srinivasa Reddy, Shashank reddy" userId="S::qn1833ep@go.minnstate.edu::5f8d5532-cbd8-40c0-aa18-97830f20e260" providerId="AD" clId="Web-{EEB066B7-D41F-B2DA-D373-F09D4300E200}" dt="2025-04-01T19:28:28.788" v="0" actId="1076"/>
      <pc:docMkLst>
        <pc:docMk/>
      </pc:docMkLst>
      <pc:sldChg chg="modSp">
        <pc:chgData name="Srinivasa Reddy, Shashank reddy" userId="S::qn1833ep@go.minnstate.edu::5f8d5532-cbd8-40c0-aa18-97830f20e260" providerId="AD" clId="Web-{EEB066B7-D41F-B2DA-D373-F09D4300E200}" dt="2025-04-01T19:28:28.788" v="0" actId="1076"/>
        <pc:sldMkLst>
          <pc:docMk/>
          <pc:sldMk cId="1656249528" sldId="273"/>
        </pc:sldMkLst>
        <pc:picChg chg="mod">
          <ac:chgData name="Srinivasa Reddy, Shashank reddy" userId="S::qn1833ep@go.minnstate.edu::5f8d5532-cbd8-40c0-aa18-97830f20e260" providerId="AD" clId="Web-{EEB066B7-D41F-B2DA-D373-F09D4300E200}" dt="2025-04-01T19:28:28.788" v="0" actId="1076"/>
          <ac:picMkLst>
            <pc:docMk/>
            <pc:sldMk cId="1656249528" sldId="273"/>
            <ac:picMk id="4" creationId="{9D97BADF-57F1-970E-0764-ACAA77644D31}"/>
          </ac:picMkLst>
        </pc:picChg>
      </pc:sldChg>
    </pc:docChg>
  </pc:docChgLst>
  <pc:docChgLst>
    <pc:chgData name="Hjulberg, Andrew S" userId="S::hi6397ef@go.minnstate.edu::55255bf8-79f2-42d3-80cc-139b63d0776c" providerId="AD" clId="Web-{CA170FDB-E2D6-5117-7551-84E91AB3FA72}"/>
    <pc:docChg chg="modSld">
      <pc:chgData name="Hjulberg, Andrew S" userId="S::hi6397ef@go.minnstate.edu::55255bf8-79f2-42d3-80cc-139b63d0776c" providerId="AD" clId="Web-{CA170FDB-E2D6-5117-7551-84E91AB3FA72}" dt="2025-04-04T15:29:09.504" v="32" actId="20577"/>
      <pc:docMkLst>
        <pc:docMk/>
      </pc:docMkLst>
      <pc:sldChg chg="modSp">
        <pc:chgData name="Hjulberg, Andrew S" userId="S::hi6397ef@go.minnstate.edu::55255bf8-79f2-42d3-80cc-139b63d0776c" providerId="AD" clId="Web-{CA170FDB-E2D6-5117-7551-84E91AB3FA72}" dt="2025-04-04T15:29:09.504" v="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170FDB-E2D6-5117-7551-84E91AB3FA72}" dt="2025-04-04T15:29:09.504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name="Wilkins, Graham C" userId="S::bh5884is@go.minnstate.edu::d858373d-d4a5-4d5a-af0d-fcf67a33b3d5" providerId="AD" clId="Web-{0E524FDB-1631-32BE-231A-71246D941B2B}"/>
    <pc:docChg chg="addSld modSld">
      <pc:chgData name="Wilkins, Graham C" userId="S::bh5884is@go.minnstate.edu::d858373d-d4a5-4d5a-af0d-fcf67a33b3d5" providerId="AD" clId="Web-{0E524FDB-1631-32BE-231A-71246D941B2B}" dt="2025-03-28T16:04:10.804" v="667" actId="20577"/>
      <pc:docMkLst>
        <pc:docMk/>
      </pc:docMkLst>
      <pc:sldChg chg="addSp delSp modSp">
        <pc:chgData name="Wilkins, Graham C" userId="S::bh5884is@go.minnstate.edu::d858373d-d4a5-4d5a-af0d-fcf67a33b3d5" providerId="AD" clId="Web-{0E524FDB-1631-32BE-231A-71246D941B2B}" dt="2025-03-28T15:18:07.513" v="660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0E524FDB-1631-32BE-231A-71246D941B2B}" dt="2025-03-28T15:15:59.923" v="573" actId="20577"/>
          <ac:spMkLst>
            <pc:docMk/>
            <pc:sldMk cId="1656249528" sldId="273"/>
            <ac:spMk id="2" creationId="{7ADE7BEE-0CC5-93A6-E221-8066FAB3E767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5:14:56.577" v="524"/>
          <ac:spMkLst>
            <pc:docMk/>
            <pc:sldMk cId="1656249528" sldId="273"/>
            <ac:spMk id="6" creationId="{C4A66DC6-B15D-F636-3521-C5D6A8D7990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1.874" v="526"/>
          <ac:spMkLst>
            <pc:docMk/>
            <pc:sldMk cId="1656249528" sldId="273"/>
            <ac:spMk id="7" creationId="{973AC01A-E060-C2E6-B90A-82CE9209933A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8.640" v="528"/>
          <ac:spMkLst>
            <pc:docMk/>
            <pc:sldMk cId="1656249528" sldId="273"/>
            <ac:spMk id="8" creationId="{55195721-C89A-E70A-9A2B-C439EFC12D9B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14:38.701" v="521"/>
          <ac:spMkLst>
            <pc:docMk/>
            <pc:sldMk cId="1656249528" sldId="273"/>
            <ac:spMk id="10" creationId="{D0080BD7-D8BB-B9E7-39AA-F7C33D7AEDBC}"/>
          </ac:spMkLst>
        </pc:spChg>
        <pc:spChg chg="add mod">
          <ac:chgData name="Wilkins, Graham C" userId="S::bh5884is@go.minnstate.edu::d858373d-d4a5-4d5a-af0d-fcf67a33b3d5" providerId="AD" clId="Web-{0E524FDB-1631-32BE-231A-71246D941B2B}" dt="2025-03-28T15:18:07.513" v="660" actId="20577"/>
          <ac:spMkLst>
            <pc:docMk/>
            <pc:sldMk cId="1656249528" sldId="273"/>
            <ac:spMk id="11" creationId="{FFA504A8-8380-1007-4C4B-6E97878B734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31.719" v="531"/>
          <ac:spMkLst>
            <pc:docMk/>
            <pc:sldMk cId="1656249528" sldId="273"/>
            <ac:spMk id="13" creationId="{A864CFA4-5F27-C7EB-84E9-1F4F70C44FB0}"/>
          </ac:spMkLst>
        </pc:spChg>
        <pc:graphicFrameChg chg="add del mod modGraphic">
          <ac:chgData name="Wilkins, Graham C" userId="S::bh5884is@go.minnstate.edu::d858373d-d4a5-4d5a-af0d-fcf67a33b3d5" providerId="AD" clId="Web-{0E524FDB-1631-32BE-231A-71246D941B2B}" dt="2025-03-28T15:14:36.748" v="520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picChg chg="mod">
          <ac:chgData name="Wilkins, Graham C" userId="S::bh5884is@go.minnstate.edu::d858373d-d4a5-4d5a-af0d-fcf67a33b3d5" providerId="AD" clId="Web-{0E524FDB-1631-32BE-231A-71246D941B2B}" dt="2025-03-28T15:14:48.217" v="523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addSp modSp mod setBg setClrOvrMap">
        <pc:chgData name="Wilkins, Graham C" userId="S::bh5884is@go.minnstate.edu::d858373d-d4a5-4d5a-af0d-fcf67a33b3d5" providerId="AD" clId="Web-{0E524FDB-1631-32BE-231A-71246D941B2B}" dt="2025-03-28T16:04:10.804" v="667" actId="20577"/>
        <pc:sldMkLst>
          <pc:docMk/>
          <pc:sldMk cId="893194236" sldId="274"/>
        </pc:sldMkLst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2" creationId="{FBE08AF8-5DFC-680F-363D-9939D6AB4E40}"/>
          </ac:spMkLst>
        </pc:spChg>
        <pc:spChg chg="mod ord">
          <ac:chgData name="Wilkins, Graham C" userId="S::bh5884is@go.minnstate.edu::d858373d-d4a5-4d5a-af0d-fcf67a33b3d5" providerId="AD" clId="Web-{0E524FDB-1631-32BE-231A-71246D941B2B}" dt="2025-03-28T16:04:10.804" v="667" actId="20577"/>
          <ac:spMkLst>
            <pc:docMk/>
            <pc:sldMk cId="893194236" sldId="274"/>
            <ac:spMk id="3" creationId="{C5BA3A65-7E07-E196-7479-E250D272D1AE}"/>
          </ac:spMkLst>
        </pc:spChg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4" creationId="{F65BD1C5-36B9-9982-9197-74BE064EC57C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1" creationId="{EE4E366E-272A-409E-840F-9A6A64A9E3FF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3" creationId="{A721560C-E4AB-4287-A29C-3F6916794CB9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5" creationId="{DF6CFF07-D953-4F9C-9A0E-E0A6AACB6158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7" creationId="{DAA4FEEE-0B5F-41BF-825D-60F9FB089568}"/>
          </ac:spMkLst>
        </pc:spChg>
        <pc:picChg chg="add">
          <ac:chgData name="Wilkins, Graham C" userId="S::bh5884is@go.minnstate.edu::d858373d-d4a5-4d5a-af0d-fcf67a33b3d5" providerId="AD" clId="Web-{0E524FDB-1631-32BE-231A-71246D941B2B}" dt="2025-03-28T16:03:57.959" v="66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Wilkins, Graham C" userId="S::bh5884is@go.minnstate.edu::d858373d-d4a5-4d5a-af0d-fcf67a33b3d5" providerId="AD" clId="Web-{0E524FDB-1631-32BE-231A-71246D941B2B}" dt="2025-03-28T15:19:30.408" v="665"/>
        <pc:sldMkLst>
          <pc:docMk/>
          <pc:sldMk cId="2139809473" sldId="276"/>
        </pc:sldMkLst>
        <pc:graphicFrameChg chg="modGraphic">
          <ac:chgData name="Wilkins, Graham C" userId="S::bh5884is@go.minnstate.edu::d858373d-d4a5-4d5a-af0d-fcf67a33b3d5" providerId="AD" clId="Web-{0E524FDB-1631-32BE-231A-71246D941B2B}" dt="2025-03-28T15:19:30.408" v="665"/>
          <ac:graphicFrameMkLst>
            <pc:docMk/>
            <pc:sldMk cId="2139809473" sldId="276"/>
            <ac:graphicFrameMk id="184" creationId="{F2AF92F0-6286-E001-E1D2-78A757B709AB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0E524FDB-1631-32BE-231A-71246D941B2B}" dt="2025-03-28T15:18:25.561" v="662" actId="20577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0E524FDB-1631-32BE-231A-71246D941B2B}" dt="2025-03-28T15:18:25.561" v="662" actId="20577"/>
          <ac:spMkLst>
            <pc:docMk/>
            <pc:sldMk cId="2540521633" sldId="277"/>
            <ac:spMk id="2" creationId="{84AF7AB2-53C1-7E36-F779-5C0AAEE69C2C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04:22.520" v="6"/>
          <ac:spMkLst>
            <pc:docMk/>
            <pc:sldMk cId="2540521633" sldId="277"/>
            <ac:spMk id="10" creationId="{0677A57E-00B3-2D99-69E0-BF0C40347388}"/>
          </ac:spMkLst>
        </pc:spChg>
        <pc:graphicFrameChg chg="del">
          <ac:chgData name="Wilkins, Graham C" userId="S::bh5884is@go.minnstate.edu::d858373d-d4a5-4d5a-af0d-fcf67a33b3d5" providerId="AD" clId="Web-{0E524FDB-1631-32BE-231A-71246D941B2B}" dt="2025-03-28T15:04:25.239" v="7"/>
          <ac:graphicFrameMkLst>
            <pc:docMk/>
            <pc:sldMk cId="2540521633" sldId="277"/>
            <ac:graphicFrameMk id="5" creationId="{3A7AE807-A30B-ADEB-873F-820764A9B108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13:40.340" v="519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08:59.140" v="279" actId="1076"/>
          <ac:graphicFrameMkLst>
            <pc:docMk/>
            <pc:sldMk cId="2540521633" sldId="277"/>
            <ac:graphicFrameMk id="8" creationId="{05AFF212-916D-E3C5-F44B-025236DD3228}"/>
          </ac:graphicFrameMkLst>
        </pc:graphicFrameChg>
        <pc:picChg chg="del">
          <ac:chgData name="Wilkins, Graham C" userId="S::bh5884is@go.minnstate.edu::d858373d-d4a5-4d5a-af0d-fcf67a33b3d5" providerId="AD" clId="Web-{0E524FDB-1631-32BE-231A-71246D941B2B}" dt="2025-03-28T15:04:21.457" v="5"/>
          <ac:picMkLst>
            <pc:docMk/>
            <pc:sldMk cId="2540521633" sldId="277"/>
            <ac:picMk id="4" creationId="{BC2E42DD-5857-AB7B-3F6E-F1F138E5966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Updated table</a:t>
          </a:r>
        </a:p>
      </dgm:t>
    </dgm:pt>
    <dgm:pt modelId="{C04FB20D-AA03-4BDF-ADDC-105154080B03}" type="parTrans" cxnId="{2FB5DF13-142B-46AD-BE08-5EB7E8AF6290}">
      <dgm:prSet/>
      <dgm:spPr/>
      <dgm:t>
        <a:bodyPr/>
        <a:lstStyle/>
        <a:p>
          <a:endParaRPr lang="en-US"/>
        </a:p>
      </dgm:t>
    </dgm:pt>
    <dgm:pt modelId="{C398F7E2-D652-4DEE-9E6E-C33DDD66E17E}" type="sibTrans" cxnId="{2FB5DF13-142B-46AD-BE08-5EB7E8AF6290}">
      <dgm:prSet/>
      <dgm:spPr/>
      <dgm:t>
        <a:bodyPr/>
        <a:lstStyle/>
        <a:p>
          <a:endParaRPr lang="en-US"/>
        </a:p>
      </dgm:t>
    </dgm:pt>
    <dgm:pt modelId="{E99B0EF7-498A-4D3C-A749-30C2B6B3BA5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Monthly predition approach</a:t>
          </a:r>
        </a:p>
      </dgm:t>
    </dgm:pt>
    <dgm:pt modelId="{13C43920-A01E-40F9-A219-D5EEFA7F7CBA}" type="parTrans" cxnId="{BC731550-2DC2-44E5-8DC3-917A4640A588}">
      <dgm:prSet/>
      <dgm:spPr/>
      <dgm:t>
        <a:bodyPr/>
        <a:lstStyle/>
        <a:p>
          <a:endParaRPr lang="en-US"/>
        </a:p>
      </dgm:t>
    </dgm:pt>
    <dgm:pt modelId="{642B4EAE-1932-4A54-A9A7-E5BCCFC846CC}" type="sibTrans" cxnId="{BC731550-2DC2-44E5-8DC3-917A4640A588}">
      <dgm:prSet/>
      <dgm:spPr/>
      <dgm:t>
        <a:bodyPr/>
        <a:lstStyle/>
        <a:p>
          <a:endParaRPr lang="en-US"/>
        </a:p>
      </dgm:t>
    </dgm:pt>
    <dgm:pt modelId="{0C26176D-C492-4312-A1C5-E522BE18009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Feedback on table</a:t>
          </a:r>
        </a:p>
      </dgm:t>
    </dgm:pt>
    <dgm:pt modelId="{19F0475F-3B14-4085-9828-3740E0F59927}" type="parTrans" cxnId="{F970920C-B929-49C2-8437-BAC57DDDA9BF}">
      <dgm:prSet/>
      <dgm:spPr/>
      <dgm:t>
        <a:bodyPr/>
        <a:lstStyle/>
        <a:p>
          <a:endParaRPr lang="en-US"/>
        </a:p>
      </dgm:t>
    </dgm:pt>
    <dgm:pt modelId="{00D4B23E-957B-4B85-BCF7-FC59FE567F3C}" type="sibTrans" cxnId="{F970920C-B929-49C2-8437-BAC57DDDA9BF}">
      <dgm:prSet/>
      <dgm:spPr/>
      <dgm:t>
        <a:bodyPr/>
        <a:lstStyle/>
        <a:p>
          <a:endParaRPr lang="en-US"/>
        </a:p>
      </dgm:t>
    </dgm:pt>
    <dgm:pt modelId="{7E20B590-38D0-4ECB-BA9A-E67F88EBE0D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Automating feature selection</a:t>
          </a:r>
        </a:p>
      </dgm:t>
    </dgm:pt>
    <dgm:pt modelId="{1CAA94FC-9724-44B3-850C-97A87478DB71}" type="parTrans" cxnId="{22E6165E-57A5-4FCE-B018-695F4CA115F9}">
      <dgm:prSet/>
      <dgm:spPr/>
      <dgm:t>
        <a:bodyPr/>
        <a:lstStyle/>
        <a:p>
          <a:endParaRPr lang="en-US"/>
        </a:p>
      </dgm:t>
    </dgm:pt>
    <dgm:pt modelId="{10E0789C-924C-4980-B476-FD680A45EEF2}" type="sibTrans" cxnId="{22E6165E-57A5-4FCE-B018-695F4CA115F9}">
      <dgm:prSet/>
      <dgm:spPr/>
      <dgm:t>
        <a:bodyPr/>
        <a:lstStyle/>
        <a:p>
          <a:endParaRPr lang="en-US"/>
        </a:p>
      </dgm:t>
    </dgm:pt>
    <dgm:pt modelId="{8E454D5A-131C-42B2-8FB9-8BFFC1348CC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Documentation progress</a:t>
          </a:r>
        </a:p>
      </dgm:t>
    </dgm:pt>
    <dgm:pt modelId="{C86EC3C1-0B85-49BF-9927-053853552A15}" type="parTrans" cxnId="{A51B8B3A-9D15-4D4D-8B9C-94109D7A92A7}">
      <dgm:prSet/>
      <dgm:spPr/>
      <dgm:t>
        <a:bodyPr/>
        <a:lstStyle/>
        <a:p>
          <a:endParaRPr lang="en-US"/>
        </a:p>
      </dgm:t>
    </dgm:pt>
    <dgm:pt modelId="{BEB758AE-1C6F-4FA0-8399-81995E9BFB1A}" type="sibTrans" cxnId="{A51B8B3A-9D15-4D4D-8B9C-94109D7A92A7}">
      <dgm:prSet/>
      <dgm:spPr/>
      <dgm:t>
        <a:bodyPr/>
        <a:lstStyle/>
        <a:p>
          <a:endParaRPr lang="en-US"/>
        </a:p>
      </dgm:t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60512083-E88C-4595-8967-8628B86C3AF4}" type="pres">
      <dgm:prSet presAssocID="{0C26176D-C492-4312-A1C5-E522BE180096}" presName="compNode" presStyleCnt="0"/>
      <dgm:spPr/>
    </dgm:pt>
    <dgm:pt modelId="{FC9B00A6-32FF-494E-BF8D-8590AB74E54C}" type="pres">
      <dgm:prSet presAssocID="{0C26176D-C492-4312-A1C5-E522BE180096}" presName="bgRect" presStyleLbl="bgShp" presStyleIdx="0" presStyleCnt="5"/>
      <dgm:spPr/>
    </dgm:pt>
    <dgm:pt modelId="{89B44B39-F754-4C8B-B21D-294CA1702B58}" type="pres">
      <dgm:prSet presAssocID="{0C26176D-C492-4312-A1C5-E522BE18009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24FBFAAD-E7B3-4979-97C4-8463F45F7B53}" type="pres">
      <dgm:prSet presAssocID="{0C26176D-C492-4312-A1C5-E522BE180096}" presName="spaceRect" presStyleCnt="0"/>
      <dgm:spPr/>
    </dgm:pt>
    <dgm:pt modelId="{02BB3F18-FD7F-4D47-BE1D-33AD7D93B599}" type="pres">
      <dgm:prSet presAssocID="{0C26176D-C492-4312-A1C5-E522BE180096}" presName="parTx" presStyleLbl="revTx" presStyleIdx="0" presStyleCnt="5">
        <dgm:presLayoutVars>
          <dgm:chMax val="0"/>
          <dgm:chPref val="0"/>
        </dgm:presLayoutVars>
      </dgm:prSet>
      <dgm:spPr/>
    </dgm:pt>
    <dgm:pt modelId="{DC46993E-8461-4BA0-AC24-130CC84421D1}" type="pres">
      <dgm:prSet presAssocID="{00D4B23E-957B-4B85-BCF7-FC59FE567F3C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5"/>
      <dgm:spPr/>
    </dgm:pt>
    <dgm:pt modelId="{26D309BF-2D7E-4E4B-97C1-B2FFDF742925}" type="pres">
      <dgm:prSet presAssocID="{1C88F448-429B-45D3-BBA3-D45570DFF73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with solid fill"/>
        </a:ext>
      </dgm:extLst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5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2" presStyleCnt="5"/>
      <dgm:spPr/>
    </dgm:pt>
    <dgm:pt modelId="{3547F566-E9CD-4B85-8584-D724F9234253}" type="pres">
      <dgm:prSet presAssocID="{E99B0EF7-498A-4D3C-A749-30C2B6B3BA5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2" presStyleCnt="5">
        <dgm:presLayoutVars>
          <dgm:chMax val="0"/>
          <dgm:chPref val="0"/>
        </dgm:presLayoutVars>
      </dgm:prSet>
      <dgm:spPr/>
    </dgm:pt>
    <dgm:pt modelId="{BC5234D7-5BD9-44FF-BCAA-BD385FD10F66}" type="pres">
      <dgm:prSet presAssocID="{642B4EAE-1932-4A54-A9A7-E5BCCFC846CC}" presName="sibTrans" presStyleCnt="0"/>
      <dgm:spPr/>
    </dgm:pt>
    <dgm:pt modelId="{A5566F77-7867-4B24-833E-7746E3B2BB96}" type="pres">
      <dgm:prSet presAssocID="{7E20B590-38D0-4ECB-BA9A-E67F88EBE0DF}" presName="compNode" presStyleCnt="0"/>
      <dgm:spPr/>
    </dgm:pt>
    <dgm:pt modelId="{C93A31FA-8B57-4A8B-8913-CAFC282DC0D3}" type="pres">
      <dgm:prSet presAssocID="{7E20B590-38D0-4ECB-BA9A-E67F88EBE0DF}" presName="bgRect" presStyleLbl="bgShp" presStyleIdx="3" presStyleCnt="5"/>
      <dgm:spPr/>
    </dgm:pt>
    <dgm:pt modelId="{07B06D77-7D4A-427A-B079-AE7B8EA4AF95}" type="pres">
      <dgm:prSet presAssocID="{7E20B590-38D0-4ECB-BA9A-E67F88EBE0D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9832FFA1-2DC9-47BB-9BF5-C618AB962B62}" type="pres">
      <dgm:prSet presAssocID="{7E20B590-38D0-4ECB-BA9A-E67F88EBE0DF}" presName="spaceRect" presStyleCnt="0"/>
      <dgm:spPr/>
    </dgm:pt>
    <dgm:pt modelId="{1EA3FADE-D8B5-4507-AC94-41E077D28696}" type="pres">
      <dgm:prSet presAssocID="{7E20B590-38D0-4ECB-BA9A-E67F88EBE0DF}" presName="parTx" presStyleLbl="revTx" presStyleIdx="3" presStyleCnt="5">
        <dgm:presLayoutVars>
          <dgm:chMax val="0"/>
          <dgm:chPref val="0"/>
        </dgm:presLayoutVars>
      </dgm:prSet>
      <dgm:spPr/>
    </dgm:pt>
    <dgm:pt modelId="{9EED4B39-FAF2-4E43-9DBF-A0F474A65FF4}" type="pres">
      <dgm:prSet presAssocID="{10E0789C-924C-4980-B476-FD680A45EEF2}" presName="sibTrans" presStyleCnt="0"/>
      <dgm:spPr/>
    </dgm:pt>
    <dgm:pt modelId="{24F16AD3-9FE7-4D71-9E26-D9A85AA20366}" type="pres">
      <dgm:prSet presAssocID="{8E454D5A-131C-42B2-8FB9-8BFFC1348CCC}" presName="compNode" presStyleCnt="0"/>
      <dgm:spPr/>
    </dgm:pt>
    <dgm:pt modelId="{50B8C609-E0B3-4FB2-9FDF-D9BB08F74D4B}" type="pres">
      <dgm:prSet presAssocID="{8E454D5A-131C-42B2-8FB9-8BFFC1348CCC}" presName="bgRect" presStyleLbl="bgShp" presStyleIdx="4" presStyleCnt="5"/>
      <dgm:spPr/>
    </dgm:pt>
    <dgm:pt modelId="{B4E54B4A-B95C-4752-B98F-036698CA48BE}" type="pres">
      <dgm:prSet presAssocID="{8E454D5A-131C-42B2-8FB9-8BFFC1348CC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F847A9CE-0E76-46DF-8E32-140E47FFD95F}" type="pres">
      <dgm:prSet presAssocID="{8E454D5A-131C-42B2-8FB9-8BFFC1348CCC}" presName="spaceRect" presStyleCnt="0"/>
      <dgm:spPr/>
    </dgm:pt>
    <dgm:pt modelId="{BCFECD8B-6A6F-4FEC-AA42-D316A7B41168}" type="pres">
      <dgm:prSet presAssocID="{8E454D5A-131C-42B2-8FB9-8BFFC1348CC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970920C-B929-49C2-8437-BAC57DDDA9BF}" srcId="{F9B9FC2A-95E4-4DB8-BC70-687346FDB929}" destId="{0C26176D-C492-4312-A1C5-E522BE180096}" srcOrd="0" destOrd="0" parTransId="{19F0475F-3B14-4085-9828-3740E0F59927}" sibTransId="{00D4B23E-957B-4B85-BCF7-FC59FE567F3C}"/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A51B8B3A-9D15-4D4D-8B9C-94109D7A92A7}" srcId="{F9B9FC2A-95E4-4DB8-BC70-687346FDB929}" destId="{8E454D5A-131C-42B2-8FB9-8BFFC1348CCC}" srcOrd="4" destOrd="0" parTransId="{C86EC3C1-0B85-49BF-9927-053853552A15}" sibTransId="{BEB758AE-1C6F-4FA0-8399-81995E9BFB1A}"/>
    <dgm:cxn modelId="{22E6165E-57A5-4FCE-B018-695F4CA115F9}" srcId="{F9B9FC2A-95E4-4DB8-BC70-687346FDB929}" destId="{7E20B590-38D0-4ECB-BA9A-E67F88EBE0DF}" srcOrd="3" destOrd="0" parTransId="{1CAA94FC-9724-44B3-850C-97A87478DB71}" sibTransId="{10E0789C-924C-4980-B476-FD680A45EEF2}"/>
    <dgm:cxn modelId="{C1F6D243-E58A-4FE8-83E7-3A2517066E77}" type="presOf" srcId="{1C88F448-429B-45D3-BBA3-D45570DFF730}" destId="{CF403347-5B35-401A-B7F8-DE9EC17165BF}" srcOrd="0" destOrd="0" presId="urn:microsoft.com/office/officeart/2018/2/layout/IconVerticalSolidList"/>
    <dgm:cxn modelId="{BC731550-2DC2-44E5-8DC3-917A4640A588}" srcId="{F9B9FC2A-95E4-4DB8-BC70-687346FDB929}" destId="{E99B0EF7-498A-4D3C-A749-30C2B6B3BA54}" srcOrd="2" destOrd="0" parTransId="{13C43920-A01E-40F9-A219-D5EEFA7F7CBA}" sibTransId="{642B4EAE-1932-4A54-A9A7-E5BCCFC846CC}"/>
    <dgm:cxn modelId="{735BEF7E-6264-4D2E-8B0A-8C3C3EAE56B6}" type="presOf" srcId="{8E454D5A-131C-42B2-8FB9-8BFFC1348CCC}" destId="{BCFECD8B-6A6F-4FEC-AA42-D316A7B41168}" srcOrd="0" destOrd="0" presId="urn:microsoft.com/office/officeart/2018/2/layout/IconVerticalSolidList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C3B804A2-9BFC-4182-846E-5FDAF372DAA4}" type="presOf" srcId="{E99B0EF7-498A-4D3C-A749-30C2B6B3BA54}" destId="{DA5FC007-EDBA-44B1-86F1-8EDA104DBC1F}" srcOrd="0" destOrd="0" presId="urn:microsoft.com/office/officeart/2018/2/layout/IconVerticalSolidList"/>
    <dgm:cxn modelId="{BAC6C0C1-2E2C-4019-BDD8-C4BC5158373F}" type="presOf" srcId="{7E20B590-38D0-4ECB-BA9A-E67F88EBE0DF}" destId="{1EA3FADE-D8B5-4507-AC94-41E077D28696}" srcOrd="0" destOrd="0" presId="urn:microsoft.com/office/officeart/2018/2/layout/IconVerticalSolidList"/>
    <dgm:cxn modelId="{AC3753DD-0D51-4977-AAC9-4CAE9BA88B30}" type="presOf" srcId="{0C26176D-C492-4312-A1C5-E522BE180096}" destId="{02BB3F18-FD7F-4D47-BE1D-33AD7D93B599}" srcOrd="0" destOrd="0" presId="urn:microsoft.com/office/officeart/2018/2/layout/IconVerticalSolidList"/>
    <dgm:cxn modelId="{95568FAA-9B48-47C6-89AB-748D65BEA50E}" type="presParOf" srcId="{4147953F-A707-4CBE-92FB-FA193B91A6F4}" destId="{60512083-E88C-4595-8967-8628B86C3AF4}" srcOrd="0" destOrd="0" presId="urn:microsoft.com/office/officeart/2018/2/layout/IconVerticalSolidList"/>
    <dgm:cxn modelId="{BBE733B8-4776-4F6C-8A37-2A301BF68BC8}" type="presParOf" srcId="{60512083-E88C-4595-8967-8628B86C3AF4}" destId="{FC9B00A6-32FF-494E-BF8D-8590AB74E54C}" srcOrd="0" destOrd="0" presId="urn:microsoft.com/office/officeart/2018/2/layout/IconVerticalSolidList"/>
    <dgm:cxn modelId="{D5FF86FE-4A3D-452E-9C1D-3136C8C8411D}" type="presParOf" srcId="{60512083-E88C-4595-8967-8628B86C3AF4}" destId="{89B44B39-F754-4C8B-B21D-294CA1702B58}" srcOrd="1" destOrd="0" presId="urn:microsoft.com/office/officeart/2018/2/layout/IconVerticalSolidList"/>
    <dgm:cxn modelId="{0236454D-7649-48A9-90F9-7BBA16980F24}" type="presParOf" srcId="{60512083-E88C-4595-8967-8628B86C3AF4}" destId="{24FBFAAD-E7B3-4979-97C4-8463F45F7B53}" srcOrd="2" destOrd="0" presId="urn:microsoft.com/office/officeart/2018/2/layout/IconVerticalSolidList"/>
    <dgm:cxn modelId="{2246458C-61B4-4470-AD5D-5C72A7B1ED2C}" type="presParOf" srcId="{60512083-E88C-4595-8967-8628B86C3AF4}" destId="{02BB3F18-FD7F-4D47-BE1D-33AD7D93B599}" srcOrd="3" destOrd="0" presId="urn:microsoft.com/office/officeart/2018/2/layout/IconVerticalSolidList"/>
    <dgm:cxn modelId="{320D59CB-0DA4-4F66-B737-AD95CF01B3C9}" type="presParOf" srcId="{4147953F-A707-4CBE-92FB-FA193B91A6F4}" destId="{DC46993E-8461-4BA0-AC24-130CC84421D1}" srcOrd="1" destOrd="0" presId="urn:microsoft.com/office/officeart/2018/2/layout/IconVerticalSolidList"/>
    <dgm:cxn modelId="{1FCC6A6D-DEBA-4B99-B6C4-D59094D588FD}" type="presParOf" srcId="{4147953F-A707-4CBE-92FB-FA193B91A6F4}" destId="{507067B4-FC0D-4543-BDA2-45F28784D310}" srcOrd="2" destOrd="0" presId="urn:microsoft.com/office/officeart/2018/2/layout/IconVerticalSolidList"/>
    <dgm:cxn modelId="{F46D5733-3877-4471-BEFD-A0F0CE513F64}" type="presParOf" srcId="{507067B4-FC0D-4543-BDA2-45F28784D310}" destId="{899C9418-5BEE-493C-A169-220227FF4A96}" srcOrd="0" destOrd="0" presId="urn:microsoft.com/office/officeart/2018/2/layout/IconVerticalSolidList"/>
    <dgm:cxn modelId="{B60D385B-6E46-47AA-AB44-38BA1F1BA64F}" type="presParOf" srcId="{507067B4-FC0D-4543-BDA2-45F28784D310}" destId="{26D309BF-2D7E-4E4B-97C1-B2FFDF742925}" srcOrd="1" destOrd="0" presId="urn:microsoft.com/office/officeart/2018/2/layout/IconVerticalSolidList"/>
    <dgm:cxn modelId="{EE20593B-50EE-409A-967D-068869F7D6F6}" type="presParOf" srcId="{507067B4-FC0D-4543-BDA2-45F28784D310}" destId="{6B7A6452-252E-4A34-A88F-2B1B987D56D0}" srcOrd="2" destOrd="0" presId="urn:microsoft.com/office/officeart/2018/2/layout/IconVerticalSolidList"/>
    <dgm:cxn modelId="{3D4BDE7A-C32D-4614-A99B-CC7A81D4AF20}" type="presParOf" srcId="{507067B4-FC0D-4543-BDA2-45F28784D310}" destId="{CF403347-5B35-401A-B7F8-DE9EC17165BF}" srcOrd="3" destOrd="0" presId="urn:microsoft.com/office/officeart/2018/2/layout/IconVerticalSolidList"/>
    <dgm:cxn modelId="{D0930A25-F02B-4827-A4AE-9FE40B1FC569}" type="presParOf" srcId="{4147953F-A707-4CBE-92FB-FA193B91A6F4}" destId="{EB3AC6C7-5701-4C00-B951-5C2B6A960075}" srcOrd="3" destOrd="0" presId="urn:microsoft.com/office/officeart/2018/2/layout/IconVerticalSolidList"/>
    <dgm:cxn modelId="{69F5CE06-77F2-4EA2-895F-2154EA4F0EF2}" type="presParOf" srcId="{4147953F-A707-4CBE-92FB-FA193B91A6F4}" destId="{FC4A4218-4F98-42AB-BD74-DF0D9EE73C23}" srcOrd="4" destOrd="0" presId="urn:microsoft.com/office/officeart/2018/2/layout/IconVerticalSolidList"/>
    <dgm:cxn modelId="{6447F82E-7EF4-4B22-87EC-9067B35C68B5}" type="presParOf" srcId="{FC4A4218-4F98-42AB-BD74-DF0D9EE73C23}" destId="{45DAF4A5-2D1D-4533-BB46-4638676CB424}" srcOrd="0" destOrd="0" presId="urn:microsoft.com/office/officeart/2018/2/layout/IconVerticalSolidList"/>
    <dgm:cxn modelId="{A2F2BDEC-C1EA-40A0-BDCB-E7C0A0D2132E}" type="presParOf" srcId="{FC4A4218-4F98-42AB-BD74-DF0D9EE73C23}" destId="{3547F566-E9CD-4B85-8584-D724F9234253}" srcOrd="1" destOrd="0" presId="urn:microsoft.com/office/officeart/2018/2/layout/IconVerticalSolidList"/>
    <dgm:cxn modelId="{158B143A-CA05-4F81-8FC1-894E614CBD0B}" type="presParOf" srcId="{FC4A4218-4F98-42AB-BD74-DF0D9EE73C23}" destId="{76AB773B-B9B2-4C51-A2D5-7A344CC32BBE}" srcOrd="2" destOrd="0" presId="urn:microsoft.com/office/officeart/2018/2/layout/IconVerticalSolidList"/>
    <dgm:cxn modelId="{F14426FC-5A0A-440C-A0A9-D0AAE924A72C}" type="presParOf" srcId="{FC4A4218-4F98-42AB-BD74-DF0D9EE73C23}" destId="{DA5FC007-EDBA-44B1-86F1-8EDA104DBC1F}" srcOrd="3" destOrd="0" presId="urn:microsoft.com/office/officeart/2018/2/layout/IconVerticalSolidList"/>
    <dgm:cxn modelId="{FFDAE5D3-0FA4-4A7D-A5CC-B7B2E8674558}" type="presParOf" srcId="{4147953F-A707-4CBE-92FB-FA193B91A6F4}" destId="{BC5234D7-5BD9-44FF-BCAA-BD385FD10F66}" srcOrd="5" destOrd="0" presId="urn:microsoft.com/office/officeart/2018/2/layout/IconVerticalSolidList"/>
    <dgm:cxn modelId="{D1F80C4B-AF41-4D34-9708-311FABB0DFF3}" type="presParOf" srcId="{4147953F-A707-4CBE-92FB-FA193B91A6F4}" destId="{A5566F77-7867-4B24-833E-7746E3B2BB96}" srcOrd="6" destOrd="0" presId="urn:microsoft.com/office/officeart/2018/2/layout/IconVerticalSolidList"/>
    <dgm:cxn modelId="{F8407363-D276-4DB7-964A-1474F58BA7C7}" type="presParOf" srcId="{A5566F77-7867-4B24-833E-7746E3B2BB96}" destId="{C93A31FA-8B57-4A8B-8913-CAFC282DC0D3}" srcOrd="0" destOrd="0" presId="urn:microsoft.com/office/officeart/2018/2/layout/IconVerticalSolidList"/>
    <dgm:cxn modelId="{420D5CD2-01CF-4A27-8B5A-981604390341}" type="presParOf" srcId="{A5566F77-7867-4B24-833E-7746E3B2BB96}" destId="{07B06D77-7D4A-427A-B079-AE7B8EA4AF95}" srcOrd="1" destOrd="0" presId="urn:microsoft.com/office/officeart/2018/2/layout/IconVerticalSolidList"/>
    <dgm:cxn modelId="{4266C13E-6D56-4721-8172-483BA6BF8CBC}" type="presParOf" srcId="{A5566F77-7867-4B24-833E-7746E3B2BB96}" destId="{9832FFA1-2DC9-47BB-9BF5-C618AB962B62}" srcOrd="2" destOrd="0" presId="urn:microsoft.com/office/officeart/2018/2/layout/IconVerticalSolidList"/>
    <dgm:cxn modelId="{5B95C941-90A8-4CE8-ADA7-89C785DACDC2}" type="presParOf" srcId="{A5566F77-7867-4B24-833E-7746E3B2BB96}" destId="{1EA3FADE-D8B5-4507-AC94-41E077D28696}" srcOrd="3" destOrd="0" presId="urn:microsoft.com/office/officeart/2018/2/layout/IconVerticalSolidList"/>
    <dgm:cxn modelId="{6ED9DFC5-A645-44A3-93B4-93D7ED391B8C}" type="presParOf" srcId="{4147953F-A707-4CBE-92FB-FA193B91A6F4}" destId="{9EED4B39-FAF2-4E43-9DBF-A0F474A65FF4}" srcOrd="7" destOrd="0" presId="urn:microsoft.com/office/officeart/2018/2/layout/IconVerticalSolidList"/>
    <dgm:cxn modelId="{1B995691-FE17-4F75-8242-3F46C419ED98}" type="presParOf" srcId="{4147953F-A707-4CBE-92FB-FA193B91A6F4}" destId="{24F16AD3-9FE7-4D71-9E26-D9A85AA20366}" srcOrd="8" destOrd="0" presId="urn:microsoft.com/office/officeart/2018/2/layout/IconVerticalSolidList"/>
    <dgm:cxn modelId="{AE9A844C-F984-45E3-B4B3-9E2391D2E854}" type="presParOf" srcId="{24F16AD3-9FE7-4D71-9E26-D9A85AA20366}" destId="{50B8C609-E0B3-4FB2-9FDF-D9BB08F74D4B}" srcOrd="0" destOrd="0" presId="urn:microsoft.com/office/officeart/2018/2/layout/IconVerticalSolidList"/>
    <dgm:cxn modelId="{192D0C5C-16EA-46C6-A411-A27C9E9353E8}" type="presParOf" srcId="{24F16AD3-9FE7-4D71-9E26-D9A85AA20366}" destId="{B4E54B4A-B95C-4752-B98F-036698CA48BE}" srcOrd="1" destOrd="0" presId="urn:microsoft.com/office/officeart/2018/2/layout/IconVerticalSolidList"/>
    <dgm:cxn modelId="{EFE3BD38-BCE8-49C4-B8BD-CC826A83D14B}" type="presParOf" srcId="{24F16AD3-9FE7-4D71-9E26-D9A85AA20366}" destId="{F847A9CE-0E76-46DF-8E32-140E47FFD95F}" srcOrd="2" destOrd="0" presId="urn:microsoft.com/office/officeart/2018/2/layout/IconVerticalSolidList"/>
    <dgm:cxn modelId="{FC95E25C-77F8-437F-BAE1-A44B559E3A00}" type="presParOf" srcId="{24F16AD3-9FE7-4D71-9E26-D9A85AA20366}" destId="{BCFECD8B-6A6F-4FEC-AA42-D316A7B411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130311-2091-4AB0-BBC9-B37CEBA41D8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13DF6E2-6BEE-4A88-A3CB-8115FCBF8F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 1) Incorporating Feedback</a:t>
          </a:r>
        </a:p>
      </dgm:t>
    </dgm:pt>
    <dgm:pt modelId="{B56A9F77-D1CF-433F-9F25-FAA5A29E80BD}" type="parTrans" cxnId="{83257949-F9F5-4642-A9DC-18AA89B343E3}">
      <dgm:prSet/>
      <dgm:spPr/>
      <dgm:t>
        <a:bodyPr/>
        <a:lstStyle/>
        <a:p>
          <a:endParaRPr lang="en-US"/>
        </a:p>
      </dgm:t>
    </dgm:pt>
    <dgm:pt modelId="{48410E88-6A91-4451-BF16-C83B55869AA5}" type="sibTrans" cxnId="{83257949-F9F5-4642-A9DC-18AA89B343E3}">
      <dgm:prSet/>
      <dgm:spPr/>
      <dgm:t>
        <a:bodyPr/>
        <a:lstStyle/>
        <a:p>
          <a:endParaRPr lang="en-US"/>
        </a:p>
      </dgm:t>
    </dgm:pt>
    <dgm:pt modelId="{11FB0D24-DF4F-44A6-B9F0-8D52F20273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 2) Predicting next cluster by learning previous cluster movement behavior</a:t>
          </a:r>
          <a:endParaRPr lang="en-US"/>
        </a:p>
      </dgm:t>
    </dgm:pt>
    <dgm:pt modelId="{F45D48BE-D25B-42E8-9C78-612344EA5992}" type="parTrans" cxnId="{C90FC5F3-D8B4-4B13-BF88-C33821D31E67}">
      <dgm:prSet/>
      <dgm:spPr/>
      <dgm:t>
        <a:bodyPr/>
        <a:lstStyle/>
        <a:p>
          <a:endParaRPr lang="en-US"/>
        </a:p>
      </dgm:t>
    </dgm:pt>
    <dgm:pt modelId="{41E5D941-03EA-411D-87E6-6C8126C01FF2}" type="sibTrans" cxnId="{C90FC5F3-D8B4-4B13-BF88-C33821D31E67}">
      <dgm:prSet/>
      <dgm:spPr/>
      <dgm:t>
        <a:bodyPr/>
        <a:lstStyle/>
        <a:p>
          <a:endParaRPr lang="en-US"/>
        </a:p>
      </dgm:t>
    </dgm:pt>
    <dgm:pt modelId="{61432E19-C4B6-478F-BDA7-B49147D64B3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 3) Train 1 model to learn general transition and customer specific transitions</a:t>
          </a:r>
          <a:endParaRPr lang="en-US"/>
        </a:p>
      </dgm:t>
    </dgm:pt>
    <dgm:pt modelId="{DF4864FA-9367-412D-8791-7AAC5DF87ACC}" type="parTrans" cxnId="{6DB115DE-8BB9-4A9E-AD5A-A9B67562A4F8}">
      <dgm:prSet/>
      <dgm:spPr/>
      <dgm:t>
        <a:bodyPr/>
        <a:lstStyle/>
        <a:p>
          <a:endParaRPr lang="en-US"/>
        </a:p>
      </dgm:t>
    </dgm:pt>
    <dgm:pt modelId="{69D5AB14-A5FE-4897-8A23-FF06D0BF7B05}" type="sibTrans" cxnId="{6DB115DE-8BB9-4A9E-AD5A-A9B67562A4F8}">
      <dgm:prSet/>
      <dgm:spPr/>
      <dgm:t>
        <a:bodyPr/>
        <a:lstStyle/>
        <a:p>
          <a:endParaRPr lang="en-US"/>
        </a:p>
      </dgm:t>
    </dgm:pt>
    <dgm:pt modelId="{2D09E63E-9BC8-4973-81AD-F5D4F753D4D0}" type="pres">
      <dgm:prSet presAssocID="{80130311-2091-4AB0-BBC9-B37CEBA41D8A}" presName="root" presStyleCnt="0">
        <dgm:presLayoutVars>
          <dgm:dir/>
          <dgm:resizeHandles val="exact"/>
        </dgm:presLayoutVars>
      </dgm:prSet>
      <dgm:spPr/>
    </dgm:pt>
    <dgm:pt modelId="{B6F7A3EC-0421-41A5-8848-7943B3F01253}" type="pres">
      <dgm:prSet presAssocID="{913DF6E2-6BEE-4A88-A3CB-8115FCBF8F33}" presName="compNode" presStyleCnt="0"/>
      <dgm:spPr/>
    </dgm:pt>
    <dgm:pt modelId="{AE0C31E7-1A2B-4404-A820-83B2B62AE2CA}" type="pres">
      <dgm:prSet presAssocID="{913DF6E2-6BEE-4A88-A3CB-8115FCBF8F3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EC1694E-D440-41A6-A15D-792C04802FD1}" type="pres">
      <dgm:prSet presAssocID="{913DF6E2-6BEE-4A88-A3CB-8115FCBF8F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4D62B47-EEDE-4496-ABB0-483C96D4F0FA}" type="pres">
      <dgm:prSet presAssocID="{913DF6E2-6BEE-4A88-A3CB-8115FCBF8F33}" presName="spaceRect" presStyleCnt="0"/>
      <dgm:spPr/>
    </dgm:pt>
    <dgm:pt modelId="{ED4BF59C-6B1E-4D8A-A915-B47787D3102D}" type="pres">
      <dgm:prSet presAssocID="{913DF6E2-6BEE-4A88-A3CB-8115FCBF8F33}" presName="textRect" presStyleLbl="revTx" presStyleIdx="0" presStyleCnt="3">
        <dgm:presLayoutVars>
          <dgm:chMax val="1"/>
          <dgm:chPref val="1"/>
        </dgm:presLayoutVars>
      </dgm:prSet>
      <dgm:spPr/>
    </dgm:pt>
    <dgm:pt modelId="{3018E09F-39DB-462A-BA54-289A8C7B34A2}" type="pres">
      <dgm:prSet presAssocID="{48410E88-6A91-4451-BF16-C83B55869AA5}" presName="sibTrans" presStyleCnt="0"/>
      <dgm:spPr/>
    </dgm:pt>
    <dgm:pt modelId="{5DC5EAE8-7391-4F71-92DC-858DD2745FE6}" type="pres">
      <dgm:prSet presAssocID="{11FB0D24-DF4F-44A6-B9F0-8D52F20273F4}" presName="compNode" presStyleCnt="0"/>
      <dgm:spPr/>
    </dgm:pt>
    <dgm:pt modelId="{CC375922-6697-4A14-99A3-62D63510D230}" type="pres">
      <dgm:prSet presAssocID="{11FB0D24-DF4F-44A6-B9F0-8D52F20273F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A6AB431-7FB7-4D2A-A68E-0D0B11EAD6A6}" type="pres">
      <dgm:prSet presAssocID="{11FB0D24-DF4F-44A6-B9F0-8D52F20273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4923DA9-6214-4F15-9C5A-B9A8CCEA9B35}" type="pres">
      <dgm:prSet presAssocID="{11FB0D24-DF4F-44A6-B9F0-8D52F20273F4}" presName="spaceRect" presStyleCnt="0"/>
      <dgm:spPr/>
    </dgm:pt>
    <dgm:pt modelId="{6AEBA182-79E1-4DB1-9158-D89145F4F1AB}" type="pres">
      <dgm:prSet presAssocID="{11FB0D24-DF4F-44A6-B9F0-8D52F20273F4}" presName="textRect" presStyleLbl="revTx" presStyleIdx="1" presStyleCnt="3">
        <dgm:presLayoutVars>
          <dgm:chMax val="1"/>
          <dgm:chPref val="1"/>
        </dgm:presLayoutVars>
      </dgm:prSet>
      <dgm:spPr/>
    </dgm:pt>
    <dgm:pt modelId="{7EBC6D25-99FC-49D9-9219-E383F5DE36EA}" type="pres">
      <dgm:prSet presAssocID="{41E5D941-03EA-411D-87E6-6C8126C01FF2}" presName="sibTrans" presStyleCnt="0"/>
      <dgm:spPr/>
    </dgm:pt>
    <dgm:pt modelId="{3F1D7EA5-1473-4632-B6F9-F168A1C8D882}" type="pres">
      <dgm:prSet presAssocID="{61432E19-C4B6-478F-BDA7-B49147D64B30}" presName="compNode" presStyleCnt="0"/>
      <dgm:spPr/>
    </dgm:pt>
    <dgm:pt modelId="{5E6827E3-4D9B-456A-BB83-9836DE8AAA7A}" type="pres">
      <dgm:prSet presAssocID="{61432E19-C4B6-478F-BDA7-B49147D64B3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E2C6901-947B-4F0C-8CAB-09A0DB4F3E08}" type="pres">
      <dgm:prSet presAssocID="{61432E19-C4B6-478F-BDA7-B49147D64B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2D25CBA-E06B-45FA-B43F-6BE5A8AE94E5}" type="pres">
      <dgm:prSet presAssocID="{61432E19-C4B6-478F-BDA7-B49147D64B30}" presName="spaceRect" presStyleCnt="0"/>
      <dgm:spPr/>
    </dgm:pt>
    <dgm:pt modelId="{DB1942DA-3880-48ED-A0C2-DBB9527B2B6E}" type="pres">
      <dgm:prSet presAssocID="{61432E19-C4B6-478F-BDA7-B49147D64B3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34D501-E531-4894-99FE-4F3E469D5139}" type="presOf" srcId="{80130311-2091-4AB0-BBC9-B37CEBA41D8A}" destId="{2D09E63E-9BC8-4973-81AD-F5D4F753D4D0}" srcOrd="0" destOrd="0" presId="urn:microsoft.com/office/officeart/2018/5/layout/IconLeafLabelList"/>
    <dgm:cxn modelId="{3802B95D-B6D3-49E7-A1E8-F6607AB59577}" type="presOf" srcId="{11FB0D24-DF4F-44A6-B9F0-8D52F20273F4}" destId="{6AEBA182-79E1-4DB1-9158-D89145F4F1AB}" srcOrd="0" destOrd="0" presId="urn:microsoft.com/office/officeart/2018/5/layout/IconLeafLabelList"/>
    <dgm:cxn modelId="{83257949-F9F5-4642-A9DC-18AA89B343E3}" srcId="{80130311-2091-4AB0-BBC9-B37CEBA41D8A}" destId="{913DF6E2-6BEE-4A88-A3CB-8115FCBF8F33}" srcOrd="0" destOrd="0" parTransId="{B56A9F77-D1CF-433F-9F25-FAA5A29E80BD}" sibTransId="{48410E88-6A91-4451-BF16-C83B55869AA5}"/>
    <dgm:cxn modelId="{34F370CA-3A71-4A84-B08E-2786022274A1}" type="presOf" srcId="{913DF6E2-6BEE-4A88-A3CB-8115FCBF8F33}" destId="{ED4BF59C-6B1E-4D8A-A915-B47787D3102D}" srcOrd="0" destOrd="0" presId="urn:microsoft.com/office/officeart/2018/5/layout/IconLeafLabelList"/>
    <dgm:cxn modelId="{6DB115DE-8BB9-4A9E-AD5A-A9B67562A4F8}" srcId="{80130311-2091-4AB0-BBC9-B37CEBA41D8A}" destId="{61432E19-C4B6-478F-BDA7-B49147D64B30}" srcOrd="2" destOrd="0" parTransId="{DF4864FA-9367-412D-8791-7AAC5DF87ACC}" sibTransId="{69D5AB14-A5FE-4897-8A23-FF06D0BF7B05}"/>
    <dgm:cxn modelId="{F9753CE5-E048-445F-B201-5A92EDB9133E}" type="presOf" srcId="{61432E19-C4B6-478F-BDA7-B49147D64B30}" destId="{DB1942DA-3880-48ED-A0C2-DBB9527B2B6E}" srcOrd="0" destOrd="0" presId="urn:microsoft.com/office/officeart/2018/5/layout/IconLeafLabelList"/>
    <dgm:cxn modelId="{C90FC5F3-D8B4-4B13-BF88-C33821D31E67}" srcId="{80130311-2091-4AB0-BBC9-B37CEBA41D8A}" destId="{11FB0D24-DF4F-44A6-B9F0-8D52F20273F4}" srcOrd="1" destOrd="0" parTransId="{F45D48BE-D25B-42E8-9C78-612344EA5992}" sibTransId="{41E5D941-03EA-411D-87E6-6C8126C01FF2}"/>
    <dgm:cxn modelId="{E6FF3227-C8A6-4E58-B4EC-6308A8354C1A}" type="presParOf" srcId="{2D09E63E-9BC8-4973-81AD-F5D4F753D4D0}" destId="{B6F7A3EC-0421-41A5-8848-7943B3F01253}" srcOrd="0" destOrd="0" presId="urn:microsoft.com/office/officeart/2018/5/layout/IconLeafLabelList"/>
    <dgm:cxn modelId="{EE5894A9-F3A9-4E60-BD13-8C29944C9B12}" type="presParOf" srcId="{B6F7A3EC-0421-41A5-8848-7943B3F01253}" destId="{AE0C31E7-1A2B-4404-A820-83B2B62AE2CA}" srcOrd="0" destOrd="0" presId="urn:microsoft.com/office/officeart/2018/5/layout/IconLeafLabelList"/>
    <dgm:cxn modelId="{D066C76F-3AF9-4E5D-BCEB-D854F597734C}" type="presParOf" srcId="{B6F7A3EC-0421-41A5-8848-7943B3F01253}" destId="{7EC1694E-D440-41A6-A15D-792C04802FD1}" srcOrd="1" destOrd="0" presId="urn:microsoft.com/office/officeart/2018/5/layout/IconLeafLabelList"/>
    <dgm:cxn modelId="{B1F7A746-94F6-4B79-998F-B6DEEC5C6599}" type="presParOf" srcId="{B6F7A3EC-0421-41A5-8848-7943B3F01253}" destId="{A4D62B47-EEDE-4496-ABB0-483C96D4F0FA}" srcOrd="2" destOrd="0" presId="urn:microsoft.com/office/officeart/2018/5/layout/IconLeafLabelList"/>
    <dgm:cxn modelId="{6834B44F-82E3-48B0-92EC-9D4728C390D3}" type="presParOf" srcId="{B6F7A3EC-0421-41A5-8848-7943B3F01253}" destId="{ED4BF59C-6B1E-4D8A-A915-B47787D3102D}" srcOrd="3" destOrd="0" presId="urn:microsoft.com/office/officeart/2018/5/layout/IconLeafLabelList"/>
    <dgm:cxn modelId="{D0C53149-C4A6-48E1-8195-B85138CE8DAA}" type="presParOf" srcId="{2D09E63E-9BC8-4973-81AD-F5D4F753D4D0}" destId="{3018E09F-39DB-462A-BA54-289A8C7B34A2}" srcOrd="1" destOrd="0" presId="urn:microsoft.com/office/officeart/2018/5/layout/IconLeafLabelList"/>
    <dgm:cxn modelId="{875F5FFB-ACF1-450C-BB44-14A54ACD3970}" type="presParOf" srcId="{2D09E63E-9BC8-4973-81AD-F5D4F753D4D0}" destId="{5DC5EAE8-7391-4F71-92DC-858DD2745FE6}" srcOrd="2" destOrd="0" presId="urn:microsoft.com/office/officeart/2018/5/layout/IconLeafLabelList"/>
    <dgm:cxn modelId="{C8EA47B3-CC85-45D3-912D-6F44A32763F2}" type="presParOf" srcId="{5DC5EAE8-7391-4F71-92DC-858DD2745FE6}" destId="{CC375922-6697-4A14-99A3-62D63510D230}" srcOrd="0" destOrd="0" presId="urn:microsoft.com/office/officeart/2018/5/layout/IconLeafLabelList"/>
    <dgm:cxn modelId="{B96E6B2A-804B-4FF3-8978-BEA50158EB82}" type="presParOf" srcId="{5DC5EAE8-7391-4F71-92DC-858DD2745FE6}" destId="{1A6AB431-7FB7-4D2A-A68E-0D0B11EAD6A6}" srcOrd="1" destOrd="0" presId="urn:microsoft.com/office/officeart/2018/5/layout/IconLeafLabelList"/>
    <dgm:cxn modelId="{612E0C38-3C9A-440B-BBCB-449569A76F49}" type="presParOf" srcId="{5DC5EAE8-7391-4F71-92DC-858DD2745FE6}" destId="{E4923DA9-6214-4F15-9C5A-B9A8CCEA9B35}" srcOrd="2" destOrd="0" presId="urn:microsoft.com/office/officeart/2018/5/layout/IconLeafLabelList"/>
    <dgm:cxn modelId="{71C3E23B-2844-4836-BB4B-B3883C8BC84E}" type="presParOf" srcId="{5DC5EAE8-7391-4F71-92DC-858DD2745FE6}" destId="{6AEBA182-79E1-4DB1-9158-D89145F4F1AB}" srcOrd="3" destOrd="0" presId="urn:microsoft.com/office/officeart/2018/5/layout/IconLeafLabelList"/>
    <dgm:cxn modelId="{03B46210-F016-4B16-94D8-D5A369293C65}" type="presParOf" srcId="{2D09E63E-9BC8-4973-81AD-F5D4F753D4D0}" destId="{7EBC6D25-99FC-49D9-9219-E383F5DE36EA}" srcOrd="3" destOrd="0" presId="urn:microsoft.com/office/officeart/2018/5/layout/IconLeafLabelList"/>
    <dgm:cxn modelId="{4A962FF6-C0D2-46D1-83CC-55B67C775BEF}" type="presParOf" srcId="{2D09E63E-9BC8-4973-81AD-F5D4F753D4D0}" destId="{3F1D7EA5-1473-4632-B6F9-F168A1C8D882}" srcOrd="4" destOrd="0" presId="urn:microsoft.com/office/officeart/2018/5/layout/IconLeafLabelList"/>
    <dgm:cxn modelId="{403A50FA-9144-4957-BA88-945668840CBF}" type="presParOf" srcId="{3F1D7EA5-1473-4632-B6F9-F168A1C8D882}" destId="{5E6827E3-4D9B-456A-BB83-9836DE8AAA7A}" srcOrd="0" destOrd="0" presId="urn:microsoft.com/office/officeart/2018/5/layout/IconLeafLabelList"/>
    <dgm:cxn modelId="{5F04305F-BF04-46CB-957A-53A90897115F}" type="presParOf" srcId="{3F1D7EA5-1473-4632-B6F9-F168A1C8D882}" destId="{0E2C6901-947B-4F0C-8CAB-09A0DB4F3E08}" srcOrd="1" destOrd="0" presId="urn:microsoft.com/office/officeart/2018/5/layout/IconLeafLabelList"/>
    <dgm:cxn modelId="{2DF5E221-374B-44D7-BCF6-86EC2E298F89}" type="presParOf" srcId="{3F1D7EA5-1473-4632-B6F9-F168A1C8D882}" destId="{42D25CBA-E06B-45FA-B43F-6BE5A8AE94E5}" srcOrd="2" destOrd="0" presId="urn:microsoft.com/office/officeart/2018/5/layout/IconLeafLabelList"/>
    <dgm:cxn modelId="{0A07F97B-71FB-4512-A8C5-FE885B68BBBC}" type="presParOf" srcId="{3F1D7EA5-1473-4632-B6F9-F168A1C8D882}" destId="{DB1942DA-3880-48ED-A0C2-DBB9527B2B6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130311-2091-4AB0-BBC9-B37CEBA41D8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13DF6E2-6BEE-4A88-A3CB-8115FCBF8F33}">
      <dgm:prSet/>
      <dgm:spPr/>
      <dgm:t>
        <a:bodyPr/>
        <a:lstStyle/>
        <a:p>
          <a:r>
            <a:rPr lang="en-US">
              <a:latin typeface="Century Gothic" panose="020B0502020202020204"/>
            </a:rPr>
            <a:t>Finishing previous progress document</a:t>
          </a:r>
        </a:p>
      </dgm:t>
    </dgm:pt>
    <dgm:pt modelId="{B56A9F77-D1CF-433F-9F25-FAA5A29E80BD}" type="parTrans" cxnId="{83257949-F9F5-4642-A9DC-18AA89B343E3}">
      <dgm:prSet/>
      <dgm:spPr/>
      <dgm:t>
        <a:bodyPr/>
        <a:lstStyle/>
        <a:p>
          <a:endParaRPr lang="en-US"/>
        </a:p>
      </dgm:t>
    </dgm:pt>
    <dgm:pt modelId="{48410E88-6A91-4451-BF16-C83B55869AA5}" type="sibTrans" cxnId="{83257949-F9F5-4642-A9DC-18AA89B343E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8AF4948A-D9D7-45E2-B2AD-136E92B2F18F}">
      <dgm:prSet/>
      <dgm:spPr/>
      <dgm:t>
        <a:bodyPr/>
        <a:lstStyle/>
        <a:p>
          <a:r>
            <a:rPr lang="en-US">
              <a:latin typeface="Century Gothic" panose="020B0502020202020204"/>
            </a:rPr>
            <a:t>Finishing data model design and plan document</a:t>
          </a:r>
        </a:p>
      </dgm:t>
    </dgm:pt>
    <dgm:pt modelId="{E1082089-7F70-4593-B3B3-48882305C59E}" type="parTrans" cxnId="{A35719F7-04C6-4F61-98D2-4E817D4EC9A9}">
      <dgm:prSet/>
      <dgm:spPr/>
      <dgm:t>
        <a:bodyPr/>
        <a:lstStyle/>
        <a:p>
          <a:endParaRPr lang="en-US"/>
        </a:p>
      </dgm:t>
    </dgm:pt>
    <dgm:pt modelId="{4917CA21-AB89-4E54-A71C-67B812201976}" type="sibTrans" cxnId="{A35719F7-04C6-4F61-98D2-4E817D4EC9A9}">
      <dgm:prSet phldrT="02"/>
      <dgm:spPr/>
      <dgm:t>
        <a:bodyPr/>
        <a:lstStyle/>
        <a:p>
          <a:r>
            <a:rPr lang="en-US"/>
            <a:t>02</a:t>
          </a:r>
        </a:p>
        <a:p>
          <a:endParaRPr lang="en-US"/>
        </a:p>
      </dgm:t>
    </dgm:pt>
    <dgm:pt modelId="{2403F871-DF5F-4B7F-9DB0-7702DA129071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Starting handover documentation</a:t>
          </a:r>
        </a:p>
      </dgm:t>
    </dgm:pt>
    <dgm:pt modelId="{AAD141D8-EF92-49BA-B9A7-A605FC56093E}" type="parTrans" cxnId="{8AEE3F4C-CBB4-4DCC-9749-0DFE0E38249A}">
      <dgm:prSet/>
      <dgm:spPr/>
      <dgm:t>
        <a:bodyPr/>
        <a:lstStyle/>
        <a:p>
          <a:endParaRPr lang="en-US"/>
        </a:p>
      </dgm:t>
    </dgm:pt>
    <dgm:pt modelId="{00521198-78F3-4365-BEC9-5A0D8AB91C82}" type="sibTrans" cxnId="{8AEE3F4C-CBB4-4DCC-9749-0DFE0E38249A}">
      <dgm:prSet phldrT="03"/>
      <dgm:spPr/>
      <dgm:t>
        <a:bodyPr/>
        <a:lstStyle/>
        <a:p>
          <a:r>
            <a:rPr lang="en-US"/>
            <a:t>03</a:t>
          </a:r>
        </a:p>
        <a:p>
          <a:endParaRPr lang="en-US"/>
        </a:p>
      </dgm:t>
    </dgm:pt>
    <dgm:pt modelId="{7C2B1ADA-51FE-420D-BFD6-C259831DEC0D}" type="pres">
      <dgm:prSet presAssocID="{80130311-2091-4AB0-BBC9-B37CEBA41D8A}" presName="Name0" presStyleCnt="0">
        <dgm:presLayoutVars>
          <dgm:animLvl val="lvl"/>
          <dgm:resizeHandles val="exact"/>
        </dgm:presLayoutVars>
      </dgm:prSet>
      <dgm:spPr/>
    </dgm:pt>
    <dgm:pt modelId="{3388E45B-3898-4200-A105-81599313F3CB}" type="pres">
      <dgm:prSet presAssocID="{913DF6E2-6BEE-4A88-A3CB-8115FCBF8F33}" presName="compositeNode" presStyleCnt="0">
        <dgm:presLayoutVars>
          <dgm:bulletEnabled val="1"/>
        </dgm:presLayoutVars>
      </dgm:prSet>
      <dgm:spPr/>
    </dgm:pt>
    <dgm:pt modelId="{7F5331FF-ECF7-48B4-9D4D-8F6F6B7CC94E}" type="pres">
      <dgm:prSet presAssocID="{913DF6E2-6BEE-4A88-A3CB-8115FCBF8F33}" presName="bgRect" presStyleLbl="alignNode1" presStyleIdx="0" presStyleCnt="3"/>
      <dgm:spPr/>
    </dgm:pt>
    <dgm:pt modelId="{BA46E5B5-BFFD-4E0C-A483-856A9BC7BDB5}" type="pres">
      <dgm:prSet presAssocID="{48410E88-6A91-4451-BF16-C83B55869AA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893AE20-3054-4B90-BAA5-5D756683D77D}" type="pres">
      <dgm:prSet presAssocID="{913DF6E2-6BEE-4A88-A3CB-8115FCBF8F33}" presName="nodeRect" presStyleLbl="alignNode1" presStyleIdx="0" presStyleCnt="3">
        <dgm:presLayoutVars>
          <dgm:bulletEnabled val="1"/>
        </dgm:presLayoutVars>
      </dgm:prSet>
      <dgm:spPr/>
    </dgm:pt>
    <dgm:pt modelId="{19A5D713-008B-43B7-A5B8-CAD26F64CE79}" type="pres">
      <dgm:prSet presAssocID="{48410E88-6A91-4451-BF16-C83B55869AA5}" presName="sibTrans" presStyleCnt="0"/>
      <dgm:spPr/>
    </dgm:pt>
    <dgm:pt modelId="{D689C161-DA89-492D-A6A5-53E2B8273372}" type="pres">
      <dgm:prSet presAssocID="{8AF4948A-D9D7-45E2-B2AD-136E92B2F18F}" presName="compositeNode" presStyleCnt="0">
        <dgm:presLayoutVars>
          <dgm:bulletEnabled val="1"/>
        </dgm:presLayoutVars>
      </dgm:prSet>
      <dgm:spPr/>
    </dgm:pt>
    <dgm:pt modelId="{2D70FDFB-507B-4834-8D85-6A8F4DE1EA2C}" type="pres">
      <dgm:prSet presAssocID="{8AF4948A-D9D7-45E2-B2AD-136E92B2F18F}" presName="bgRect" presStyleLbl="alignNode1" presStyleIdx="1" presStyleCnt="3"/>
      <dgm:spPr/>
    </dgm:pt>
    <dgm:pt modelId="{A41E083F-E5E4-4D2B-AF35-0BB2D3155E8A}" type="pres">
      <dgm:prSet presAssocID="{4917CA21-AB89-4E54-A71C-67B812201976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3420352-04D3-4498-851E-B629E55EF719}" type="pres">
      <dgm:prSet presAssocID="{8AF4948A-D9D7-45E2-B2AD-136E92B2F18F}" presName="nodeRect" presStyleLbl="alignNode1" presStyleIdx="1" presStyleCnt="3">
        <dgm:presLayoutVars>
          <dgm:bulletEnabled val="1"/>
        </dgm:presLayoutVars>
      </dgm:prSet>
      <dgm:spPr/>
    </dgm:pt>
    <dgm:pt modelId="{F8C8B8D5-576D-4E0C-BE95-EAC13999D1A8}" type="pres">
      <dgm:prSet presAssocID="{4917CA21-AB89-4E54-A71C-67B812201976}" presName="sibTrans" presStyleCnt="0"/>
      <dgm:spPr/>
    </dgm:pt>
    <dgm:pt modelId="{D34BE971-B092-4017-B017-041F9A4E1669}" type="pres">
      <dgm:prSet presAssocID="{2403F871-DF5F-4B7F-9DB0-7702DA129071}" presName="compositeNode" presStyleCnt="0">
        <dgm:presLayoutVars>
          <dgm:bulletEnabled val="1"/>
        </dgm:presLayoutVars>
      </dgm:prSet>
      <dgm:spPr/>
    </dgm:pt>
    <dgm:pt modelId="{2BDD4ECC-BDF5-4D0C-B610-2AE6D5AB9A20}" type="pres">
      <dgm:prSet presAssocID="{2403F871-DF5F-4B7F-9DB0-7702DA129071}" presName="bgRect" presStyleLbl="alignNode1" presStyleIdx="2" presStyleCnt="3"/>
      <dgm:spPr/>
    </dgm:pt>
    <dgm:pt modelId="{5761BB92-C8B3-4A9C-A28B-773E6DEE3ECE}" type="pres">
      <dgm:prSet presAssocID="{00521198-78F3-4365-BEC9-5A0D8AB91C8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4C3B81E-5C39-4D33-9A05-45A5C6B6FA7C}" type="pres">
      <dgm:prSet presAssocID="{2403F871-DF5F-4B7F-9DB0-7702DA129071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9A3975B-B233-42CB-AEC5-E23BF5A547AA}" type="presOf" srcId="{48410E88-6A91-4451-BF16-C83B55869AA5}" destId="{BA46E5B5-BFFD-4E0C-A483-856A9BC7BDB5}" srcOrd="0" destOrd="0" presId="urn:microsoft.com/office/officeart/2016/7/layout/LinearBlockProcessNumbered"/>
    <dgm:cxn modelId="{E70D7A47-A419-403C-B0F6-E5A7C8B59767}" type="presOf" srcId="{8AF4948A-D9D7-45E2-B2AD-136E92B2F18F}" destId="{2D70FDFB-507B-4834-8D85-6A8F4DE1EA2C}" srcOrd="0" destOrd="0" presId="urn:microsoft.com/office/officeart/2016/7/layout/LinearBlockProcessNumbered"/>
    <dgm:cxn modelId="{83257949-F9F5-4642-A9DC-18AA89B343E3}" srcId="{80130311-2091-4AB0-BBC9-B37CEBA41D8A}" destId="{913DF6E2-6BEE-4A88-A3CB-8115FCBF8F33}" srcOrd="0" destOrd="0" parTransId="{B56A9F77-D1CF-433F-9F25-FAA5A29E80BD}" sibTransId="{48410E88-6A91-4451-BF16-C83B55869AA5}"/>
    <dgm:cxn modelId="{8AEE3F4C-CBB4-4DCC-9749-0DFE0E38249A}" srcId="{80130311-2091-4AB0-BBC9-B37CEBA41D8A}" destId="{2403F871-DF5F-4B7F-9DB0-7702DA129071}" srcOrd="2" destOrd="0" parTransId="{AAD141D8-EF92-49BA-B9A7-A605FC56093E}" sibTransId="{00521198-78F3-4365-BEC9-5A0D8AB91C82}"/>
    <dgm:cxn modelId="{4BED5C7C-7523-4558-A6E0-C9D355ADBA36}" type="presOf" srcId="{00521198-78F3-4365-BEC9-5A0D8AB91C82}" destId="{5761BB92-C8B3-4A9C-A28B-773E6DEE3ECE}" srcOrd="0" destOrd="0" presId="urn:microsoft.com/office/officeart/2016/7/layout/LinearBlockProcessNumbered"/>
    <dgm:cxn modelId="{4B777B87-C499-4671-A83C-A76D82F860DE}" type="presOf" srcId="{913DF6E2-6BEE-4A88-A3CB-8115FCBF8F33}" destId="{6893AE20-3054-4B90-BAA5-5D756683D77D}" srcOrd="1" destOrd="0" presId="urn:microsoft.com/office/officeart/2016/7/layout/LinearBlockProcessNumbered"/>
    <dgm:cxn modelId="{3D2DD68F-4B45-4653-94BD-5AAE684FDF28}" type="presOf" srcId="{8AF4948A-D9D7-45E2-B2AD-136E92B2F18F}" destId="{33420352-04D3-4498-851E-B629E55EF719}" srcOrd="1" destOrd="0" presId="urn:microsoft.com/office/officeart/2016/7/layout/LinearBlockProcessNumbered"/>
    <dgm:cxn modelId="{5C0F8891-F1F8-43F1-B2A7-262AEA5B5D64}" type="presOf" srcId="{4917CA21-AB89-4E54-A71C-67B812201976}" destId="{A41E083F-E5E4-4D2B-AF35-0BB2D3155E8A}" srcOrd="0" destOrd="0" presId="urn:microsoft.com/office/officeart/2016/7/layout/LinearBlockProcessNumbered"/>
    <dgm:cxn modelId="{9A63A2A8-0912-4FB9-99CE-85E1F0CB2C1C}" type="presOf" srcId="{80130311-2091-4AB0-BBC9-B37CEBA41D8A}" destId="{7C2B1ADA-51FE-420D-BFD6-C259831DEC0D}" srcOrd="0" destOrd="0" presId="urn:microsoft.com/office/officeart/2016/7/layout/LinearBlockProcessNumbered"/>
    <dgm:cxn modelId="{FD9E76C2-C7CA-439D-96BE-10B5BB7A4955}" type="presOf" srcId="{2403F871-DF5F-4B7F-9DB0-7702DA129071}" destId="{2BDD4ECC-BDF5-4D0C-B610-2AE6D5AB9A20}" srcOrd="0" destOrd="0" presId="urn:microsoft.com/office/officeart/2016/7/layout/LinearBlockProcessNumbered"/>
    <dgm:cxn modelId="{91F3D6E4-B4A7-433F-8F46-6A8E138BECB1}" type="presOf" srcId="{2403F871-DF5F-4B7F-9DB0-7702DA129071}" destId="{E4C3B81E-5C39-4D33-9A05-45A5C6B6FA7C}" srcOrd="1" destOrd="0" presId="urn:microsoft.com/office/officeart/2016/7/layout/LinearBlockProcessNumbered"/>
    <dgm:cxn modelId="{AC834BF3-E906-48CA-91F9-C2C3AD1DCA44}" type="presOf" srcId="{913DF6E2-6BEE-4A88-A3CB-8115FCBF8F33}" destId="{7F5331FF-ECF7-48B4-9D4D-8F6F6B7CC94E}" srcOrd="0" destOrd="0" presId="urn:microsoft.com/office/officeart/2016/7/layout/LinearBlockProcessNumbered"/>
    <dgm:cxn modelId="{A35719F7-04C6-4F61-98D2-4E817D4EC9A9}" srcId="{80130311-2091-4AB0-BBC9-B37CEBA41D8A}" destId="{8AF4948A-D9D7-45E2-B2AD-136E92B2F18F}" srcOrd="1" destOrd="0" parTransId="{E1082089-7F70-4593-B3B3-48882305C59E}" sibTransId="{4917CA21-AB89-4E54-A71C-67B812201976}"/>
    <dgm:cxn modelId="{B23C0051-94D5-4919-BA6D-F93E36CE496A}" type="presParOf" srcId="{7C2B1ADA-51FE-420D-BFD6-C259831DEC0D}" destId="{3388E45B-3898-4200-A105-81599313F3CB}" srcOrd="0" destOrd="0" presId="urn:microsoft.com/office/officeart/2016/7/layout/LinearBlockProcessNumbered"/>
    <dgm:cxn modelId="{7ACBEB0C-6AFD-437E-9079-1492CC09DCEB}" type="presParOf" srcId="{3388E45B-3898-4200-A105-81599313F3CB}" destId="{7F5331FF-ECF7-48B4-9D4D-8F6F6B7CC94E}" srcOrd="0" destOrd="0" presId="urn:microsoft.com/office/officeart/2016/7/layout/LinearBlockProcessNumbered"/>
    <dgm:cxn modelId="{A0150D45-C474-4810-99EC-94ED55B46902}" type="presParOf" srcId="{3388E45B-3898-4200-A105-81599313F3CB}" destId="{BA46E5B5-BFFD-4E0C-A483-856A9BC7BDB5}" srcOrd="1" destOrd="0" presId="urn:microsoft.com/office/officeart/2016/7/layout/LinearBlockProcessNumbered"/>
    <dgm:cxn modelId="{3A81271D-7668-4674-8371-247C329DAC0E}" type="presParOf" srcId="{3388E45B-3898-4200-A105-81599313F3CB}" destId="{6893AE20-3054-4B90-BAA5-5D756683D77D}" srcOrd="2" destOrd="0" presId="urn:microsoft.com/office/officeart/2016/7/layout/LinearBlockProcessNumbered"/>
    <dgm:cxn modelId="{5EB28E93-5545-48E6-BB2A-55BBA3177F0E}" type="presParOf" srcId="{7C2B1ADA-51FE-420D-BFD6-C259831DEC0D}" destId="{19A5D713-008B-43B7-A5B8-CAD26F64CE79}" srcOrd="1" destOrd="0" presId="urn:microsoft.com/office/officeart/2016/7/layout/LinearBlockProcessNumbered"/>
    <dgm:cxn modelId="{E2DCE08D-16CC-46ED-991C-283D485F720D}" type="presParOf" srcId="{7C2B1ADA-51FE-420D-BFD6-C259831DEC0D}" destId="{D689C161-DA89-492D-A6A5-53E2B8273372}" srcOrd="2" destOrd="0" presId="urn:microsoft.com/office/officeart/2016/7/layout/LinearBlockProcessNumbered"/>
    <dgm:cxn modelId="{445997A6-27E2-4BC4-95C6-D3C59A7F5EC5}" type="presParOf" srcId="{D689C161-DA89-492D-A6A5-53E2B8273372}" destId="{2D70FDFB-507B-4834-8D85-6A8F4DE1EA2C}" srcOrd="0" destOrd="0" presId="urn:microsoft.com/office/officeart/2016/7/layout/LinearBlockProcessNumbered"/>
    <dgm:cxn modelId="{9B74FC0C-9097-4E51-9229-56E09BD12705}" type="presParOf" srcId="{D689C161-DA89-492D-A6A5-53E2B8273372}" destId="{A41E083F-E5E4-4D2B-AF35-0BB2D3155E8A}" srcOrd="1" destOrd="0" presId="urn:microsoft.com/office/officeart/2016/7/layout/LinearBlockProcessNumbered"/>
    <dgm:cxn modelId="{CB958CAA-EEC2-4636-8994-1AB9139459EE}" type="presParOf" srcId="{D689C161-DA89-492D-A6A5-53E2B8273372}" destId="{33420352-04D3-4498-851E-B629E55EF719}" srcOrd="2" destOrd="0" presId="urn:microsoft.com/office/officeart/2016/7/layout/LinearBlockProcessNumbered"/>
    <dgm:cxn modelId="{1154BDAD-1812-433A-9908-D4E32564038E}" type="presParOf" srcId="{7C2B1ADA-51FE-420D-BFD6-C259831DEC0D}" destId="{F8C8B8D5-576D-4E0C-BE95-EAC13999D1A8}" srcOrd="3" destOrd="0" presId="urn:microsoft.com/office/officeart/2016/7/layout/LinearBlockProcessNumbered"/>
    <dgm:cxn modelId="{E02F3A2F-C21C-41B4-911B-8C06CCBAF677}" type="presParOf" srcId="{7C2B1ADA-51FE-420D-BFD6-C259831DEC0D}" destId="{D34BE971-B092-4017-B017-041F9A4E1669}" srcOrd="4" destOrd="0" presId="urn:microsoft.com/office/officeart/2016/7/layout/LinearBlockProcessNumbered"/>
    <dgm:cxn modelId="{E3BD0715-0EF9-4C97-AC3B-EE5EA9C822B5}" type="presParOf" srcId="{D34BE971-B092-4017-B017-041F9A4E1669}" destId="{2BDD4ECC-BDF5-4D0C-B610-2AE6D5AB9A20}" srcOrd="0" destOrd="0" presId="urn:microsoft.com/office/officeart/2016/7/layout/LinearBlockProcessNumbered"/>
    <dgm:cxn modelId="{9DB8D58C-90F1-49AE-9391-17FA69F01B8F}" type="presParOf" srcId="{D34BE971-B092-4017-B017-041F9A4E1669}" destId="{5761BB92-C8B3-4A9C-A28B-773E6DEE3ECE}" srcOrd="1" destOrd="0" presId="urn:microsoft.com/office/officeart/2016/7/layout/LinearBlockProcessNumbered"/>
    <dgm:cxn modelId="{1FC71AC8-2AFF-4BAA-BFA6-919F021D0CF1}" type="presParOf" srcId="{D34BE971-B092-4017-B017-041F9A4E1669}" destId="{E4C3B81E-5C39-4D33-9A05-45A5C6B6FA7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Finish</a:t>
          </a:r>
          <a:r>
            <a:rPr lang="en-US" baseline="0"/>
            <a:t> Documentation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Continue work with new approach</a:t>
          </a:r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3BB3C032-55ED-4B16-A367-098795138811}">
      <dgm:prSet phldr="0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Improve Markov Chain</a:t>
          </a:r>
          <a:endParaRPr lang="en-US"/>
        </a:p>
      </dgm:t>
    </dgm:pt>
    <dgm:pt modelId="{C67755C8-C464-4A3B-85CE-E38E88D2E718}" type="parTrans" cxnId="{8D845015-3F81-44E2-A351-710A0A578B72}">
      <dgm:prSet/>
      <dgm:spPr/>
      <dgm:t>
        <a:bodyPr/>
        <a:lstStyle/>
        <a:p>
          <a:endParaRPr lang="en-US"/>
        </a:p>
      </dgm:t>
    </dgm:pt>
    <dgm:pt modelId="{85D388C5-9778-46B3-B1AA-C79A44F855F7}" type="sibTrans" cxnId="{8D845015-3F81-44E2-A351-710A0A578B72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3"/>
      <dgm:spPr/>
    </dgm:pt>
    <dgm:pt modelId="{FBC92A78-35D4-4F12-B718-1598FFA56A0C}" type="pres">
      <dgm:prSet presAssocID="{08CDF594-CA3E-4979-B758-303167A34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3">
        <dgm:presLayoutVars>
          <dgm:chMax val="1"/>
          <dgm:chPref val="1"/>
        </dgm:presLayoutVars>
      </dgm:prSet>
      <dgm:spPr/>
    </dgm:pt>
    <dgm:pt modelId="{4838607F-A5E2-4BA2-A277-8926D665EAFE}" type="pres">
      <dgm:prSet presAssocID="{7C866C6D-6B57-480E-8899-063B1EA9A47D}" presName="sibTrans" presStyleCnt="0"/>
      <dgm:spPr/>
    </dgm:pt>
    <dgm:pt modelId="{8FAB7A24-53BB-4822-A10C-62B7909AAA40}" type="pres">
      <dgm:prSet presAssocID="{3BB3C032-55ED-4B16-A367-098795138811}" presName="compNode" presStyleCnt="0"/>
      <dgm:spPr/>
    </dgm:pt>
    <dgm:pt modelId="{A70D19E3-7E33-40E8-92C1-4D7C8F8EF67C}" type="pres">
      <dgm:prSet presAssocID="{3BB3C032-55ED-4B16-A367-098795138811}" presName="iconBgRect" presStyleLbl="bgShp" presStyleIdx="2" presStyleCnt="3"/>
      <dgm:spPr/>
    </dgm:pt>
    <dgm:pt modelId="{9C57823F-893B-49C6-A957-CA6155978CC1}" type="pres">
      <dgm:prSet presAssocID="{3BB3C032-55ED-4B16-A367-0987951388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 with solid fill"/>
        </a:ext>
      </dgm:extLst>
    </dgm:pt>
    <dgm:pt modelId="{EE964AC6-A7CC-47E3-B3C3-3FC345E85475}" type="pres">
      <dgm:prSet presAssocID="{3BB3C032-55ED-4B16-A367-098795138811}" presName="spaceRect" presStyleCnt="0"/>
      <dgm:spPr/>
    </dgm:pt>
    <dgm:pt modelId="{F0DA74CF-437E-4BED-AC02-3C88D49EDA50}" type="pres">
      <dgm:prSet presAssocID="{3BB3C032-55ED-4B16-A367-0987951388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845015-3F81-44E2-A351-710A0A578B72}" srcId="{73B0B5EB-0E60-4B5C-A584-21FEF030C204}" destId="{3BB3C032-55ED-4B16-A367-098795138811}" srcOrd="2" destOrd="0" parTransId="{C67755C8-C464-4A3B-85CE-E38E88D2E718}" sibTransId="{85D388C5-9778-46B3-B1AA-C79A44F855F7}"/>
    <dgm:cxn modelId="{050F6E6F-0A0A-4995-950B-4BF62C5BF7F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7B4641A4-FF20-46B9-92C7-9A54464BEF89}" type="presOf" srcId="{3BB3C032-55ED-4B16-A367-098795138811}" destId="{F0DA74CF-437E-4BED-AC02-3C88D49EDA50}" srcOrd="0" destOrd="0" presId="urn:microsoft.com/office/officeart/2018/5/layout/IconCircleLabelList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790782FD-B024-4B27-B732-96F2580F7EEB}" type="presOf" srcId="{08CDF594-CA3E-4979-B758-303167A34605}" destId="{3542F2B8-419D-4DAC-A71C-4BAB13B4225A}" srcOrd="0" destOrd="0" presId="urn:microsoft.com/office/officeart/2018/5/layout/IconCircleLabelList"/>
    <dgm:cxn modelId="{377AA0B3-589B-4D06-BCA1-DDC986DBB770}" type="presParOf" srcId="{A153C699-A815-4456-8F40-F77AB829AB95}" destId="{71A98820-D6C0-4E2E-8345-4279B6F0C03E}" srcOrd="0" destOrd="0" presId="urn:microsoft.com/office/officeart/2018/5/layout/IconCircleLabelList"/>
    <dgm:cxn modelId="{ECB75820-AC68-4C91-8DA8-047ED60C6B43}" type="presParOf" srcId="{71A98820-D6C0-4E2E-8345-4279B6F0C03E}" destId="{063B5610-D17C-422D-B4E2-42C7C791A892}" srcOrd="0" destOrd="0" presId="urn:microsoft.com/office/officeart/2018/5/layout/IconCircleLabelList"/>
    <dgm:cxn modelId="{F33C0170-F0F4-443D-8B6F-BD0D15087C53}" type="presParOf" srcId="{71A98820-D6C0-4E2E-8345-4279B6F0C03E}" destId="{360D8617-609B-461F-8837-A560D1112660}" srcOrd="1" destOrd="0" presId="urn:microsoft.com/office/officeart/2018/5/layout/IconCircleLabelList"/>
    <dgm:cxn modelId="{DE12C556-64F0-4E16-8411-801D78D7B99C}" type="presParOf" srcId="{71A98820-D6C0-4E2E-8345-4279B6F0C03E}" destId="{438A0099-10EA-4829-92B6-F026FD576A1C}" srcOrd="2" destOrd="0" presId="urn:microsoft.com/office/officeart/2018/5/layout/IconCircleLabelList"/>
    <dgm:cxn modelId="{F81B205F-69BA-4D6D-A2BB-D38DCA54222C}" type="presParOf" srcId="{71A98820-D6C0-4E2E-8345-4279B6F0C03E}" destId="{39D616EC-352D-42FD-8047-4BFD2FF83CE3}" srcOrd="3" destOrd="0" presId="urn:microsoft.com/office/officeart/2018/5/layout/IconCircleLabelList"/>
    <dgm:cxn modelId="{E3468E09-228F-4D11-8965-0A2EF4B1D7A1}" type="presParOf" srcId="{A153C699-A815-4456-8F40-F77AB829AB95}" destId="{EF7ED3E8-2E0F-487C-8E47-953FAF7139F1}" srcOrd="1" destOrd="0" presId="urn:microsoft.com/office/officeart/2018/5/layout/IconCircleLabelList"/>
    <dgm:cxn modelId="{888E0110-51F1-41E7-9892-D53208E2C0EA}" type="presParOf" srcId="{A153C699-A815-4456-8F40-F77AB829AB95}" destId="{BD3C3A10-0F9E-49E2-A435-A5113D15EB70}" srcOrd="2" destOrd="0" presId="urn:microsoft.com/office/officeart/2018/5/layout/IconCircleLabelList"/>
    <dgm:cxn modelId="{255B7FE6-124F-4A09-8864-AFDBF7096E6F}" type="presParOf" srcId="{BD3C3A10-0F9E-49E2-A435-A5113D15EB70}" destId="{B9E3CEEB-09CD-4570-8187-5E58C56A393A}" srcOrd="0" destOrd="0" presId="urn:microsoft.com/office/officeart/2018/5/layout/IconCircleLabelList"/>
    <dgm:cxn modelId="{96954E92-4FA5-4DF5-85B0-69EB0EF612AA}" type="presParOf" srcId="{BD3C3A10-0F9E-49E2-A435-A5113D15EB70}" destId="{FBC92A78-35D4-4F12-B718-1598FFA56A0C}" srcOrd="1" destOrd="0" presId="urn:microsoft.com/office/officeart/2018/5/layout/IconCircleLabelList"/>
    <dgm:cxn modelId="{580A53B3-0D60-4E86-B677-C72B6C8B3C1D}" type="presParOf" srcId="{BD3C3A10-0F9E-49E2-A435-A5113D15EB70}" destId="{A3E472CB-8CD2-4154-9858-8E0C64EF0739}" srcOrd="2" destOrd="0" presId="urn:microsoft.com/office/officeart/2018/5/layout/IconCircleLabelList"/>
    <dgm:cxn modelId="{714C9F92-2453-4A25-9FA9-CDD61EF8855F}" type="presParOf" srcId="{BD3C3A10-0F9E-49E2-A435-A5113D15EB70}" destId="{3542F2B8-419D-4DAC-A71C-4BAB13B4225A}" srcOrd="3" destOrd="0" presId="urn:microsoft.com/office/officeart/2018/5/layout/IconCircleLabelList"/>
    <dgm:cxn modelId="{C7A2EE89-356C-473A-955C-3F04A319EF91}" type="presParOf" srcId="{A153C699-A815-4456-8F40-F77AB829AB95}" destId="{4838607F-A5E2-4BA2-A277-8926D665EAFE}" srcOrd="3" destOrd="0" presId="urn:microsoft.com/office/officeart/2018/5/layout/IconCircleLabelList"/>
    <dgm:cxn modelId="{7873699A-D25F-4582-A83D-E74C482EED5F}" type="presParOf" srcId="{A153C699-A815-4456-8F40-F77AB829AB95}" destId="{8FAB7A24-53BB-4822-A10C-62B7909AAA40}" srcOrd="4" destOrd="0" presId="urn:microsoft.com/office/officeart/2018/5/layout/IconCircleLabelList"/>
    <dgm:cxn modelId="{09B40A46-9064-4FBB-982A-83FE270A1CDB}" type="presParOf" srcId="{8FAB7A24-53BB-4822-A10C-62B7909AAA40}" destId="{A70D19E3-7E33-40E8-92C1-4D7C8F8EF67C}" srcOrd="0" destOrd="0" presId="urn:microsoft.com/office/officeart/2018/5/layout/IconCircleLabelList"/>
    <dgm:cxn modelId="{99C3FAAC-2926-4E11-817B-2315EBA0F813}" type="presParOf" srcId="{8FAB7A24-53BB-4822-A10C-62B7909AAA40}" destId="{9C57823F-893B-49C6-A957-CA6155978CC1}" srcOrd="1" destOrd="0" presId="urn:microsoft.com/office/officeart/2018/5/layout/IconCircleLabelList"/>
    <dgm:cxn modelId="{BDF8CC76-96E1-4838-9DE1-6E917AC6F483}" type="presParOf" srcId="{8FAB7A24-53BB-4822-A10C-62B7909AAA40}" destId="{EE964AC6-A7CC-47E3-B3C3-3FC345E85475}" srcOrd="2" destOrd="0" presId="urn:microsoft.com/office/officeart/2018/5/layout/IconCircleLabelList"/>
    <dgm:cxn modelId="{54799CD7-B14B-4C7F-AC23-B221BF72906F}" type="presParOf" srcId="{8FAB7A24-53BB-4822-A10C-62B7909AAA40}" destId="{F0DA74CF-437E-4BED-AC02-3C88D49EDA5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B00A6-32FF-494E-BF8D-8590AB74E54C}">
      <dsp:nvSpPr>
        <dsp:cNvPr id="0" name=""/>
        <dsp:cNvSpPr/>
      </dsp:nvSpPr>
      <dsp:spPr>
        <a:xfrm>
          <a:off x="0" y="3119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44B39-F754-4C8B-B21D-294CA1702B58}">
      <dsp:nvSpPr>
        <dsp:cNvPr id="0" name=""/>
        <dsp:cNvSpPr/>
      </dsp:nvSpPr>
      <dsp:spPr>
        <a:xfrm>
          <a:off x="200974" y="152604"/>
          <a:ext cx="365408" cy="3654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B3F18-FD7F-4D47-BE1D-33AD7D93B599}">
      <dsp:nvSpPr>
        <dsp:cNvPr id="0" name=""/>
        <dsp:cNvSpPr/>
      </dsp:nvSpPr>
      <dsp:spPr>
        <a:xfrm>
          <a:off x="767358" y="3119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Feedback on table</a:t>
          </a:r>
        </a:p>
      </dsp:txBody>
      <dsp:txXfrm>
        <a:off x="767358" y="3119"/>
        <a:ext cx="9740981" cy="664379"/>
      </dsp:txXfrm>
    </dsp:sp>
    <dsp:sp modelId="{899C9418-5BEE-493C-A169-220227FF4A96}">
      <dsp:nvSpPr>
        <dsp:cNvPr id="0" name=""/>
        <dsp:cNvSpPr/>
      </dsp:nvSpPr>
      <dsp:spPr>
        <a:xfrm>
          <a:off x="0" y="833593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00974" y="983079"/>
          <a:ext cx="365408" cy="3654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767358" y="833593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Updated table</a:t>
          </a:r>
        </a:p>
      </dsp:txBody>
      <dsp:txXfrm>
        <a:off x="767358" y="833593"/>
        <a:ext cx="9740981" cy="664379"/>
      </dsp:txXfrm>
    </dsp:sp>
    <dsp:sp modelId="{45DAF4A5-2D1D-4533-BB46-4638676CB424}">
      <dsp:nvSpPr>
        <dsp:cNvPr id="0" name=""/>
        <dsp:cNvSpPr/>
      </dsp:nvSpPr>
      <dsp:spPr>
        <a:xfrm>
          <a:off x="0" y="1664068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200974" y="1813554"/>
          <a:ext cx="365408" cy="3654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767358" y="1664068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Monthly predition approach</a:t>
          </a:r>
        </a:p>
      </dsp:txBody>
      <dsp:txXfrm>
        <a:off x="767358" y="1664068"/>
        <a:ext cx="9740981" cy="664379"/>
      </dsp:txXfrm>
    </dsp:sp>
    <dsp:sp modelId="{C93A31FA-8B57-4A8B-8913-CAFC282DC0D3}">
      <dsp:nvSpPr>
        <dsp:cNvPr id="0" name=""/>
        <dsp:cNvSpPr/>
      </dsp:nvSpPr>
      <dsp:spPr>
        <a:xfrm>
          <a:off x="0" y="2494543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06D77-7D4A-427A-B079-AE7B8EA4AF95}">
      <dsp:nvSpPr>
        <dsp:cNvPr id="0" name=""/>
        <dsp:cNvSpPr/>
      </dsp:nvSpPr>
      <dsp:spPr>
        <a:xfrm>
          <a:off x="200974" y="2644028"/>
          <a:ext cx="365408" cy="3654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3FADE-D8B5-4507-AC94-41E077D28696}">
      <dsp:nvSpPr>
        <dsp:cNvPr id="0" name=""/>
        <dsp:cNvSpPr/>
      </dsp:nvSpPr>
      <dsp:spPr>
        <a:xfrm>
          <a:off x="767358" y="2494543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Automating feature selection</a:t>
          </a:r>
        </a:p>
      </dsp:txBody>
      <dsp:txXfrm>
        <a:off x="767358" y="2494543"/>
        <a:ext cx="9740981" cy="664379"/>
      </dsp:txXfrm>
    </dsp:sp>
    <dsp:sp modelId="{50B8C609-E0B3-4FB2-9FDF-D9BB08F74D4B}">
      <dsp:nvSpPr>
        <dsp:cNvPr id="0" name=""/>
        <dsp:cNvSpPr/>
      </dsp:nvSpPr>
      <dsp:spPr>
        <a:xfrm>
          <a:off x="0" y="3325018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54B4A-B95C-4752-B98F-036698CA48BE}">
      <dsp:nvSpPr>
        <dsp:cNvPr id="0" name=""/>
        <dsp:cNvSpPr/>
      </dsp:nvSpPr>
      <dsp:spPr>
        <a:xfrm>
          <a:off x="200974" y="3474503"/>
          <a:ext cx="365408" cy="3654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ECD8B-6A6F-4FEC-AA42-D316A7B41168}">
      <dsp:nvSpPr>
        <dsp:cNvPr id="0" name=""/>
        <dsp:cNvSpPr/>
      </dsp:nvSpPr>
      <dsp:spPr>
        <a:xfrm>
          <a:off x="767358" y="3325018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Documentation progress</a:t>
          </a:r>
        </a:p>
      </dsp:txBody>
      <dsp:txXfrm>
        <a:off x="767358" y="3325018"/>
        <a:ext cx="9740981" cy="664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C31E7-1A2B-4404-A820-83B2B62AE2CA}">
      <dsp:nvSpPr>
        <dsp:cNvPr id="0" name=""/>
        <dsp:cNvSpPr/>
      </dsp:nvSpPr>
      <dsp:spPr>
        <a:xfrm>
          <a:off x="702434" y="59638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1694E-D440-41A6-A15D-792C04802FD1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BF59C-6B1E-4D8A-A915-B47787D3102D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Century Gothic" panose="020B0502020202020204"/>
            </a:rPr>
            <a:t> 1) Incorporating Feedback</a:t>
          </a:r>
        </a:p>
      </dsp:txBody>
      <dsp:txXfrm>
        <a:off x="77216" y="2624638"/>
        <a:ext cx="3206250" cy="720000"/>
      </dsp:txXfrm>
    </dsp:sp>
    <dsp:sp modelId="{CC375922-6697-4A14-99A3-62D63510D230}">
      <dsp:nvSpPr>
        <dsp:cNvPr id="0" name=""/>
        <dsp:cNvSpPr/>
      </dsp:nvSpPr>
      <dsp:spPr>
        <a:xfrm>
          <a:off x="4469778" y="59638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AB431-7FB7-4D2A-A68E-0D0B11EAD6A6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A182-79E1-4DB1-9158-D89145F4F1AB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Century Gothic" panose="020B0502020202020204"/>
            </a:rPr>
            <a:t> 2) Predicting next cluster by learning previous cluster movement behavior</a:t>
          </a:r>
          <a:endParaRPr lang="en-US" sz="1500" kern="1200"/>
        </a:p>
      </dsp:txBody>
      <dsp:txXfrm>
        <a:off x="3844559" y="2624638"/>
        <a:ext cx="3206250" cy="720000"/>
      </dsp:txXfrm>
    </dsp:sp>
    <dsp:sp modelId="{5E6827E3-4D9B-456A-BB83-9836DE8AAA7A}">
      <dsp:nvSpPr>
        <dsp:cNvPr id="0" name=""/>
        <dsp:cNvSpPr/>
      </dsp:nvSpPr>
      <dsp:spPr>
        <a:xfrm>
          <a:off x="8237122" y="59638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C6901-947B-4F0C-8CAB-09A0DB4F3E08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942DA-3880-48ED-A0C2-DBB9527B2B6E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Century Gothic" panose="020B0502020202020204"/>
            </a:rPr>
            <a:t> 3) Train 1 model to learn general transition and customer specific transitions</a:t>
          </a:r>
          <a:endParaRPr lang="en-US" sz="1500" kern="1200"/>
        </a:p>
      </dsp:txBody>
      <dsp:txXfrm>
        <a:off x="7611903" y="2624638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331FF-ECF7-48B4-9D4D-8F6F6B7CC94E}">
      <dsp:nvSpPr>
        <dsp:cNvPr id="0" name=""/>
        <dsp:cNvSpPr/>
      </dsp:nvSpPr>
      <dsp:spPr>
        <a:xfrm>
          <a:off x="851" y="0"/>
          <a:ext cx="3447363" cy="34042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Gothic" panose="020B0502020202020204"/>
            </a:rPr>
            <a:t>Finishing previous progress document</a:t>
          </a:r>
        </a:p>
      </dsp:txBody>
      <dsp:txXfrm>
        <a:off x="851" y="1361710"/>
        <a:ext cx="3447363" cy="2042566"/>
      </dsp:txXfrm>
    </dsp:sp>
    <dsp:sp modelId="{BA46E5B5-BFFD-4E0C-A483-856A9BC7BDB5}">
      <dsp:nvSpPr>
        <dsp:cNvPr id="0" name=""/>
        <dsp:cNvSpPr/>
      </dsp:nvSpPr>
      <dsp:spPr>
        <a:xfrm>
          <a:off x="851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01</a:t>
          </a:r>
        </a:p>
      </dsp:txBody>
      <dsp:txXfrm>
        <a:off x="851" y="0"/>
        <a:ext cx="3447363" cy="1361710"/>
      </dsp:txXfrm>
    </dsp:sp>
    <dsp:sp modelId="{2D70FDFB-507B-4834-8D85-6A8F4DE1EA2C}">
      <dsp:nvSpPr>
        <dsp:cNvPr id="0" name=""/>
        <dsp:cNvSpPr/>
      </dsp:nvSpPr>
      <dsp:spPr>
        <a:xfrm>
          <a:off x="3724003" y="0"/>
          <a:ext cx="3447363" cy="3404277"/>
        </a:xfrm>
        <a:prstGeom prst="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Gothic" panose="020B0502020202020204"/>
            </a:rPr>
            <a:t>Finishing data model design and plan document</a:t>
          </a:r>
        </a:p>
      </dsp:txBody>
      <dsp:txXfrm>
        <a:off x="3724003" y="1361710"/>
        <a:ext cx="3447363" cy="2042566"/>
      </dsp:txXfrm>
    </dsp:sp>
    <dsp:sp modelId="{A41E083F-E5E4-4D2B-AF35-0BB2D3155E8A}">
      <dsp:nvSpPr>
        <dsp:cNvPr id="0" name=""/>
        <dsp:cNvSpPr/>
      </dsp:nvSpPr>
      <dsp:spPr>
        <a:xfrm>
          <a:off x="3724003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02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724003" y="0"/>
        <a:ext cx="3447363" cy="1361710"/>
      </dsp:txXfrm>
    </dsp:sp>
    <dsp:sp modelId="{2BDD4ECC-BDF5-4D0C-B610-2AE6D5AB9A20}">
      <dsp:nvSpPr>
        <dsp:cNvPr id="0" name=""/>
        <dsp:cNvSpPr/>
      </dsp:nvSpPr>
      <dsp:spPr>
        <a:xfrm>
          <a:off x="7447155" y="0"/>
          <a:ext cx="3447363" cy="3404277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Gothic" panose="020B0502020202020204"/>
            </a:rPr>
            <a:t>Starting handover documentation</a:t>
          </a:r>
        </a:p>
      </dsp:txBody>
      <dsp:txXfrm>
        <a:off x="7447155" y="1361710"/>
        <a:ext cx="3447363" cy="2042566"/>
      </dsp:txXfrm>
    </dsp:sp>
    <dsp:sp modelId="{5761BB92-C8B3-4A9C-A28B-773E6DEE3ECE}">
      <dsp:nvSpPr>
        <dsp:cNvPr id="0" name=""/>
        <dsp:cNvSpPr/>
      </dsp:nvSpPr>
      <dsp:spPr>
        <a:xfrm>
          <a:off x="7447155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03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447155" y="0"/>
        <a:ext cx="3447363" cy="13617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Finish</a:t>
          </a:r>
          <a:r>
            <a:rPr lang="en-US" sz="2300" kern="1200" baseline="0"/>
            <a:t> Documentation</a:t>
          </a:r>
          <a:endParaRPr lang="en-US" sz="2300" kern="1200"/>
        </a:p>
      </dsp:txBody>
      <dsp:txXfrm>
        <a:off x="77216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Continue work with new approach</a:t>
          </a:r>
        </a:p>
      </dsp:txBody>
      <dsp:txXfrm>
        <a:off x="3844559" y="2624638"/>
        <a:ext cx="3206250" cy="720000"/>
      </dsp:txXfrm>
    </dsp:sp>
    <dsp:sp modelId="{A70D19E3-7E33-40E8-92C1-4D7C8F8EF67C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7823F-893B-49C6-A957-CA6155978CC1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A74CF-437E-4BED-AC02-3C88D49EDA50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Century Gothic" panose="020B0502020202020204"/>
            </a:rPr>
            <a:t>Improve Markov Chain</a:t>
          </a:r>
          <a:endParaRPr lang="en-US" sz="2300" kern="1200"/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4/11/2025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329429"/>
              </p:ext>
            </p:extLst>
          </p:nvPr>
        </p:nvGraphicFramePr>
        <p:xfrm>
          <a:off x="980235" y="2535029"/>
          <a:ext cx="10508340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BB9FA-DF38-50E2-4D72-3ADA2A08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66DC6-B15D-F636-3521-C5D6A8D79904}"/>
              </a:ext>
            </a:extLst>
          </p:cNvPr>
          <p:cNvSpPr txBox="1"/>
          <p:nvPr/>
        </p:nvSpPr>
        <p:spPr>
          <a:xfrm>
            <a:off x="2419353" y="49673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A504A8-8380-1007-4C4B-6E97878B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04" y="4923065"/>
            <a:ext cx="11175077" cy="4032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2800"/>
              <a:t>Use +/- instead of arrows in predicted number of customers</a:t>
            </a:r>
          </a:p>
          <a:p>
            <a:pPr>
              <a:buClr>
                <a:srgbClr val="8AD0D6"/>
              </a:buClr>
            </a:pPr>
            <a:r>
              <a:rPr lang="en-US" sz="2800"/>
              <a:t>Format for readability</a:t>
            </a:r>
          </a:p>
          <a:p>
            <a:pPr>
              <a:buClr>
                <a:srgbClr val="8AD0D6"/>
              </a:buClr>
            </a:pPr>
            <a:endParaRPr lang="en-US" sz="2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1ADC5A-C0BA-CB5F-53A2-04A66009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207373"/>
              </p:ext>
            </p:extLst>
          </p:nvPr>
        </p:nvGraphicFramePr>
        <p:xfrm>
          <a:off x="720065" y="1335998"/>
          <a:ext cx="7159107" cy="32599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86369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  <a:gridCol w="2386369">
                  <a:extLst>
                    <a:ext uri="{9D8B030D-6E8A-4147-A177-3AD203B41FA5}">
                      <a16:colId xmlns:a16="http://schemas.microsoft.com/office/drawing/2014/main" val="186158256"/>
                    </a:ext>
                  </a:extLst>
                </a:gridCol>
                <a:gridCol w="2386369">
                  <a:extLst>
                    <a:ext uri="{9D8B030D-6E8A-4147-A177-3AD203B41FA5}">
                      <a16:colId xmlns:a16="http://schemas.microsoft.com/office/drawing/2014/main" val="3450229721"/>
                    </a:ext>
                  </a:extLst>
                </a:gridCol>
              </a:tblGrid>
              <a:tr h="824751">
                <a:tc>
                  <a:txBody>
                    <a:bodyPr/>
                    <a:lstStyle/>
                    <a:p>
                      <a:r>
                        <a:rPr lang="en-US"/>
                        <a:t>Customer 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Initial number of customers in the 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Predicted number of customers in the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19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↑ 7)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↓ 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929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↑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34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↓ 3)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390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6195-ED03-5482-C7E2-F6D0CE4E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129024" cy="910200"/>
          </a:xfrm>
        </p:spPr>
        <p:txBody>
          <a:bodyPr/>
          <a:lstStyle/>
          <a:p>
            <a:r>
              <a:rPr lang="en-US"/>
              <a:t>Updated Table ( With new results)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E467A1-480A-FDED-EE63-634DF0E151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005263"/>
              </p:ext>
            </p:extLst>
          </p:nvPr>
        </p:nvGraphicFramePr>
        <p:xfrm>
          <a:off x="891919" y="2293386"/>
          <a:ext cx="10596926" cy="2874396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119385">
                  <a:extLst>
                    <a:ext uri="{9D8B030D-6E8A-4147-A177-3AD203B41FA5}">
                      <a16:colId xmlns:a16="http://schemas.microsoft.com/office/drawing/2014/main" val="3523709744"/>
                    </a:ext>
                  </a:extLst>
                </a:gridCol>
                <a:gridCol w="2119385">
                  <a:extLst>
                    <a:ext uri="{9D8B030D-6E8A-4147-A177-3AD203B41FA5}">
                      <a16:colId xmlns:a16="http://schemas.microsoft.com/office/drawing/2014/main" val="1603935174"/>
                    </a:ext>
                  </a:extLst>
                </a:gridCol>
                <a:gridCol w="2119385">
                  <a:extLst>
                    <a:ext uri="{9D8B030D-6E8A-4147-A177-3AD203B41FA5}">
                      <a16:colId xmlns:a16="http://schemas.microsoft.com/office/drawing/2014/main" val="2303671581"/>
                    </a:ext>
                  </a:extLst>
                </a:gridCol>
                <a:gridCol w="1840641">
                  <a:extLst>
                    <a:ext uri="{9D8B030D-6E8A-4147-A177-3AD203B41FA5}">
                      <a16:colId xmlns:a16="http://schemas.microsoft.com/office/drawing/2014/main" val="2476120771"/>
                    </a:ext>
                  </a:extLst>
                </a:gridCol>
                <a:gridCol w="2398130">
                  <a:extLst>
                    <a:ext uri="{9D8B030D-6E8A-4147-A177-3AD203B41FA5}">
                      <a16:colId xmlns:a16="http://schemas.microsoft.com/office/drawing/2014/main" val="2900533819"/>
                    </a:ext>
                  </a:extLst>
                </a:gridCol>
              </a:tblGrid>
              <a:tr h="649356">
                <a:tc>
                  <a:txBody>
                    <a:bodyPr/>
                    <a:lstStyle/>
                    <a:p>
                      <a:r>
                        <a:rPr lang="en-US"/>
                        <a:t>TIER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Customer Count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Customer Count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Insights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2083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Platinum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Significant Drop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96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Diamond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Small Growth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1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Gold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Small Growth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1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Silver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+29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Significant Growth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26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Bronze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-27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Significant Drop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17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Rock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955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955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Change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9144913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9A888-AF0C-14CF-132C-B4A74B30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4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6FC04-BAAA-F161-D2CC-CF6F439C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Time Sequence –Monthly Approach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C074C-A5CF-98CF-574C-DC35FC1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30A8635A-E7E5-1E6F-F2BA-A213A75CB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566569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40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0EDCC-5308-EF71-0FCE-AE4DCEB5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EE193-4C0D-11CE-971B-1C00C818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Documentation progress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F2797C-BCC0-ECCC-55A2-D514D188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6548E9C0-8F7F-C19F-9BE0-B646CD445A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78228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1881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55391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7CA-C74A-47C3-E8E1-675A2D2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pPr algn="ctr"/>
            <a:r>
              <a:rPr lang="en-US" sz="6000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C9C1D12-4A93-02D2-151C-077B4DAF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Intuilize – Cluster Commanders Customer Segmentation &amp; Prediction  Weekly Meeting 4/11/2025</vt:lpstr>
      <vt:lpstr>Agenda</vt:lpstr>
      <vt:lpstr>Feedback </vt:lpstr>
      <vt:lpstr>Updated Table ( With new results)</vt:lpstr>
      <vt:lpstr>Time Sequence –Monthly Approach</vt:lpstr>
      <vt:lpstr>Documentation progress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2025-04-25T15:50:15Z</dcterms:modified>
</cp:coreProperties>
</file>