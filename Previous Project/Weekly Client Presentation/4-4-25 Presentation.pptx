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56" r:id="rId2"/>
    <p:sldId id="257" r:id="rId3"/>
    <p:sldId id="273" r:id="rId4"/>
    <p:sldId id="277" r:id="rId5"/>
    <p:sldId id="278" r:id="rId6"/>
    <p:sldId id="275" r:id="rId7"/>
    <p:sldId id="26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B4E62-D7F3-CD33-A683-43DD487AE97A}" v="172" dt="2025-04-04T15:45:21.556"/>
    <p1510:client id="{1989038E-5C00-4FFC-9F77-DABED97894AF}" v="491" dt="2025-04-04T16:27:13.453"/>
    <p1510:client id="{5E07993F-3858-6469-259A-C7CBA52D1D2D}" v="406" dt="2025-04-04T16:32:25.862"/>
    <p1510:client id="{7F68ABDE-D9CA-E551-DBB2-2C078D1481C3}" v="18" dt="2025-04-04T16:26:34.289"/>
    <p1510:client id="{C954ABAB-635E-242F-DD23-3A8A3340DF6B}" v="126" dt="2025-04-04T16:30:39.8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kins, Graham C" userId="S::bh5884is@go.minnstate.edu::d858373d-d4a5-4d5a-af0d-fcf67a33b3d5" providerId="AD" clId="Web-{075B4E62-D7F3-CD33-A683-43DD487AE97A}"/>
    <pc:docChg chg="modSld">
      <pc:chgData name="Wilkins, Graham C" userId="S::bh5884is@go.minnstate.edu::d858373d-d4a5-4d5a-af0d-fcf67a33b3d5" providerId="AD" clId="Web-{075B4E62-D7F3-CD33-A683-43DD487AE97A}" dt="2025-04-04T15:45:21.556" v="171"/>
      <pc:docMkLst>
        <pc:docMk/>
      </pc:docMkLst>
      <pc:sldChg chg="addSp modSp">
        <pc:chgData name="Wilkins, Graham C" userId="S::bh5884is@go.minnstate.edu::d858373d-d4a5-4d5a-af0d-fcf67a33b3d5" providerId="AD" clId="Web-{075B4E62-D7F3-CD33-A683-43DD487AE97A}" dt="2025-04-04T15:45:21.556" v="171"/>
        <pc:sldMkLst>
          <pc:docMk/>
          <pc:sldMk cId="2540521633" sldId="277"/>
        </pc:sldMkLst>
        <pc:graphicFrameChg chg="add mod modGraphic">
          <ac:chgData name="Wilkins, Graham C" userId="S::bh5884is@go.minnstate.edu::d858373d-d4a5-4d5a-af0d-fcf67a33b3d5" providerId="AD" clId="Web-{075B4E62-D7F3-CD33-A683-43DD487AE97A}" dt="2025-04-04T15:45:21.556" v="171"/>
          <ac:graphicFrameMkLst>
            <pc:docMk/>
            <pc:sldMk cId="2540521633" sldId="277"/>
            <ac:graphicFrameMk id="5" creationId="{16CBDFA9-66AB-1AE9-3361-56160F5DE90F}"/>
          </ac:graphicFrameMkLst>
        </pc:graphicFrameChg>
      </pc:sldChg>
    </pc:docChg>
  </pc:docChgLst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name="Lakku, Sai Keertana R" userId="S::kb7924tj@go.minnstate.edu::aa713373-d62e-42be-a5fb-296135668942" providerId="AD" clId="Web-{C954ABAB-635E-242F-DD23-3A8A3340DF6B}"/>
    <pc:docChg chg="modSld">
      <pc:chgData name="Lakku, Sai Keertana R" userId="S::kb7924tj@go.minnstate.edu::aa713373-d62e-42be-a5fb-296135668942" providerId="AD" clId="Web-{C954ABAB-635E-242F-DD23-3A8A3340DF6B}" dt="2025-04-04T16:30:21.503" v="101"/>
      <pc:docMkLst>
        <pc:docMk/>
      </pc:docMkLst>
      <pc:sldChg chg="modSp">
        <pc:chgData name="Lakku, Sai Keertana R" userId="S::kb7924tj@go.minnstate.edu::aa713373-d62e-42be-a5fb-296135668942" providerId="AD" clId="Web-{C954ABAB-635E-242F-DD23-3A8A3340DF6B}" dt="2025-04-04T16:30:21.503" v="101"/>
        <pc:sldMkLst>
          <pc:docMk/>
          <pc:sldMk cId="3527744105" sldId="278"/>
        </pc:sldMkLst>
        <pc:graphicFrameChg chg="mod modGraphic">
          <ac:chgData name="Lakku, Sai Keertana R" userId="S::kb7924tj@go.minnstate.edu::aa713373-d62e-42be-a5fb-296135668942" providerId="AD" clId="Web-{C954ABAB-635E-242F-DD23-3A8A3340DF6B}" dt="2025-04-04T16:30:21.503" v="101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E6B4D284-1BFD-BF64-F5B9-4BF631D16266}"/>
    <pc:docChg chg="modSld">
      <pc:chgData name="Wilkins, Graham C" userId="S::bh5884is@go.minnstate.edu::d858373d-d4a5-4d5a-af0d-fcf67a33b3d5" providerId="AD" clId="Web-{E6B4D284-1BFD-BF64-F5B9-4BF631D16266}" dt="2025-03-21T15:15:46.399" v="5" actId="1076"/>
      <pc:docMkLst>
        <pc:docMk/>
      </pc:docMkLst>
      <pc:sldChg chg="addSp modSp">
        <pc:chgData name="Wilkins, Graham C" userId="S::bh5884is@go.minnstate.edu::d858373d-d4a5-4d5a-af0d-fcf67a33b3d5" providerId="AD" clId="Web-{E6B4D284-1BFD-BF64-F5B9-4BF631D16266}" dt="2025-03-21T15:15:46.399" v="5" actId="1076"/>
        <pc:sldMkLst>
          <pc:docMk/>
          <pc:sldMk cId="1993179087" sldId="276"/>
        </pc:sldMkLst>
        <pc:picChg chg="add mod">
          <ac:chgData name="Wilkins, Graham C" userId="S::bh5884is@go.minnstate.edu::d858373d-d4a5-4d5a-af0d-fcf67a33b3d5" providerId="AD" clId="Web-{E6B4D284-1BFD-BF64-F5B9-4BF631D16266}" dt="2025-03-21T15:15:46.399" v="5" actId="1076"/>
          <ac:picMkLst>
            <pc:docMk/>
            <pc:sldMk cId="1993179087" sldId="276"/>
            <ac:picMk id="4" creationId="{B28D2C8D-0C83-CC71-F8F0-AB553355C13B}"/>
          </ac:picMkLst>
        </pc:pic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name="Wilkins, Graham C" userId="S::bh5884is@go.minnstate.edu::d858373d-d4a5-4d5a-af0d-fcf67a33b3d5" providerId="AD" clId="Web-{CFBBBEFA-DC75-5629-235C-1B6AE2DC98FC}"/>
    <pc:docChg chg="delSld modSld sldOrd">
      <pc:chgData name="Wilkins, Graham C" userId="S::bh5884is@go.minnstate.edu::d858373d-d4a5-4d5a-af0d-fcf67a33b3d5" providerId="AD" clId="Web-{CFBBBEFA-DC75-5629-235C-1B6AE2DC98FC}" dt="2025-03-19T16:05:26.362" v="964"/>
      <pc:docMkLst>
        <pc:docMk/>
      </pc:docMkLst>
      <pc:sldChg chg="ord">
        <pc:chgData name="Wilkins, Graham C" userId="S::bh5884is@go.minnstate.edu::d858373d-d4a5-4d5a-af0d-fcf67a33b3d5" providerId="AD" clId="Web-{CFBBBEFA-DC75-5629-235C-1B6AE2DC98FC}" dt="2025-03-19T16:05:26.362" v="964"/>
        <pc:sldMkLst>
          <pc:docMk/>
          <pc:sldMk cId="886379872" sldId="257"/>
        </pc:sldMkLst>
      </pc:sldChg>
      <pc:sldChg chg="del">
        <pc:chgData name="Wilkins, Graham C" userId="S::bh5884is@go.minnstate.edu::d858373d-d4a5-4d5a-af0d-fcf67a33b3d5" providerId="AD" clId="Web-{CFBBBEFA-DC75-5629-235C-1B6AE2DC98FC}" dt="2025-03-19T15:34:18.233" v="2"/>
        <pc:sldMkLst>
          <pc:docMk/>
          <pc:sldMk cId="1987320157" sldId="267"/>
        </pc:sldMkLst>
      </pc:sldChg>
      <pc:sldChg chg="addSp delSp modSp">
        <pc:chgData name="Wilkins, Graham C" userId="S::bh5884is@go.minnstate.edu::d858373d-d4a5-4d5a-af0d-fcf67a33b3d5" providerId="AD" clId="Web-{CFBBBEFA-DC75-5629-235C-1B6AE2DC98FC}" dt="2025-03-19T16:03:27.737" v="962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CFBBBEFA-DC75-5629-235C-1B6AE2DC98FC}" dt="2025-03-19T15:59:29.050" v="647" actId="20577"/>
          <ac:spMkLst>
            <pc:docMk/>
            <pc:sldMk cId="401840768" sldId="275"/>
            <ac:spMk id="2" creationId="{3EB6FC04-BAAA-F161-D2CC-CF6F439C9A15}"/>
          </ac:spMkLst>
        </pc:spChg>
        <pc:spChg chg="add del mod">
          <ac:chgData name="Wilkins, Graham C" userId="S::bh5884is@go.minnstate.edu::d858373d-d4a5-4d5a-af0d-fcf67a33b3d5" providerId="AD" clId="Web-{CFBBBEFA-DC75-5629-235C-1B6AE2DC98FC}" dt="2025-03-19T15:51:33.693" v="6"/>
          <ac:spMkLst>
            <pc:docMk/>
            <pc:sldMk cId="401840768" sldId="275"/>
            <ac:spMk id="6" creationId="{A8C0FF89-2B71-8575-07E1-79D79782C66C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37.615" v="8"/>
          <ac:spMkLst>
            <pc:docMk/>
            <pc:sldMk cId="401840768" sldId="275"/>
            <ac:spMk id="7" creationId="{6077AC48-BA9A-E26D-5B16-7578A2A2EB0B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41.411" v="9"/>
          <ac:spMkLst>
            <pc:docMk/>
            <pc:sldMk cId="401840768" sldId="275"/>
            <ac:spMk id="8" creationId="{A90DCF66-5BF6-0F5B-D13C-AEC37C82769C}"/>
          </ac:spMkLst>
        </pc:spChg>
        <pc:graphicFrameChg chg="add del mod modGraphic">
          <ac:chgData name="Wilkins, Graham C" userId="S::bh5884is@go.minnstate.edu::d858373d-d4a5-4d5a-af0d-fcf67a33b3d5" providerId="AD" clId="Web-{CFBBBEFA-DC75-5629-235C-1B6AE2DC98FC}" dt="2025-03-19T15:55:30.692" v="226"/>
          <ac:graphicFrameMkLst>
            <pc:docMk/>
            <pc:sldMk cId="401840768" sldId="275"/>
            <ac:graphicFrameMk id="9" creationId="{971A1658-3583-9C6D-4676-C0D390A57D78}"/>
          </ac:graphicFrameMkLst>
        </pc:graphicFrameChg>
        <pc:graphicFrameChg chg="add mod modGraphic">
          <ac:chgData name="Wilkins, Graham C" userId="S::bh5884is@go.minnstate.edu::d858373d-d4a5-4d5a-af0d-fcf67a33b3d5" providerId="AD" clId="Web-{CFBBBEFA-DC75-5629-235C-1B6AE2DC98FC}" dt="2025-03-19T16:03:27.737" v="962"/>
          <ac:graphicFrameMkLst>
            <pc:docMk/>
            <pc:sldMk cId="401840768" sldId="275"/>
            <ac:graphicFrameMk id="10" creationId="{E2B6541C-7721-1340-B555-5E4B4D6B0B2E}"/>
          </ac:graphicFrameMkLst>
        </pc:graphicFrameChg>
        <pc:picChg chg="del mod">
          <ac:chgData name="Wilkins, Graham C" userId="S::bh5884is@go.minnstate.edu::d858373d-d4a5-4d5a-af0d-fcf67a33b3d5" providerId="AD" clId="Web-{CFBBBEFA-DC75-5629-235C-1B6AE2DC98FC}" dt="2025-03-19T15:51:30.630" v="5"/>
          <ac:picMkLst>
            <pc:docMk/>
            <pc:sldMk cId="401840768" sldId="275"/>
            <ac:picMk id="4" creationId="{448E08A2-9CC6-254A-374C-EB9E6914CC7E}"/>
          </ac:picMkLst>
        </pc:picChg>
        <pc:picChg chg="del">
          <ac:chgData name="Wilkins, Graham C" userId="S::bh5884is@go.minnstate.edu::d858373d-d4a5-4d5a-af0d-fcf67a33b3d5" providerId="AD" clId="Web-{CFBBBEFA-DC75-5629-235C-1B6AE2DC98FC}" dt="2025-03-19T15:51:35.396" v="7"/>
          <ac:picMkLst>
            <pc:docMk/>
            <pc:sldMk cId="401840768" sldId="275"/>
            <ac:picMk id="5" creationId="{6A5363CA-460A-FF24-F57B-F2E5720B633A}"/>
          </ac:picMkLst>
        </pc:picChg>
      </pc:sldChg>
      <pc:sldChg chg="del">
        <pc:chgData name="Wilkins, Graham C" userId="S::bh5884is@go.minnstate.edu::d858373d-d4a5-4d5a-af0d-fcf67a33b3d5" providerId="AD" clId="Web-{CFBBBEFA-DC75-5629-235C-1B6AE2DC98FC}" dt="2025-03-19T15:59:08.535" v="639"/>
        <pc:sldMkLst>
          <pc:docMk/>
          <pc:sldMk cId="4168929902" sldId="276"/>
        </pc:sldMkLst>
      </pc:sldChg>
      <pc:sldChg chg="del ord">
        <pc:chgData name="Wilkins, Graham C" userId="S::bh5884is@go.minnstate.edu::d858373d-d4a5-4d5a-af0d-fcf67a33b3d5" providerId="AD" clId="Web-{CFBBBEFA-DC75-5629-235C-1B6AE2DC98FC}" dt="2025-03-19T15:59:09.988" v="640"/>
        <pc:sldMkLst>
          <pc:docMk/>
          <pc:sldMk cId="3273053664" sldId="277"/>
        </pc:sldMkLst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name="Srinivasa Reddy, Shashank reddy" userId="S::qn1833ep@go.minnstate.edu::5f8d5532-cbd8-40c0-aa18-97830f20e260" providerId="AD" clId="Web-{EEB066B7-D41F-B2DA-D373-F09D4300E200}"/>
    <pc:docChg chg="modSld">
      <pc:chgData name="Srinivasa Reddy, Shashank reddy" userId="S::qn1833ep@go.minnstate.edu::5f8d5532-cbd8-40c0-aa18-97830f20e260" providerId="AD" clId="Web-{EEB066B7-D41F-B2DA-D373-F09D4300E200}" dt="2025-04-01T19:28:28.788" v="0" actId="1076"/>
      <pc:docMkLst>
        <pc:docMk/>
      </pc:docMkLst>
      <pc:sldChg chg="modSp">
        <pc:chgData name="Srinivasa Reddy, Shashank reddy" userId="S::qn1833ep@go.minnstate.edu::5f8d5532-cbd8-40c0-aa18-97830f20e260" providerId="AD" clId="Web-{EEB066B7-D41F-B2DA-D373-F09D4300E200}" dt="2025-04-01T19:28:28.788" v="0" actId="1076"/>
        <pc:sldMkLst>
          <pc:docMk/>
          <pc:sldMk cId="1656249528" sldId="273"/>
        </pc:sldMkLst>
        <pc:picChg chg="mod">
          <ac:chgData name="Srinivasa Reddy, Shashank reddy" userId="S::qn1833ep@go.minnstate.edu::5f8d5532-cbd8-40c0-aa18-97830f20e260" providerId="AD" clId="Web-{EEB066B7-D41F-B2DA-D373-F09D4300E200}" dt="2025-04-01T19:28:28.788" v="0" actId="1076"/>
          <ac:picMkLst>
            <pc:docMk/>
            <pc:sldMk cId="1656249528" sldId="273"/>
            <ac:picMk id="4" creationId="{9D97BADF-57F1-970E-0764-ACAA77644D31}"/>
          </ac:picMkLst>
        </pc:picChg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13F4CB66-695E-CDA0-669C-9BE6A8A311A6}"/>
    <pc:docChg chg="addSld delSld modSld sldOrd">
      <pc:chgData name="Lakku, Sai Keertana R" userId="S::kb7924tj@go.minnstate.edu::aa713373-d62e-42be-a5fb-296135668942" providerId="AD" clId="Web-{13F4CB66-695E-CDA0-669C-9BE6A8A311A6}" dt="2025-03-21T16:28:29.058" v="871" actId="20577"/>
      <pc:docMkLst>
        <pc:docMk/>
      </pc:docMkLst>
      <pc:sldChg chg="addSp delSp modSp">
        <pc:chgData name="Lakku, Sai Keertana R" userId="S::kb7924tj@go.minnstate.edu::aa713373-d62e-42be-a5fb-296135668942" providerId="AD" clId="Web-{13F4CB66-695E-CDA0-669C-9BE6A8A311A6}" dt="2025-03-21T15:52:48.532" v="46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3" creationId="{518BB9FA-DF38-50E2-4D72-3ADA2A08B9C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0" creationId="{B87E4204-E93C-417B-9ED0-F81552DE87E4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2" creationId="{068E4A00-82CC-4AD0-B631-F820AEE40F3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4" creationId="{463665DF-25B8-4EE2-8F85-921EF38BE2D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6" creationId="{B3378DC2-950E-4B63-B833-32DE4719A85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1" creationId="{F747F1B4-B831-4277-8AB0-32767F7EB7BF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3" creationId="{D80CFA21-AB7C-4BEB-9BFF-05764FBBF3C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5" creationId="{12F7E335-851A-4CAE-B09F-E657819D460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7" creationId="{10B541F0-7F6E-402E-84D8-CF96EACA5FBC}"/>
          </ac:spMkLst>
        </pc:spChg>
        <pc:graphicFrameChg chg="mod ord modGraphic">
          <ac:chgData name="Lakku, Sai Keertana R" userId="S::kb7924tj@go.minnstate.edu::aa713373-d62e-42be-a5fb-296135668942" providerId="AD" clId="Web-{13F4CB66-695E-CDA0-669C-9BE6A8A311A6}" dt="2025-03-21T15:52:48.532" v="46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13F4CB66-695E-CDA0-669C-9BE6A8A311A6}" dt="2025-03-21T16:09:08.909" v="552" actId="20577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13F4CB66-695E-CDA0-669C-9BE6A8A311A6}" dt="2025-03-21T16:09:08.909" v="552" actId="20577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mod ord setBg setClrOvrMap">
        <pc:chgData name="Lakku, Sai Keertana R" userId="S::kb7924tj@go.minnstate.edu::aa713373-d62e-42be-a5fb-296135668942" providerId="AD" clId="Web-{13F4CB66-695E-CDA0-669C-9BE6A8A311A6}" dt="2025-03-21T16:28:29.058" v="871" actId="20577"/>
        <pc:sldMkLst>
          <pc:docMk/>
          <pc:sldMk cId="1656249528" sldId="273"/>
        </pc:sldMkLst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3" creationId="{BB07757D-9A61-C17B-6695-738B0FAB996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6:10:43.788" v="561"/>
          <ac:spMkLst>
            <pc:docMk/>
            <pc:sldMk cId="1656249528" sldId="273"/>
            <ac:spMk id="8" creationId="{35EFA3AB-2126-396C-6F0E-D0360CAE6F8B}"/>
          </ac:spMkLst>
        </pc:spChg>
        <pc:spChg chg="add mod">
          <ac:chgData name="Lakku, Sai Keertana R" userId="S::kb7924tj@go.minnstate.edu::aa713373-d62e-42be-a5fb-296135668942" providerId="AD" clId="Web-{13F4CB66-695E-CDA0-669C-9BE6A8A311A6}" dt="2025-03-21T16:28:29.058" v="871" actId="20577"/>
          <ac:spMkLst>
            <pc:docMk/>
            <pc:sldMk cId="1656249528" sldId="273"/>
            <ac:spMk id="10" creationId="{D0080BD7-D8BB-B9E7-39AA-F7C33D7AEDB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3" creationId="{4AC0CD9D-7610-4620-93B4-798CCD9AB58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9" creationId="{DE4D62F9-188E-4530-84C2-24BDEE4BEB82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1" creationId="{D67CA421-FA2B-47ED-A101-F8BBEBB2976B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3" creationId="{12425D82-CD5E-45A4-9542-70951E59F2D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5" creationId="{221DB897-A621-4D5F-AC81-91199AC4370E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34" creationId="{989BE678-777B-482A-A616-FEDC47B162E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40" creationId="{D28BE0C3-2102-4820-B88B-A448B1840D14}"/>
          </ac:spMkLst>
        </pc:spChg>
        <pc:graphicFrameChg chg="add mod modGraphic">
          <ac:chgData name="Lakku, Sai Keertana R" userId="S::kb7924tj@go.minnstate.edu::aa713373-d62e-42be-a5fb-296135668942" providerId="AD" clId="Web-{13F4CB66-695E-CDA0-669C-9BE6A8A311A6}" dt="2025-03-21T16:27:22.103" v="849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add mod modGraphic">
          <ac:chgData name="Lakku, Sai Keertana R" userId="S::kb7924tj@go.minnstate.edu::aa713373-d62e-42be-a5fb-296135668942" providerId="AD" clId="Web-{13F4CB66-695E-CDA0-669C-9BE6A8A311A6}" dt="2025-03-21T16:27:40.260" v="865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del mod">
          <ac:chgData name="Lakku, Sai Keertana R" userId="S::kb7924tj@go.minnstate.edu::aa713373-d62e-42be-a5fb-296135668942" providerId="AD" clId="Web-{13F4CB66-695E-CDA0-669C-9BE6A8A311A6}" dt="2025-03-21T16:03:34.679" v="296"/>
          <ac:picMkLst>
            <pc:docMk/>
            <pc:sldMk cId="1656249528" sldId="273"/>
            <ac:picMk id="4" creationId="{9E31FAAB-6511-163C-3039-50D9895F8C18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09:57.427" v="554"/>
          <ac:picMkLst>
            <pc:docMk/>
            <pc:sldMk cId="1656249528" sldId="273"/>
            <ac:picMk id="6" creationId="{9407BD8E-DD55-7C68-BDF0-51C3E4EA3DD9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26:20.054" v="830"/>
          <ac:picMkLst>
            <pc:docMk/>
            <pc:sldMk cId="1656249528" sldId="273"/>
            <ac:picMk id="7" creationId="{16C96141-AA10-A915-5157-FF1B2332C10B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1" creationId="{7C268552-D473-46ED-B1B8-422042C4DEF1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5" creationId="{B9238B3E-24AA-439A-B527-6C5DF6D72145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7" creationId="{69F01145-BEA3-4CBF-AA21-10077B948CA8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26.778" v="64"/>
          <ac:picMkLst>
            <pc:docMk/>
            <pc:sldMk cId="1656249528" sldId="273"/>
            <ac:picMk id="36" creationId="{CF1EB4BD-9C7E-4AA3-9681-C7EB0DA6250B}"/>
          </ac:picMkLst>
        </pc:picChg>
      </pc:sldChg>
      <pc:sldChg chg="modSp">
        <pc:chgData name="Lakku, Sai Keertana R" userId="S::kb7924tj@go.minnstate.edu::aa713373-d62e-42be-a5fb-296135668942" providerId="AD" clId="Web-{13F4CB66-695E-CDA0-669C-9BE6A8A311A6}" dt="2025-03-21T15:49:25.665" v="1" actId="20577"/>
        <pc:sldMkLst>
          <pc:docMk/>
          <pc:sldMk cId="893194236" sldId="274"/>
        </pc:sldMkLst>
        <pc:spChg chg="mod">
          <ac:chgData name="Lakku, Sai Keertana R" userId="S::kb7924tj@go.minnstate.edu::aa713373-d62e-42be-a5fb-296135668942" providerId="AD" clId="Web-{13F4CB66-695E-CDA0-669C-9BE6A8A311A6}" dt="2025-03-21T15:49:25.665" v="1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Lakku, Sai Keertana R" userId="S::kb7924tj@go.minnstate.edu::aa713373-d62e-42be-a5fb-296135668942" providerId="AD" clId="Web-{13F4CB66-695E-CDA0-669C-9BE6A8A311A6}" dt="2025-03-21T15:50:40.480" v="28" actId="20577"/>
        <pc:sldMkLst>
          <pc:docMk/>
          <pc:sldMk cId="401840768" sldId="275"/>
        </pc:sldMkLst>
        <pc:spChg chg="mod">
          <ac:chgData name="Lakku, Sai Keertana R" userId="S::kb7924tj@go.minnstate.edu::aa713373-d62e-42be-a5fb-296135668942" providerId="AD" clId="Web-{13F4CB66-695E-CDA0-669C-9BE6A8A311A6}" dt="2025-03-21T15:50:40.480" v="28" actId="20577"/>
          <ac:spMkLst>
            <pc:docMk/>
            <pc:sldMk cId="401840768" sldId="275"/>
            <ac:spMk id="2" creationId="{3EB6FC04-BAAA-F161-D2CC-CF6F439C9A15}"/>
          </ac:spMkLst>
        </pc:spChg>
        <pc:graphicFrameChg chg="mod modGraphic">
          <ac:chgData name="Lakku, Sai Keertana R" userId="S::kb7924tj@go.minnstate.edu::aa713373-d62e-42be-a5fb-296135668942" providerId="AD" clId="Web-{13F4CB66-695E-CDA0-669C-9BE6A8A311A6}" dt="2025-03-21T15:50:25.011" v="13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modSp new del">
        <pc:chgData name="Lakku, Sai Keertana R" userId="S::kb7924tj@go.minnstate.edu::aa713373-d62e-42be-a5fb-296135668942" providerId="AD" clId="Web-{13F4CB66-695E-CDA0-669C-9BE6A8A311A6}" dt="2025-03-21T16:12:04.994" v="585"/>
        <pc:sldMkLst>
          <pc:docMk/>
          <pc:sldMk cId="1934876581" sldId="277"/>
        </pc:sldMkLst>
        <pc:spChg chg="mod">
          <ac:chgData name="Lakku, Sai Keertana R" userId="S::kb7924tj@go.minnstate.edu::aa713373-d62e-42be-a5fb-296135668942" providerId="AD" clId="Web-{13F4CB66-695E-CDA0-669C-9BE6A8A311A6}" dt="2025-03-21T16:07:17.421" v="495" actId="20577"/>
          <ac:spMkLst>
            <pc:docMk/>
            <pc:sldMk cId="1934876581" sldId="277"/>
            <ac:spMk id="2" creationId="{DAFE9434-2048-4025-D916-38325B838809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6:08:53.565" v="551" actId="20577"/>
          <ac:spMkLst>
            <pc:docMk/>
            <pc:sldMk cId="1934876581" sldId="277"/>
            <ac:spMk id="3" creationId="{415F14D9-93E4-568F-B46C-BA9F0397D605}"/>
          </ac:spMkLst>
        </pc:sp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Hjulberg, Andrew S" userId="S::hi6397ef@go.minnstate.edu::55255bf8-79f2-42d3-80cc-139b63d0776c" providerId="AD" clId="Web-{EC2EBB38-317D-B8A7-503F-CD041CCF43A0}"/>
    <pc:docChg chg="delSld modSld sldOrd">
      <pc:chgData name="Hjulberg, Andrew S" userId="S::hi6397ef@go.minnstate.edu::55255bf8-79f2-42d3-80cc-139b63d0776c" providerId="AD" clId="Web-{EC2EBB38-317D-B8A7-503F-CD041CCF43A0}" dt="2025-03-26T16:37:07.440" v="160" actId="1076"/>
      <pc:docMkLst>
        <pc:docMk/>
      </pc:docMkLst>
      <pc:sldChg chg="modSp">
        <pc:chgData name="Hjulberg, Andrew S" userId="S::hi6397ef@go.minnstate.edu::55255bf8-79f2-42d3-80cc-139b63d0776c" providerId="AD" clId="Web-{EC2EBB38-317D-B8A7-503F-CD041CCF43A0}" dt="2025-03-26T15:11:12.094" v="0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EC2EBB38-317D-B8A7-503F-CD041CCF43A0}" dt="2025-03-26T15:11:12.094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EC2EBB38-317D-B8A7-503F-CD041CCF43A0}" dt="2025-03-26T16:08:12.194" v="146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EC2EBB38-317D-B8A7-503F-CD041CCF43A0}" dt="2025-03-26T16:08:12.194" v="146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EC2EBB38-317D-B8A7-503F-CD041CCF43A0}" dt="2025-03-26T15:18:16.147" v="110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EC2EBB38-317D-B8A7-503F-CD041CCF43A0}" dt="2025-03-26T15:18:16.147" v="110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ord">
        <pc:chgData name="Hjulberg, Andrew S" userId="S::hi6397ef@go.minnstate.edu::55255bf8-79f2-42d3-80cc-139b63d0776c" providerId="AD" clId="Web-{EC2EBB38-317D-B8A7-503F-CD041CCF43A0}" dt="2025-03-26T16:37:07.440" v="160" actId="1076"/>
        <pc:sldMkLst>
          <pc:docMk/>
          <pc:sldMk cId="1656249528" sldId="273"/>
        </pc:sldMkLst>
        <pc:graphicFrameChg chg="del">
          <ac:chgData name="Hjulberg, Andrew S" userId="S::hi6397ef@go.minnstate.edu::55255bf8-79f2-42d3-80cc-139b63d0776c" providerId="AD" clId="Web-{EC2EBB38-317D-B8A7-503F-CD041CCF43A0}" dt="2025-03-26T16:36:32.391" v="156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mod">
          <ac:chgData name="Hjulberg, Andrew S" userId="S::hi6397ef@go.minnstate.edu::55255bf8-79f2-42d3-80cc-139b63d0776c" providerId="AD" clId="Web-{EC2EBB38-317D-B8A7-503F-CD041CCF43A0}" dt="2025-03-26T16:37:07.440" v="160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modSp">
        <pc:chgData name="Hjulberg, Andrew S" userId="S::hi6397ef@go.minnstate.edu::55255bf8-79f2-42d3-80cc-139b63d0776c" providerId="AD" clId="Web-{EC2EBB38-317D-B8A7-503F-CD041CCF43A0}" dt="2025-03-26T15:13:34.711" v="9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EC2EBB38-317D-B8A7-503F-CD041CCF43A0}" dt="2025-03-26T15:12:07.972" v="13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EC2EBB38-317D-B8A7-503F-CD041CCF43A0}" dt="2025-03-26T15:13:34.711" v="9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delSp modSp">
        <pc:chgData name="Hjulberg, Andrew S" userId="S::hi6397ef@go.minnstate.edu::55255bf8-79f2-42d3-80cc-139b63d0776c" providerId="AD" clId="Web-{EC2EBB38-317D-B8A7-503F-CD041CCF43A0}" dt="2025-03-26T16:09:41.573" v="155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C2EBB38-317D-B8A7-503F-CD041CCF43A0}" dt="2025-03-26T16:08:57.946" v="154" actId="20577"/>
          <ac:spMkLst>
            <pc:docMk/>
            <pc:sldMk cId="401840768" sldId="275"/>
            <ac:spMk id="2" creationId="{3EB6FC04-BAAA-F161-D2CC-CF6F439C9A15}"/>
          </ac:spMkLst>
        </pc:spChg>
        <pc:graphicFrameChg chg="del">
          <ac:chgData name="Hjulberg, Andrew S" userId="S::hi6397ef@go.minnstate.edu::55255bf8-79f2-42d3-80cc-139b63d0776c" providerId="AD" clId="Web-{EC2EBB38-317D-B8A7-503F-CD041CCF43A0}" dt="2025-03-26T16:09:41.573" v="155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del">
        <pc:chgData name="Hjulberg, Andrew S" userId="S::hi6397ef@go.minnstate.edu::55255bf8-79f2-42d3-80cc-139b63d0776c" providerId="AD" clId="Web-{EC2EBB38-317D-B8A7-503F-CD041CCF43A0}" dt="2025-03-26T16:08:45.586" v="148"/>
        <pc:sldMkLst>
          <pc:docMk/>
          <pc:sldMk cId="1993179087" sldId="276"/>
        </pc:sldMkLst>
      </pc:sldChg>
    </pc:docChg>
  </pc:docChgLst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Srinivasa Reddy, Shashank reddy" userId="S::qn1833ep@go.minnstate.edu::5f8d5532-cbd8-40c0-aa18-97830f20e260" providerId="AD" clId="Web-{7F68ABDE-D9CA-E551-DBB2-2C078D1481C3}"/>
    <pc:docChg chg="modSld">
      <pc:chgData name="Srinivasa Reddy, Shashank reddy" userId="S::qn1833ep@go.minnstate.edu::5f8d5532-cbd8-40c0-aa18-97830f20e260" providerId="AD" clId="Web-{7F68ABDE-D9CA-E551-DBB2-2C078D1481C3}" dt="2025-04-04T16:26:33.242" v="68" actId="20577"/>
      <pc:docMkLst>
        <pc:docMk/>
      </pc:docMkLst>
      <pc:sldChg chg="delSp modSp">
        <pc:chgData name="Srinivasa Reddy, Shashank reddy" userId="S::qn1833ep@go.minnstate.edu::5f8d5532-cbd8-40c0-aa18-97830f20e260" providerId="AD" clId="Web-{7F68ABDE-D9CA-E551-DBB2-2C078D1481C3}" dt="2025-04-04T16:17:51.975" v="54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7F68ABDE-D9CA-E551-DBB2-2C078D1481C3}" dt="2025-04-04T16:00:37.550" v="0" actId="20577"/>
          <ac:spMkLst>
            <pc:docMk/>
            <pc:sldMk cId="401840768" sldId="275"/>
            <ac:spMk id="3" creationId="{28EC074C-A5CF-98CF-574C-DC35FC12E44B}"/>
          </ac:spMkLst>
        </pc:spChg>
        <pc:spChg chg="del mod">
          <ac:chgData name="Srinivasa Reddy, Shashank reddy" userId="S::qn1833ep@go.minnstate.edu::5f8d5532-cbd8-40c0-aa18-97830f20e260" providerId="AD" clId="Web-{7F68ABDE-D9CA-E551-DBB2-2C078D1481C3}" dt="2025-04-04T16:17:51.975" v="54"/>
          <ac:spMkLst>
            <pc:docMk/>
            <pc:sldMk cId="401840768" sldId="275"/>
            <ac:spMk id="988" creationId="{2761B5EE-4776-46A5-56B2-AD14F95BDDCD}"/>
          </ac:spMkLst>
        </pc:spChg>
        <pc:graphicFrameChg chg="modGraphic">
          <ac:chgData name="Srinivasa Reddy, Shashank reddy" userId="S::qn1833ep@go.minnstate.edu::5f8d5532-cbd8-40c0-aa18-97830f20e260" providerId="AD" clId="Web-{7F68ABDE-D9CA-E551-DBB2-2C078D1481C3}" dt="2025-04-04T16:17:24.819" v="52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addSp delSp modSp">
        <pc:chgData name="Srinivasa Reddy, Shashank reddy" userId="S::qn1833ep@go.minnstate.edu::5f8d5532-cbd8-40c0-aa18-97830f20e260" providerId="AD" clId="Web-{7F68ABDE-D9CA-E551-DBB2-2C078D1481C3}" dt="2025-04-04T16:26:33.242" v="68" actId="20577"/>
        <pc:sldMkLst>
          <pc:docMk/>
          <pc:sldMk cId="3527744105" sldId="278"/>
        </pc:sldMkLst>
        <pc:spChg chg="mod">
          <ac:chgData name="Srinivasa Reddy, Shashank reddy" userId="S::qn1833ep@go.minnstate.edu::5f8d5532-cbd8-40c0-aa18-97830f20e260" providerId="AD" clId="Web-{7F68ABDE-D9CA-E551-DBB2-2C078D1481C3}" dt="2025-04-04T16:26:33.242" v="68" actId="20577"/>
          <ac:spMkLst>
            <pc:docMk/>
            <pc:sldMk cId="3527744105" sldId="278"/>
            <ac:spMk id="3" creationId="{0BDB1C9D-2287-4F40-FE5D-B4414C3B939A}"/>
          </ac:spMkLst>
        </pc:spChg>
        <pc:spChg chg="add del">
          <ac:chgData name="Srinivasa Reddy, Shashank reddy" userId="S::qn1833ep@go.minnstate.edu::5f8d5532-cbd8-40c0-aa18-97830f20e260" providerId="AD" clId="Web-{7F68ABDE-D9CA-E551-DBB2-2C078D1481C3}" dt="2025-04-04T16:25:30.664" v="56"/>
          <ac:spMkLst>
            <pc:docMk/>
            <pc:sldMk cId="3527744105" sldId="278"/>
            <ac:spMk id="4" creationId="{7D011B50-C42F-11F9-0237-00757B5581C3}"/>
          </ac:spMkLst>
        </pc:spChg>
        <pc:spChg chg="add mod">
          <ac:chgData name="Srinivasa Reddy, Shashank reddy" userId="S::qn1833ep@go.minnstate.edu::5f8d5532-cbd8-40c0-aa18-97830f20e260" providerId="AD" clId="Web-{7F68ABDE-D9CA-E551-DBB2-2C078D1481C3}" dt="2025-04-04T16:26:27.586" v="66" actId="1076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  <pc:docChgLst>
    <pc:chgData name="Srinivasa Reddy, Shashank reddy" userId="S::qn1833ep@go.minnstate.edu::5f8d5532-cbd8-40c0-aa18-97830f20e260" providerId="AD" clId="Web-{C8060422-C3F0-BE59-8305-B28CD494688C}"/>
    <pc:docChg chg="addSld delSld modSld">
      <pc:chgData name="Srinivasa Reddy, Shashank reddy" userId="S::qn1833ep@go.minnstate.edu::5f8d5532-cbd8-40c0-aa18-97830f20e260" providerId="AD" clId="Web-{C8060422-C3F0-BE59-8305-B28CD494688C}" dt="2025-03-28T15:24:34.646" v="376" actId="20577"/>
      <pc:docMkLst>
        <pc:docMk/>
      </pc:docMkLst>
      <pc:sldChg chg="modSp">
        <pc:chgData name="Srinivasa Reddy, Shashank reddy" userId="S::qn1833ep@go.minnstate.edu::5f8d5532-cbd8-40c0-aa18-97830f20e260" providerId="AD" clId="Web-{C8060422-C3F0-BE59-8305-B28CD494688C}" dt="2025-03-28T15:23:59.067" v="373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C8060422-C3F0-BE59-8305-B28CD494688C}" dt="2025-03-28T15:23:59.067" v="373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 mod setBg setClrOvrMap">
        <pc:chgData name="Srinivasa Reddy, Shashank reddy" userId="S::qn1833ep@go.minnstate.edu::5f8d5532-cbd8-40c0-aa18-97830f20e260" providerId="AD" clId="Web-{C8060422-C3F0-BE59-8305-B28CD494688C}" dt="2025-03-28T15:24:34.646" v="376" actId="20577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5:24:03.207" v="374" actId="20577"/>
          <ac:spMkLst>
            <pc:docMk/>
            <pc:sldMk cId="401840768" sldId="275"/>
            <ac:spMk id="3" creationId="{28EC074C-A5CF-98CF-574C-DC35FC12E44B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7T19:42:43.488" v="153"/>
          <ac:spMkLst>
            <pc:docMk/>
            <pc:sldMk cId="401840768" sldId="275"/>
            <ac:spMk id="4" creationId="{0F24E42C-C15F-DA9A-8303-BDD4D972FC5B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1" creationId="{4E78424C-6FD0-41F8-9CAA-5DC19C42359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2" creationId="{DD136760-57DC-4301-8BEA-B71AD2D1390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4" creationId="{BDC58DEA-1307-4F44-AD47-E613D8B76A8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6" creationId="{C99B912D-1E4B-42AF-A2BE-CFEFEC916EE7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0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1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2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3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8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9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0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1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1:55:11.457" v="169"/>
          <ac:spMkLst>
            <pc:docMk/>
            <pc:sldMk cId="401840768" sldId="275"/>
            <ac:spMk id="35" creationId="{D2236FAB-CEB5-356E-760F-284D1192362F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8T12:08:49.002" v="249"/>
          <ac:spMkLst>
            <pc:docMk/>
            <pc:sldMk cId="401840768" sldId="275"/>
            <ac:spMk id="36" creationId="{A586D533-223B-8EA3-B0D9-1A98A6C1504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7" creationId="{4E78424C-6FD0-41F8-9CAA-5DC19C42359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9" creationId="{DD136760-57DC-4301-8BEA-B71AD2D13905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1" creationId="{BDC58DEA-1307-4F44-AD47-E613D8B76A89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3" creationId="{C99B912D-1E4B-42AF-A2BE-CFEFEC916EE7}"/>
          </ac:spMkLst>
        </pc:spChg>
        <pc:spChg chg="add mod">
          <ac:chgData name="Srinivasa Reddy, Shashank reddy" userId="S::qn1833ep@go.minnstate.edu::5f8d5532-cbd8-40c0-aa18-97830f20e260" providerId="AD" clId="Web-{C8060422-C3F0-BE59-8305-B28CD494688C}" dt="2025-03-28T15:23:00.111" v="371" actId="1076"/>
          <ac:spMkLst>
            <pc:docMk/>
            <pc:sldMk cId="401840768" sldId="275"/>
            <ac:spMk id="988" creationId="{2761B5EE-4776-46A5-56B2-AD14F95BDDCD}"/>
          </ac:spMkLst>
        </pc:spChg>
        <pc:graphicFrameChg chg="add del">
          <ac:chgData name="Srinivasa Reddy, Shashank reddy" userId="S::qn1833ep@go.minnstate.edu::5f8d5532-cbd8-40c0-aa18-97830f20e260" providerId="AD" clId="Web-{C8060422-C3F0-BE59-8305-B28CD494688C}" dt="2025-03-27T19:42:14.004" v="146"/>
          <ac:graphicFrameMkLst>
            <pc:docMk/>
            <pc:sldMk cId="401840768" sldId="275"/>
            <ac:graphicFrameMk id="13" creationId="{3CBD1CCC-25DF-76FE-4707-4352BD2BBA2C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23.644" v="148"/>
          <ac:graphicFrameMkLst>
            <pc:docMk/>
            <pc:sldMk cId="401840768" sldId="275"/>
            <ac:graphicFrameMk id="18" creationId="{DD4F60BD-3697-4696-53EF-85961AAA66C1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36.566" v="150"/>
          <ac:graphicFrameMkLst>
            <pc:docMk/>
            <pc:sldMk cId="401840768" sldId="275"/>
            <ac:graphicFrameMk id="24" creationId="{30A8635A-E7E5-1E6F-F2BA-A213A75CB5F7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43.441" v="152"/>
          <ac:graphicFrameMkLst>
            <pc:docMk/>
            <pc:sldMk cId="401840768" sldId="275"/>
            <ac:graphicFrameMk id="26" creationId="{B4C181F6-1896-DD8B-D4EB-F1E7AB3D2609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5:24:34.646" v="376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1:58:36.862" v="210"/>
          <ac:graphicFrameMkLst>
            <pc:docMk/>
            <pc:sldMk cId="401840768" sldId="275"/>
            <ac:graphicFrameMk id="50" creationId="{5962AFF4-8A9D-D70E-C1EF-061B52473A08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2:08:44.096" v="247"/>
          <ac:graphicFrameMkLst>
            <pc:docMk/>
            <pc:sldMk cId="401840768" sldId="275"/>
            <ac:graphicFrameMk id="184" creationId="{EA302DCA-5093-9B88-16DC-C95EE5D05E4E}"/>
          </ac:graphicFrameMkLst>
        </pc:graphicFrameChg>
        <pc:picChg chg="add mod">
          <ac:chgData name="Srinivasa Reddy, Shashank reddy" userId="S::qn1833ep@go.minnstate.edu::5f8d5532-cbd8-40c0-aa18-97830f20e260" providerId="AD" clId="Web-{C8060422-C3F0-BE59-8305-B28CD494688C}" dt="2025-03-28T12:08:57.127" v="251" actId="1076"/>
          <ac:picMkLst>
            <pc:docMk/>
            <pc:sldMk cId="401840768" sldId="275"/>
            <ac:picMk id="188" creationId="{4DAD31B7-A61A-FC1E-1C1C-B6AFF45BFC57}"/>
          </ac:picMkLst>
        </pc:picChg>
        <pc:picChg chg="add mod">
          <ac:chgData name="Srinivasa Reddy, Shashank reddy" userId="S::qn1833ep@go.minnstate.edu::5f8d5532-cbd8-40c0-aa18-97830f20e260" providerId="AD" clId="Web-{C8060422-C3F0-BE59-8305-B28CD494688C}" dt="2025-03-28T12:08:58.955" v="252" actId="1076"/>
          <ac:picMkLst>
            <pc:docMk/>
            <pc:sldMk cId="401840768" sldId="275"/>
            <ac:picMk id="189" creationId="{115EB99F-115F-2690-F36D-72C366D09D1C}"/>
          </ac:picMkLst>
        </pc:picChg>
      </pc:sldChg>
      <pc:sldChg chg="addSp delSp modSp add del mod replId setBg setClrOvrMap">
        <pc:chgData name="Srinivasa Reddy, Shashank reddy" userId="S::qn1833ep@go.minnstate.edu::5f8d5532-cbd8-40c0-aa18-97830f20e260" providerId="AD" clId="Web-{C8060422-C3F0-BE59-8305-B28CD494688C}" dt="2025-03-28T15:23:45.581" v="372"/>
        <pc:sldMkLst>
          <pc:docMk/>
          <pc:sldMk cId="2139809473" sldId="276"/>
        </pc:sldMkLst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" creationId="{573AD977-AB01-2EDA-73EE-2B783FF06D4B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" creationId="{CA71B766-BD54-AD95-ADB6-7CDFFFE8CDB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8" creationId="{A17BD42C-700A-EAAA-C4BD-7D5F6337235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9" creationId="{0117900B-F2EF-D5B7-4AAA-6449D57B4C2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0" creationId="{CF9A13FB-419A-E888-7259-6A8F8C51E4BE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1" creationId="{79CE6DEC-832D-B5D8-E5D8-F792E0547EA6}"/>
          </ac:spMkLst>
        </pc:spChg>
        <pc:spChg chg="del mod">
          <ac:chgData name="Srinivasa Reddy, Shashank reddy" userId="S::qn1833ep@go.minnstate.edu::5f8d5532-cbd8-40c0-aa18-97830f20e260" providerId="AD" clId="Web-{C8060422-C3F0-BE59-8305-B28CD494688C}" dt="2025-03-28T12:05:57.785" v="227"/>
          <ac:spMkLst>
            <pc:docMk/>
            <pc:sldMk cId="2139809473" sldId="276"/>
            <ac:spMk id="36" creationId="{2A45D4D8-B14C-7533-6A52-DA8CF7F9147D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86" creationId="{F747F1B4-B831-4277-8AB0-32767F7EB7B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1" creationId="{D80CFA21-AB7C-4BEB-9BFF-05764FBBF3C6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3" creationId="{12F7E335-851A-4CAE-B09F-E657819D460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5" creationId="{10B541F0-7F6E-402E-84D8-CF96EACA5FBC}"/>
          </ac:spMkLst>
        </pc:spChg>
        <pc:graphicFrameChg chg="del">
          <ac:chgData name="Srinivasa Reddy, Shashank reddy" userId="S::qn1833ep@go.minnstate.edu::5f8d5532-cbd8-40c0-aa18-97830f20e260" providerId="AD" clId="Web-{C8060422-C3F0-BE59-8305-B28CD494688C}" dt="2025-03-28T12:05:52.597" v="225"/>
          <ac:graphicFrameMkLst>
            <pc:docMk/>
            <pc:sldMk cId="2139809473" sldId="276"/>
            <ac:graphicFrameMk id="32" creationId="{54D925BD-05CF-F2DD-C13B-46D3C9AAAF63}"/>
          </ac:graphicFrameMkLst>
        </pc:graphicFrameChg>
        <pc:graphicFrameChg chg="mod modGraphic">
          <ac:chgData name="Srinivasa Reddy, Shashank reddy" userId="S::qn1833ep@go.minnstate.edu::5f8d5532-cbd8-40c0-aa18-97830f20e260" providerId="AD" clId="Web-{C8060422-C3F0-BE59-8305-B28CD494688C}" dt="2025-03-28T15:04:34.552" v="274"/>
          <ac:graphicFrameMkLst>
            <pc:docMk/>
            <pc:sldMk cId="2139809473" sldId="276"/>
            <ac:graphicFrameMk id="184" creationId="{F2AF92F0-6286-E001-E1D2-78A757B709AB}"/>
          </ac:graphicFrameMkLst>
        </pc:graphicFrameChg>
        <pc:picChg chg="del mod">
          <ac:chgData name="Srinivasa Reddy, Shashank reddy" userId="S::qn1833ep@go.minnstate.edu::5f8d5532-cbd8-40c0-aa18-97830f20e260" providerId="AD" clId="Web-{C8060422-C3F0-BE59-8305-B28CD494688C}" dt="2025-03-28T12:06:10.300" v="233"/>
          <ac:picMkLst>
            <pc:docMk/>
            <pc:sldMk cId="2139809473" sldId="276"/>
            <ac:picMk id="188" creationId="{121D234A-3127-0941-657E-ADD9EF79DD08}"/>
          </ac:picMkLst>
        </pc:picChg>
        <pc:picChg chg="del mod">
          <ac:chgData name="Srinivasa Reddy, Shashank reddy" userId="S::qn1833ep@go.minnstate.edu::5f8d5532-cbd8-40c0-aa18-97830f20e260" providerId="AD" clId="Web-{C8060422-C3F0-BE59-8305-B28CD494688C}" dt="2025-03-28T12:06:08.019" v="231"/>
          <ac:picMkLst>
            <pc:docMk/>
            <pc:sldMk cId="2139809473" sldId="276"/>
            <ac:picMk id="189" creationId="{B76E71FD-03A4-BBF6-43DD-846A3C6B196F}"/>
          </ac:picMkLst>
        </pc:picChg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0123EC3D-3BB0-52C3-C8DB-E95146AB2338}"/>
    <pc:docChg chg="modSld">
      <pc:chgData name="Lakku, Sai Keertana R" userId="S::kb7924tj@go.minnstate.edu::aa713373-d62e-42be-a5fb-296135668942" providerId="AD" clId="Web-{0123EC3D-3BB0-52C3-C8DB-E95146AB2338}" dt="2025-03-28T16:19:55.937" v="123" actId="1076"/>
      <pc:docMkLst>
        <pc:docMk/>
      </pc:docMkLst>
      <pc:sldChg chg="modSp">
        <pc:chgData name="Lakku, Sai Keertana R" userId="S::kb7924tj@go.minnstate.edu::aa713373-d62e-42be-a5fb-296135668942" providerId="AD" clId="Web-{0123EC3D-3BB0-52C3-C8DB-E95146AB2338}" dt="2025-03-28T16:19:55.937" v="123" actId="1076"/>
        <pc:sldMkLst>
          <pc:docMk/>
          <pc:sldMk cId="893194236" sldId="274"/>
        </pc:sldMkLst>
        <pc:picChg chg="mod">
          <ac:chgData name="Lakku, Sai Keertana R" userId="S::kb7924tj@go.minnstate.edu::aa713373-d62e-42be-a5fb-296135668942" providerId="AD" clId="Web-{0123EC3D-3BB0-52C3-C8DB-E95146AB2338}" dt="2025-03-28T16:19:55.937" v="123" actId="107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Lakku, Sai Keertana R" userId="S::kb7924tj@go.minnstate.edu::aa713373-d62e-42be-a5fb-296135668942" providerId="AD" clId="Web-{0123EC3D-3BB0-52C3-C8DB-E95146AB2338}" dt="2025-03-28T16:18:41.620" v="119"/>
        <pc:sldMkLst>
          <pc:docMk/>
          <pc:sldMk cId="2540521633" sldId="277"/>
        </pc:sldMkLst>
        <pc:graphicFrameChg chg="mod modGraphic">
          <ac:chgData name="Lakku, Sai Keertana R" userId="S::kb7924tj@go.minnstate.edu::aa713373-d62e-42be-a5fb-296135668942" providerId="AD" clId="Web-{0123EC3D-3BB0-52C3-C8DB-E95146AB2338}" dt="2025-03-28T16:18:41.620" v="119"/>
          <ac:graphicFrameMkLst>
            <pc:docMk/>
            <pc:sldMk cId="2540521633" sldId="277"/>
            <ac:graphicFrameMk id="6" creationId="{E8C4FCBE-AB17-F054-AA9D-2771819AF527}"/>
          </ac:graphicFrameMkLst>
        </pc:graphicFrameChg>
      </pc:sldChg>
    </pc:docChg>
  </pc:docChgLst>
  <pc:docChgLst>
    <pc:chgData name="Hjulberg, Andrew S" userId="55255bf8-79f2-42d3-80cc-139b63d0776c" providerId="ADAL" clId="{BF91F376-D513-407B-90DF-F66CF7546839}"/>
    <pc:docChg chg="custSel addSld modSld sldOrd">
      <pc:chgData name="Hjulberg, Andrew S" userId="55255bf8-79f2-42d3-80cc-139b63d0776c" providerId="ADAL" clId="{BF91F376-D513-407B-90DF-F66CF7546839}" dt="2025-03-21T15:54:34.060" v="141"/>
      <pc:docMkLst>
        <pc:docMk/>
      </pc:docMkLst>
      <pc:sldChg chg="modSp">
        <pc:chgData name="Hjulberg, Andrew S" userId="55255bf8-79f2-42d3-80cc-139b63d0776c" providerId="ADAL" clId="{BF91F376-D513-407B-90DF-F66CF7546839}" dt="2025-03-21T15:54:02.674" v="14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BF91F376-D513-407B-90DF-F66CF7546839}" dt="2025-03-21T15:54:02.674" v="1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">
        <pc:chgData name="Hjulberg, Andrew S" userId="55255bf8-79f2-42d3-80cc-139b63d0776c" providerId="ADAL" clId="{BF91F376-D513-407B-90DF-F66CF7546839}" dt="2025-03-21T15:54:34.060" v="141"/>
        <pc:sldMkLst>
          <pc:docMk/>
          <pc:sldMk cId="1258313468" sldId="269"/>
        </pc:sldMkLst>
        <pc:graphicFrameChg chg="add mod">
          <ac:chgData name="Hjulberg, Andrew S" userId="55255bf8-79f2-42d3-80cc-139b63d0776c" providerId="ADAL" clId="{BF91F376-D513-407B-90DF-F66CF7546839}" dt="2025-03-21T15:54:34.060" v="141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55255bf8-79f2-42d3-80cc-139b63d0776c" providerId="ADAL" clId="{BF91F376-D513-407B-90DF-F66CF7546839}" dt="2025-03-19T15:38:33.278" v="2" actId="21"/>
          <ac:picMkLst>
            <pc:docMk/>
            <pc:sldMk cId="1258313468" sldId="269"/>
            <ac:picMk id="4" creationId="{B404D528-2AD9-F19E-84A4-8479A7EE7449}"/>
          </ac:picMkLst>
        </pc:picChg>
      </pc:sldChg>
      <pc:sldChg chg="modSp add mod ord">
        <pc:chgData name="Hjulberg, Andrew S" userId="55255bf8-79f2-42d3-80cc-139b63d0776c" providerId="ADAL" clId="{BF91F376-D513-407B-90DF-F66CF7546839}" dt="2025-03-19T16:00:46.577" v="138" actId="20577"/>
        <pc:sldMkLst>
          <pc:docMk/>
          <pc:sldMk cId="1993179087" sldId="276"/>
        </pc:sldMkLst>
        <pc:spChg chg="mod">
          <ac:chgData name="Hjulberg, Andrew S" userId="55255bf8-79f2-42d3-80cc-139b63d0776c" providerId="ADAL" clId="{BF91F376-D513-407B-90DF-F66CF7546839}" dt="2025-03-19T15:59:50.656" v="29" actId="20577"/>
          <ac:spMkLst>
            <pc:docMk/>
            <pc:sldMk cId="1993179087" sldId="276"/>
            <ac:spMk id="2" creationId="{49C1FF65-261C-CCF6-A3D2-CEFEC608E079}"/>
          </ac:spMkLst>
        </pc:spChg>
        <pc:spChg chg="mod">
          <ac:chgData name="Hjulberg, Andrew S" userId="55255bf8-79f2-42d3-80cc-139b63d0776c" providerId="ADAL" clId="{BF91F376-D513-407B-90DF-F66CF7546839}" dt="2025-03-19T16:00:46.577" v="138" actId="20577"/>
          <ac:spMkLst>
            <pc:docMk/>
            <pc:sldMk cId="1993179087" sldId="276"/>
            <ac:spMk id="3" creationId="{DB5172F2-3E63-AAF5-65C0-36067AFB5F54}"/>
          </ac:spMkLst>
        </pc:spChg>
      </pc:sldChg>
    </pc:docChg>
  </pc:docChgLst>
  <pc:docChgLst>
    <pc:chgData name="Hjulberg, Andrew S" userId="S::hi6397ef@go.minnstate.edu::55255bf8-79f2-42d3-80cc-139b63d0776c" providerId="AD" clId="Web-{EF1A6D5F-665E-057D-4E7B-7E7BC612AC41}"/>
    <pc:docChg chg="modSld">
      <pc:chgData name="Hjulberg, Andrew S" userId="S::hi6397ef@go.minnstate.edu::55255bf8-79f2-42d3-80cc-139b63d0776c" providerId="AD" clId="Web-{EF1A6D5F-665E-057D-4E7B-7E7BC612AC41}" dt="2025-03-21T16:02:00.433" v="7" actId="20577"/>
      <pc:docMkLst>
        <pc:docMk/>
      </pc:docMkLst>
      <pc:sldChg chg="modSp">
        <pc:chgData name="Hjulberg, Andrew S" userId="S::hi6397ef@go.minnstate.edu::55255bf8-79f2-42d3-80cc-139b63d0776c" providerId="AD" clId="Web-{EF1A6D5F-665E-057D-4E7B-7E7BC612AC41}" dt="2025-03-21T15:52:16.802" v="3" actId="20577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EF1A6D5F-665E-057D-4E7B-7E7BC612AC41}" dt="2025-03-21T15:52:16.802" v="3" actId="20577"/>
          <ac:spMkLst>
            <pc:docMk/>
            <pc:sldMk cId="886379872" sldId="257"/>
            <ac:spMk id="3" creationId="{518BB9FA-DF38-50E2-4D72-3ADA2A08B9C1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5:52:08.068" v="2" actId="20577"/>
        <pc:sldMkLst>
          <pc:docMk/>
          <pc:sldMk cId="1258313468" sldId="269"/>
        </pc:sldMkLst>
        <pc:spChg chg="mod">
          <ac:chgData name="Hjulberg, Andrew S" userId="S::hi6397ef@go.minnstate.edu::55255bf8-79f2-42d3-80cc-139b63d0776c" providerId="AD" clId="Web-{EF1A6D5F-665E-057D-4E7B-7E7BC612AC41}" dt="2025-03-21T15:52:08.068" v="2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1:52.729" v="5" actId="20577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F1A6D5F-665E-057D-4E7B-7E7BC612AC41}" dt="2025-03-21T16:01:52.729" v="5" actId="20577"/>
          <ac:spMkLst>
            <pc:docMk/>
            <pc:sldMk cId="401840768" sldId="275"/>
            <ac:spMk id="3" creationId="{28EC074C-A5CF-98CF-574C-DC35FC12E44B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2:00.433" v="7" actId="20577"/>
        <pc:sldMkLst>
          <pc:docMk/>
          <pc:sldMk cId="1993179087" sldId="276"/>
        </pc:sldMkLst>
        <pc:spChg chg="mod">
          <ac:chgData name="Hjulberg, Andrew S" userId="S::hi6397ef@go.minnstate.edu::55255bf8-79f2-42d3-80cc-139b63d0776c" providerId="AD" clId="Web-{EF1A6D5F-665E-057D-4E7B-7E7BC612AC41}" dt="2025-03-21T16:02:00.433" v="7" actId="20577"/>
          <ac:spMkLst>
            <pc:docMk/>
            <pc:sldMk cId="1993179087" sldId="276"/>
            <ac:spMk id="5" creationId="{B9C43766-19B1-0C6D-882D-062474674ACD}"/>
          </ac:spMkLst>
        </pc:spChg>
      </pc:sldChg>
    </pc:docChg>
  </pc:docChgLst>
  <pc:docChgLst>
    <pc:chgData name="Hjulberg, Andrew S" userId="S::hi6397ef@go.minnstate.edu::55255bf8-79f2-42d3-80cc-139b63d0776c" providerId="AD" clId="Web-{DA280D64-8C6E-6FD6-99FB-9D715F437396}"/>
    <pc:docChg chg="modSld">
      <pc:chgData name="Hjulberg, Andrew S" userId="S::hi6397ef@go.minnstate.edu::55255bf8-79f2-42d3-80cc-139b63d0776c" providerId="AD" clId="Web-{DA280D64-8C6E-6FD6-99FB-9D715F437396}" dt="2025-03-28T16:12:53.305" v="54" actId="20577"/>
      <pc:docMkLst>
        <pc:docMk/>
      </pc:docMkLst>
      <pc:sldChg chg="modSp">
        <pc:chgData name="Hjulberg, Andrew S" userId="S::hi6397ef@go.minnstate.edu::55255bf8-79f2-42d3-80cc-139b63d0776c" providerId="AD" clId="Web-{DA280D64-8C6E-6FD6-99FB-9D715F437396}" dt="2025-03-28T16:12:53.305" v="54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DA280D64-8C6E-6FD6-99FB-9D715F437396}" dt="2025-03-28T16:12:53.305" v="5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Hjulberg, Andrew S" userId="55255bf8-79f2-42d3-80cc-139b63d0776c" providerId="ADAL" clId="{94625910-3C73-4EBF-A180-80385751170D}"/>
    <pc:docChg chg="custSel addSld delSld modSld sldOrd">
      <pc:chgData name="Hjulberg, Andrew S" userId="55255bf8-79f2-42d3-80cc-139b63d0776c" providerId="ADAL" clId="{94625910-3C73-4EBF-A180-80385751170D}" dt="2025-03-28T16:13:26.726" v="61"/>
      <pc:docMkLst>
        <pc:docMk/>
      </pc:docMkLst>
      <pc:sldChg chg="modSp">
        <pc:chgData name="Hjulberg, Andrew S" userId="55255bf8-79f2-42d3-80cc-139b63d0776c" providerId="ADAL" clId="{94625910-3C73-4EBF-A180-80385751170D}" dt="2025-03-28T16:13:26.726" v="61"/>
        <pc:sldMkLst>
          <pc:docMk/>
          <pc:sldMk cId="886379872" sldId="257"/>
        </pc:sldMkLst>
        <pc:graphicFrameChg chg="mod">
          <ac:chgData name="Hjulberg, Andrew S" userId="55255bf8-79f2-42d3-80cc-139b63d0776c" providerId="ADAL" clId="{94625910-3C73-4EBF-A180-80385751170D}" dt="2025-03-28T16:13:26.726" v="61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94625910-3C73-4EBF-A180-80385751170D}" dt="2025-03-28T15:20:34.031" v="55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94625910-3C73-4EBF-A180-80385751170D}" dt="2025-03-28T15:20:34.031" v="5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Sp modSp mod ord">
        <pc:chgData name="Hjulberg, Andrew S" userId="55255bf8-79f2-42d3-80cc-139b63d0776c" providerId="ADAL" clId="{94625910-3C73-4EBF-A180-80385751170D}" dt="2025-03-28T15:23:29.623" v="59"/>
        <pc:sldMkLst>
          <pc:docMk/>
          <pc:sldMk cId="401840768" sldId="275"/>
        </pc:sldMkLst>
        <pc:graphicFrameChg chg="mod">
          <ac:chgData name="Hjulberg, Andrew S" userId="55255bf8-79f2-42d3-80cc-139b63d0776c" providerId="ADAL" clId="{94625910-3C73-4EBF-A180-80385751170D}" dt="2025-03-28T15:22:25.266" v="5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picChg chg="del">
          <ac:chgData name="Hjulberg, Andrew S" userId="55255bf8-79f2-42d3-80cc-139b63d0776c" providerId="ADAL" clId="{94625910-3C73-4EBF-A180-80385751170D}" dt="2025-03-28T15:06:39.012" v="4" actId="478"/>
          <ac:picMkLst>
            <pc:docMk/>
            <pc:sldMk cId="401840768" sldId="275"/>
            <ac:picMk id="188" creationId="{4DAD31B7-A61A-FC1E-1C1C-B6AFF45BFC57}"/>
          </ac:picMkLst>
        </pc:picChg>
        <pc:picChg chg="del">
          <ac:chgData name="Hjulberg, Andrew S" userId="55255bf8-79f2-42d3-80cc-139b63d0776c" providerId="ADAL" clId="{94625910-3C73-4EBF-A180-80385751170D}" dt="2025-03-28T15:05:56.348" v="1" actId="478"/>
          <ac:picMkLst>
            <pc:docMk/>
            <pc:sldMk cId="401840768" sldId="275"/>
            <ac:picMk id="189" creationId="{115EB99F-115F-2690-F36D-72C366D09D1C}"/>
          </ac:picMkLst>
        </pc:picChg>
      </pc:sldChg>
      <pc:sldChg chg="modSp add del mod">
        <pc:chgData name="Hjulberg, Andrew S" userId="55255bf8-79f2-42d3-80cc-139b63d0776c" providerId="ADAL" clId="{94625910-3C73-4EBF-A180-80385751170D}" dt="2025-03-28T15:15:12.870" v="53" actId="47"/>
        <pc:sldMkLst>
          <pc:docMk/>
          <pc:sldMk cId="3845435871" sldId="278"/>
        </pc:sldMkLst>
        <pc:spChg chg="mod">
          <ac:chgData name="Hjulberg, Andrew S" userId="55255bf8-79f2-42d3-80cc-139b63d0776c" providerId="ADAL" clId="{94625910-3C73-4EBF-A180-80385751170D}" dt="2025-03-28T15:12:25.165" v="51" actId="20577"/>
          <ac:spMkLst>
            <pc:docMk/>
            <pc:sldMk cId="3845435871" sldId="278"/>
            <ac:spMk id="2" creationId="{742A56FD-AC6D-43BC-D52D-5A2328DB2B70}"/>
          </ac:spMkLst>
        </pc:spChg>
        <pc:spChg chg="mod">
          <ac:chgData name="Hjulberg, Andrew S" userId="55255bf8-79f2-42d3-80cc-139b63d0776c" providerId="ADAL" clId="{94625910-3C73-4EBF-A180-80385751170D}" dt="2025-03-28T15:12:28.954" v="52" actId="20577"/>
          <ac:spMkLst>
            <pc:docMk/>
            <pc:sldMk cId="3845435871" sldId="278"/>
            <ac:spMk id="3" creationId="{0ED42546-4A98-2A16-A147-B18D58A05FE6}"/>
          </ac:spMkLst>
        </pc:spChg>
      </pc:sldChg>
    </pc:docChg>
  </pc:docChgLst>
  <pc:docChgLst>
    <pc:chgData name="Wilkins, Graham C" userId="S::bh5884is@go.minnstate.edu::d858373d-d4a5-4d5a-af0d-fcf67a33b3d5" providerId="AD" clId="Web-{5E07993F-3858-6469-259A-C7CBA52D1D2D}"/>
    <pc:docChg chg="modSld">
      <pc:chgData name="Wilkins, Graham C" userId="S::bh5884is@go.minnstate.edu::d858373d-d4a5-4d5a-af0d-fcf67a33b3d5" providerId="AD" clId="Web-{5E07993F-3858-6469-259A-C7CBA52D1D2D}" dt="2025-04-04T16:32:00.128" v="305"/>
      <pc:docMkLst>
        <pc:docMk/>
      </pc:docMkLst>
      <pc:sldChg chg="modSp">
        <pc:chgData name="Wilkins, Graham C" userId="S::bh5884is@go.minnstate.edu::d858373d-d4a5-4d5a-af0d-fcf67a33b3d5" providerId="AD" clId="Web-{5E07993F-3858-6469-259A-C7CBA52D1D2D}" dt="2025-04-04T15:46:31.822" v="3" actId="20577"/>
        <pc:sldMkLst>
          <pc:docMk/>
          <pc:sldMk cId="109857222" sldId="256"/>
        </pc:sldMkLst>
        <pc:spChg chg="mod">
          <ac:chgData name="Wilkins, Graham C" userId="S::bh5884is@go.minnstate.edu::d858373d-d4a5-4d5a-af0d-fcf67a33b3d5" providerId="AD" clId="Web-{5E07993F-3858-6469-259A-C7CBA52D1D2D}" dt="2025-04-04T15:46:31.822" v="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">
        <pc:chgData name="Wilkins, Graham C" userId="S::bh5884is@go.minnstate.edu::d858373d-d4a5-4d5a-af0d-fcf67a33b3d5" providerId="AD" clId="Web-{5E07993F-3858-6469-259A-C7CBA52D1D2D}" dt="2025-04-04T16:18:08.953" v="108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5E07993F-3858-6469-259A-C7CBA52D1D2D}" dt="2025-04-04T16:01:54.403" v="98" actId="20577"/>
          <ac:spMkLst>
            <pc:docMk/>
            <pc:sldMk cId="2540521633" sldId="277"/>
            <ac:spMk id="2" creationId="{84AF7AB2-53C1-7E36-F779-5C0AAEE69C2C}"/>
          </ac:spMkLst>
        </pc:spChg>
        <pc:graphicFrameChg chg="mod modGraphic">
          <ac:chgData name="Wilkins, Graham C" userId="S::bh5884is@go.minnstate.edu::d858373d-d4a5-4d5a-af0d-fcf67a33b3d5" providerId="AD" clId="Web-{5E07993F-3858-6469-259A-C7CBA52D1D2D}" dt="2025-04-04T16:18:08.953" v="108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add mod">
          <ac:chgData name="Wilkins, Graham C" userId="S::bh5884is@go.minnstate.edu::d858373d-d4a5-4d5a-af0d-fcf67a33b3d5" providerId="AD" clId="Web-{5E07993F-3858-6469-259A-C7CBA52D1D2D}" dt="2025-04-04T15:48:29.509" v="39" actId="1076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addSp delSp modSp">
        <pc:chgData name="Wilkins, Graham C" userId="S::bh5884is@go.minnstate.edu::d858373d-d4a5-4d5a-af0d-fcf67a33b3d5" providerId="AD" clId="Web-{5E07993F-3858-6469-259A-C7CBA52D1D2D}" dt="2025-04-04T16:32:00.128" v="305"/>
        <pc:sldMkLst>
          <pc:docMk/>
          <pc:sldMk cId="3527744105" sldId="278"/>
        </pc:sldMkLst>
        <pc:spChg chg="del">
          <ac:chgData name="Wilkins, Graham C" userId="S::bh5884is@go.minnstate.edu::d858373d-d4a5-4d5a-af0d-fcf67a33b3d5" providerId="AD" clId="Web-{5E07993F-3858-6469-259A-C7CBA52D1D2D}" dt="2025-04-04T16:28:53.018" v="219"/>
          <ac:spMkLst>
            <pc:docMk/>
            <pc:sldMk cId="3527744105" sldId="278"/>
            <ac:spMk id="6" creationId="{0BCDEF71-B9B1-67A2-90AB-C0A2C812AA7E}"/>
          </ac:spMkLst>
        </pc:spChg>
        <pc:graphicFrameChg chg="add del mod modGraphic">
          <ac:chgData name="Wilkins, Graham C" userId="S::bh5884is@go.minnstate.edu::d858373d-d4a5-4d5a-af0d-fcf67a33b3d5" providerId="AD" clId="Web-{5E07993F-3858-6469-259A-C7CBA52D1D2D}" dt="2025-04-04T16:32:00.128" v="305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0E524FDB-1631-32BE-231A-71246D941B2B}"/>
    <pc:docChg chg="addSld modSld">
      <pc:chgData name="Wilkins, Graham C" userId="S::bh5884is@go.minnstate.edu::d858373d-d4a5-4d5a-af0d-fcf67a33b3d5" providerId="AD" clId="Web-{0E524FDB-1631-32BE-231A-71246D941B2B}" dt="2025-03-28T16:04:10.804" v="667" actId="20577"/>
      <pc:docMkLst>
        <pc:docMk/>
      </pc:docMkLst>
      <pc:sldChg chg="addSp delSp modSp">
        <pc:chgData name="Wilkins, Graham C" userId="S::bh5884is@go.minnstate.edu::d858373d-d4a5-4d5a-af0d-fcf67a33b3d5" providerId="AD" clId="Web-{0E524FDB-1631-32BE-231A-71246D941B2B}" dt="2025-03-28T15:18:07.513" v="660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0E524FDB-1631-32BE-231A-71246D941B2B}" dt="2025-03-28T15:15:59.923" v="573" actId="20577"/>
          <ac:spMkLst>
            <pc:docMk/>
            <pc:sldMk cId="1656249528" sldId="273"/>
            <ac:spMk id="2" creationId="{7ADE7BEE-0CC5-93A6-E221-8066FAB3E767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5:14:56.577" v="524"/>
          <ac:spMkLst>
            <pc:docMk/>
            <pc:sldMk cId="1656249528" sldId="273"/>
            <ac:spMk id="6" creationId="{C4A66DC6-B15D-F636-3521-C5D6A8D7990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1.874" v="526"/>
          <ac:spMkLst>
            <pc:docMk/>
            <pc:sldMk cId="1656249528" sldId="273"/>
            <ac:spMk id="7" creationId="{973AC01A-E060-C2E6-B90A-82CE9209933A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8.640" v="528"/>
          <ac:spMkLst>
            <pc:docMk/>
            <pc:sldMk cId="1656249528" sldId="273"/>
            <ac:spMk id="8" creationId="{55195721-C89A-E70A-9A2B-C439EFC12D9B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14:38.701" v="521"/>
          <ac:spMkLst>
            <pc:docMk/>
            <pc:sldMk cId="1656249528" sldId="273"/>
            <ac:spMk id="10" creationId="{D0080BD7-D8BB-B9E7-39AA-F7C33D7AEDBC}"/>
          </ac:spMkLst>
        </pc:spChg>
        <pc:spChg chg="add mod">
          <ac:chgData name="Wilkins, Graham C" userId="S::bh5884is@go.minnstate.edu::d858373d-d4a5-4d5a-af0d-fcf67a33b3d5" providerId="AD" clId="Web-{0E524FDB-1631-32BE-231A-71246D941B2B}" dt="2025-03-28T15:18:07.513" v="660" actId="20577"/>
          <ac:spMkLst>
            <pc:docMk/>
            <pc:sldMk cId="1656249528" sldId="273"/>
            <ac:spMk id="11" creationId="{FFA504A8-8380-1007-4C4B-6E97878B734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31.719" v="531"/>
          <ac:spMkLst>
            <pc:docMk/>
            <pc:sldMk cId="1656249528" sldId="273"/>
            <ac:spMk id="13" creationId="{A864CFA4-5F27-C7EB-84E9-1F4F70C44FB0}"/>
          </ac:spMkLst>
        </pc:spChg>
        <pc:graphicFrameChg chg="add del mod modGraphic">
          <ac:chgData name="Wilkins, Graham C" userId="S::bh5884is@go.minnstate.edu::d858373d-d4a5-4d5a-af0d-fcf67a33b3d5" providerId="AD" clId="Web-{0E524FDB-1631-32BE-231A-71246D941B2B}" dt="2025-03-28T15:14:36.748" v="520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picChg chg="mod">
          <ac:chgData name="Wilkins, Graham C" userId="S::bh5884is@go.minnstate.edu::d858373d-d4a5-4d5a-af0d-fcf67a33b3d5" providerId="AD" clId="Web-{0E524FDB-1631-32BE-231A-71246D941B2B}" dt="2025-03-28T15:14:48.217" v="523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addSp modSp mod setBg setClrOvrMap">
        <pc:chgData name="Wilkins, Graham C" userId="S::bh5884is@go.minnstate.edu::d858373d-d4a5-4d5a-af0d-fcf67a33b3d5" providerId="AD" clId="Web-{0E524FDB-1631-32BE-231A-71246D941B2B}" dt="2025-03-28T16:04:10.804" v="667" actId="20577"/>
        <pc:sldMkLst>
          <pc:docMk/>
          <pc:sldMk cId="893194236" sldId="274"/>
        </pc:sldMkLst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2" creationId="{FBE08AF8-5DFC-680F-363D-9939D6AB4E40}"/>
          </ac:spMkLst>
        </pc:spChg>
        <pc:spChg chg="mod ord">
          <ac:chgData name="Wilkins, Graham C" userId="S::bh5884is@go.minnstate.edu::d858373d-d4a5-4d5a-af0d-fcf67a33b3d5" providerId="AD" clId="Web-{0E524FDB-1631-32BE-231A-71246D941B2B}" dt="2025-03-28T16:04:10.804" v="667" actId="20577"/>
          <ac:spMkLst>
            <pc:docMk/>
            <pc:sldMk cId="893194236" sldId="274"/>
            <ac:spMk id="3" creationId="{C5BA3A65-7E07-E196-7479-E250D272D1AE}"/>
          </ac:spMkLst>
        </pc:spChg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4" creationId="{F65BD1C5-36B9-9982-9197-74BE064EC57C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1" creationId="{EE4E366E-272A-409E-840F-9A6A64A9E3FF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3" creationId="{A721560C-E4AB-4287-A29C-3F6916794CB9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5" creationId="{DF6CFF07-D953-4F9C-9A0E-E0A6AACB6158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7" creationId="{DAA4FEEE-0B5F-41BF-825D-60F9FB089568}"/>
          </ac:spMkLst>
        </pc:spChg>
        <pc:picChg chg="add">
          <ac:chgData name="Wilkins, Graham C" userId="S::bh5884is@go.minnstate.edu::d858373d-d4a5-4d5a-af0d-fcf67a33b3d5" providerId="AD" clId="Web-{0E524FDB-1631-32BE-231A-71246D941B2B}" dt="2025-03-28T16:03:57.959" v="66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Wilkins, Graham C" userId="S::bh5884is@go.minnstate.edu::d858373d-d4a5-4d5a-af0d-fcf67a33b3d5" providerId="AD" clId="Web-{0E524FDB-1631-32BE-231A-71246D941B2B}" dt="2025-03-28T15:19:30.408" v="665"/>
        <pc:sldMkLst>
          <pc:docMk/>
          <pc:sldMk cId="2139809473" sldId="276"/>
        </pc:sldMkLst>
        <pc:graphicFrameChg chg="modGraphic">
          <ac:chgData name="Wilkins, Graham C" userId="S::bh5884is@go.minnstate.edu::d858373d-d4a5-4d5a-af0d-fcf67a33b3d5" providerId="AD" clId="Web-{0E524FDB-1631-32BE-231A-71246D941B2B}" dt="2025-03-28T15:19:30.408" v="665"/>
          <ac:graphicFrameMkLst>
            <pc:docMk/>
            <pc:sldMk cId="2139809473" sldId="276"/>
            <ac:graphicFrameMk id="184" creationId="{F2AF92F0-6286-E001-E1D2-78A757B709AB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0E524FDB-1631-32BE-231A-71246D941B2B}" dt="2025-03-28T15:18:25.561" v="662" actId="20577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0E524FDB-1631-32BE-231A-71246D941B2B}" dt="2025-03-28T15:18:25.561" v="662" actId="20577"/>
          <ac:spMkLst>
            <pc:docMk/>
            <pc:sldMk cId="2540521633" sldId="277"/>
            <ac:spMk id="2" creationId="{84AF7AB2-53C1-7E36-F779-5C0AAEE69C2C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04:22.520" v="6"/>
          <ac:spMkLst>
            <pc:docMk/>
            <pc:sldMk cId="2540521633" sldId="277"/>
            <ac:spMk id="10" creationId="{0677A57E-00B3-2D99-69E0-BF0C40347388}"/>
          </ac:spMkLst>
        </pc:spChg>
        <pc:graphicFrameChg chg="del">
          <ac:chgData name="Wilkins, Graham C" userId="S::bh5884is@go.minnstate.edu::d858373d-d4a5-4d5a-af0d-fcf67a33b3d5" providerId="AD" clId="Web-{0E524FDB-1631-32BE-231A-71246D941B2B}" dt="2025-03-28T15:04:25.239" v="7"/>
          <ac:graphicFrameMkLst>
            <pc:docMk/>
            <pc:sldMk cId="2540521633" sldId="277"/>
            <ac:graphicFrameMk id="5" creationId="{3A7AE807-A30B-ADEB-873F-820764A9B108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13:40.340" v="519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08:59.140" v="279" actId="1076"/>
          <ac:graphicFrameMkLst>
            <pc:docMk/>
            <pc:sldMk cId="2540521633" sldId="277"/>
            <ac:graphicFrameMk id="8" creationId="{05AFF212-916D-E3C5-F44B-025236DD3228}"/>
          </ac:graphicFrameMkLst>
        </pc:graphicFrameChg>
        <pc:picChg chg="del">
          <ac:chgData name="Wilkins, Graham C" userId="S::bh5884is@go.minnstate.edu::d858373d-d4a5-4d5a-af0d-fcf67a33b3d5" providerId="AD" clId="Web-{0E524FDB-1631-32BE-231A-71246D941B2B}" dt="2025-03-28T15:04:21.457" v="5"/>
          <ac:picMkLst>
            <pc:docMk/>
            <pc:sldMk cId="2540521633" sldId="277"/>
            <ac:picMk id="4" creationId="{BC2E42DD-5857-AB7B-3F6E-F1F138E59663}"/>
          </ac:picMkLst>
        </pc:picChg>
      </pc:sldChg>
    </pc:docChg>
  </pc:docChgLst>
  <pc:docChgLst>
    <pc:chgData name="Hjulberg, Andrew S" userId="55255bf8-79f2-42d3-80cc-139b63d0776c" providerId="ADAL" clId="{1989038E-5C00-4FFC-9F77-DABED97894AF}"/>
    <pc:docChg chg="custSel addSld delSld modSld sldOrd">
      <pc:chgData name="Hjulberg, Andrew S" userId="55255bf8-79f2-42d3-80cc-139b63d0776c" providerId="ADAL" clId="{1989038E-5C00-4FFC-9F77-DABED97894AF}" dt="2025-04-04T16:27:13.453" v="493" actId="20577"/>
      <pc:docMkLst>
        <pc:docMk/>
      </pc:docMkLst>
      <pc:sldChg chg="modSp">
        <pc:chgData name="Hjulberg, Andrew S" userId="55255bf8-79f2-42d3-80cc-139b63d0776c" providerId="ADAL" clId="{1989038E-5C00-4FFC-9F77-DABED97894AF}" dt="2025-04-04T15:30:04.289" v="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1989038E-5C00-4FFC-9F77-DABED97894AF}" dt="2025-04-04T15:30:04.289" v="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mod">
        <pc:chgData name="Hjulberg, Andrew S" userId="55255bf8-79f2-42d3-80cc-139b63d0776c" providerId="ADAL" clId="{1989038E-5C00-4FFC-9F77-DABED97894AF}" dt="2025-04-04T15:48:23.476" v="466" actId="255"/>
        <pc:sldMkLst>
          <pc:docMk/>
          <pc:sldMk cId="2639385583" sldId="260"/>
        </pc:sldMkLst>
        <pc:spChg chg="mod">
          <ac:chgData name="Hjulberg, Andrew S" userId="55255bf8-79f2-42d3-80cc-139b63d0776c" providerId="ADAL" clId="{1989038E-5C00-4FFC-9F77-DABED97894AF}" dt="2025-04-04T15:48:23.476" v="466" actId="255"/>
          <ac:spMkLst>
            <pc:docMk/>
            <pc:sldMk cId="2639385583" sldId="260"/>
            <ac:spMk id="2" creationId="{F2ECA33D-9372-9927-F8E7-2A49143B39C6}"/>
          </ac:spMkLst>
        </pc:spChg>
      </pc:sldChg>
      <pc:sldChg chg="modSp">
        <pc:chgData name="Hjulberg, Andrew S" userId="55255bf8-79f2-42d3-80cc-139b63d0776c" providerId="ADAL" clId="{1989038E-5C00-4FFC-9F77-DABED97894AF}" dt="2025-04-04T15:42:35.908" v="464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1989038E-5C00-4FFC-9F77-DABED97894AF}" dt="2025-04-04T15:42:35.908" v="464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1989038E-5C00-4FFC-9F77-DABED97894AF}" dt="2025-04-04T15:36:10.958" v="302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1989038E-5C00-4FFC-9F77-DABED97894AF}" dt="2025-04-04T15:36:10.958" v="302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">
          <ac:chgData name="Hjulberg, Andrew S" userId="55255bf8-79f2-42d3-80cc-139b63d0776c" providerId="ADAL" clId="{1989038E-5C00-4FFC-9F77-DABED97894AF}" dt="2025-04-04T15:30:54.766" v="50" actId="1035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add mod">
          <ac:chgData name="Hjulberg, Andrew S" userId="55255bf8-79f2-42d3-80cc-139b63d0776c" providerId="ADAL" clId="{1989038E-5C00-4FFC-9F77-DABED97894AF}" dt="2025-04-04T15:31:14.749" v="52" actId="1076"/>
          <ac:graphicFrameMkLst>
            <pc:docMk/>
            <pc:sldMk cId="1656249528" sldId="273"/>
            <ac:graphicFrameMk id="8" creationId="{48A7AAB1-EBD5-E686-3497-D8ACE2787863}"/>
          </ac:graphicFrameMkLst>
        </pc:graphicFrameChg>
        <pc:picChg chg="del">
          <ac:chgData name="Hjulberg, Andrew S" userId="55255bf8-79f2-42d3-80cc-139b63d0776c" providerId="ADAL" clId="{1989038E-5C00-4FFC-9F77-DABED97894AF}" dt="2025-04-04T15:30:23.194" v="1" actId="21"/>
          <ac:picMkLst>
            <pc:docMk/>
            <pc:sldMk cId="1656249528" sldId="273"/>
            <ac:picMk id="4" creationId="{9D97BADF-57F1-970E-0764-ACAA77644D31}"/>
          </ac:picMkLst>
        </pc:picChg>
        <pc:picChg chg="add del mod">
          <ac:chgData name="Hjulberg, Andrew S" userId="55255bf8-79f2-42d3-80cc-139b63d0776c" providerId="ADAL" clId="{1989038E-5C00-4FFC-9F77-DABED97894AF}" dt="2025-04-04T15:30:35.621" v="3" actId="478"/>
          <ac:picMkLst>
            <pc:docMk/>
            <pc:sldMk cId="1656249528" sldId="273"/>
            <ac:picMk id="5" creationId="{3E90E8B8-C819-BC5F-38D9-D3804C22EE88}"/>
          </ac:picMkLst>
        </pc:picChg>
      </pc:sldChg>
      <pc:sldChg chg="del">
        <pc:chgData name="Hjulberg, Andrew S" userId="55255bf8-79f2-42d3-80cc-139b63d0776c" providerId="ADAL" clId="{1989038E-5C00-4FFC-9F77-DABED97894AF}" dt="2025-04-04T15:31:44.716" v="76" actId="47"/>
        <pc:sldMkLst>
          <pc:docMk/>
          <pc:sldMk cId="893194236" sldId="274"/>
        </pc:sldMkLst>
      </pc:sldChg>
      <pc:sldChg chg="ord">
        <pc:chgData name="Hjulberg, Andrew S" userId="55255bf8-79f2-42d3-80cc-139b63d0776c" providerId="ADAL" clId="{1989038E-5C00-4FFC-9F77-DABED97894AF}" dt="2025-04-04T15:37:06.872" v="304"/>
        <pc:sldMkLst>
          <pc:docMk/>
          <pc:sldMk cId="401840768" sldId="275"/>
        </pc:sldMkLst>
      </pc:sldChg>
      <pc:sldChg chg="delSp modSp mod">
        <pc:chgData name="Hjulberg, Andrew S" userId="55255bf8-79f2-42d3-80cc-139b63d0776c" providerId="ADAL" clId="{1989038E-5C00-4FFC-9F77-DABED97894AF}" dt="2025-04-04T16:00:45.617" v="482" actId="20577"/>
        <pc:sldMkLst>
          <pc:docMk/>
          <pc:sldMk cId="2540521633" sldId="277"/>
        </pc:sldMkLst>
        <pc:graphicFrameChg chg="modGraphic">
          <ac:chgData name="Hjulberg, Andrew S" userId="55255bf8-79f2-42d3-80cc-139b63d0776c" providerId="ADAL" clId="{1989038E-5C00-4FFC-9F77-DABED97894AF}" dt="2025-04-04T16:00:45.617" v="482" actId="20577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2.488" v="77" actId="478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4.316" v="78" actId="478"/>
          <ac:graphicFrameMkLst>
            <pc:docMk/>
            <pc:sldMk cId="2540521633" sldId="277"/>
            <ac:graphicFrameMk id="8" creationId="{05AFF212-916D-E3C5-F44B-025236DD3228}"/>
          </ac:graphicFrameMkLst>
        </pc:graphicFrameChg>
      </pc:sldChg>
      <pc:sldChg chg="modSp add mod ord">
        <pc:chgData name="Hjulberg, Andrew S" userId="55255bf8-79f2-42d3-80cc-139b63d0776c" providerId="ADAL" clId="{1989038E-5C00-4FFC-9F77-DABED97894AF}" dt="2025-04-04T16:27:13.453" v="493" actId="20577"/>
        <pc:sldMkLst>
          <pc:docMk/>
          <pc:sldMk cId="3527744105" sldId="278"/>
        </pc:sldMkLst>
        <pc:spChg chg="mod">
          <ac:chgData name="Hjulberg, Andrew S" userId="55255bf8-79f2-42d3-80cc-139b63d0776c" providerId="ADAL" clId="{1989038E-5C00-4FFC-9F77-DABED97894AF}" dt="2025-04-04T16:02:27.776" v="492" actId="20577"/>
          <ac:spMkLst>
            <pc:docMk/>
            <pc:sldMk cId="3527744105" sldId="278"/>
            <ac:spMk id="2" creationId="{F7BB94F9-5458-6F7A-BC6A-DEE7EA0BE84A}"/>
          </ac:spMkLst>
        </pc:spChg>
        <pc:spChg chg="mod">
          <ac:chgData name="Hjulberg, Andrew S" userId="55255bf8-79f2-42d3-80cc-139b63d0776c" providerId="ADAL" clId="{1989038E-5C00-4FFC-9F77-DABED97894AF}" dt="2025-04-04T16:27:13.453" v="493" actId="20577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name="Hjulberg, Andrew S" userId="S::hi6397ef@go.minnstate.edu::55255bf8-79f2-42d3-80cc-139b63d0776c" providerId="AD" clId="Web-{CA170FDB-E2D6-5117-7551-84E91AB3FA72}"/>
    <pc:docChg chg="modSld">
      <pc:chgData name="Hjulberg, Andrew S" userId="S::hi6397ef@go.minnstate.edu::55255bf8-79f2-42d3-80cc-139b63d0776c" providerId="AD" clId="Web-{CA170FDB-E2D6-5117-7551-84E91AB3FA72}" dt="2025-04-04T15:29:09.504" v="32" actId="20577"/>
      <pc:docMkLst>
        <pc:docMk/>
      </pc:docMkLst>
      <pc:sldChg chg="modSp">
        <pc:chgData name="Hjulberg, Andrew S" userId="S::hi6397ef@go.minnstate.edu::55255bf8-79f2-42d3-80cc-139b63d0776c" providerId="AD" clId="Web-{CA170FDB-E2D6-5117-7551-84E91AB3FA72}" dt="2025-04-04T15:29:09.504" v="32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170FDB-E2D6-5117-7551-84E91AB3FA72}" dt="2025-04-04T15:29:09.504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Hjulberg, Andrew S" userId="S::hi6397ef@go.minnstate.edu::55255bf8-79f2-42d3-80cc-139b63d0776c" providerId="AD" clId="Web-{5AA759CE-D215-3DBF-664F-1109CD46F206}"/>
    <pc:docChg chg="modSld">
      <pc:chgData name="Hjulberg, Andrew S" userId="S::hi6397ef@go.minnstate.edu::55255bf8-79f2-42d3-80cc-139b63d0776c" providerId="AD" clId="Web-{5AA759CE-D215-3DBF-664F-1109CD46F206}" dt="2025-03-19T18:56:10.115" v="348" actId="20577"/>
      <pc:docMkLst>
        <pc:docMk/>
      </pc:docMkLst>
      <pc:sldChg chg="modSp">
        <pc:chgData name="Hjulberg, Andrew S" userId="S::hi6397ef@go.minnstate.edu::55255bf8-79f2-42d3-80cc-139b63d0776c" providerId="AD" clId="Web-{5AA759CE-D215-3DBF-664F-1109CD46F206}" dt="2025-03-19T15:13:45.181" v="9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5AA759CE-D215-3DBF-664F-1109CD46F206}" dt="2025-03-19T15:13:45.181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49:09.258" v="340" actId="14100"/>
        <pc:sldMkLst>
          <pc:docMk/>
          <pc:sldMk cId="886379872" sldId="257"/>
        </pc:sldMkLst>
        <pc:graphicFrameChg chg="mod modGraphic">
          <ac:chgData name="Hjulberg, Andrew S" userId="S::hi6397ef@go.minnstate.edu::55255bf8-79f2-42d3-80cc-139b63d0776c" providerId="AD" clId="Web-{5AA759CE-D215-3DBF-664F-1109CD46F206}" dt="2025-03-19T15:49:09.258" v="340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5AA759CE-D215-3DBF-664F-1109CD46F206}" dt="2025-03-19T15:23:42.105" v="33" actId="20577"/>
        <pc:sldMkLst>
          <pc:docMk/>
          <pc:sldMk cId="1987320157" sldId="267"/>
        </pc:sldMkLst>
        <pc:spChg chg="mod">
          <ac:chgData name="Hjulberg, Andrew S" userId="S::hi6397ef@go.minnstate.edu::55255bf8-79f2-42d3-80cc-139b63d0776c" providerId="AD" clId="Web-{5AA759CE-D215-3DBF-664F-1109CD46F206}" dt="2025-03-19T15:23:42.105" v="33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addSp delSp modSp">
        <pc:chgData name="Hjulberg, Andrew S" userId="S::hi6397ef@go.minnstate.edu::55255bf8-79f2-42d3-80cc-139b63d0776c" providerId="AD" clId="Web-{5AA759CE-D215-3DBF-664F-1109CD46F206}" dt="2025-03-19T15:29:25.913" v="339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5AA759CE-D215-3DBF-664F-1109CD46F206}" dt="2025-03-19T15:27:33.409" v="337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S::hi6397ef@go.minnstate.edu::55255bf8-79f2-42d3-80cc-139b63d0776c" providerId="AD" clId="Web-{5AA759CE-D215-3DBF-664F-1109CD46F206}" dt="2025-03-19T15:29:25.913" v="339"/>
          <ac:picMkLst>
            <pc:docMk/>
            <pc:sldMk cId="1258313468" sldId="269"/>
            <ac:picMk id="1639" creationId="{D8992D32-5282-EF45-CBEA-25E38DC22578}"/>
          </ac:picMkLst>
        </pc:picChg>
      </pc:sldChg>
      <pc:sldChg chg="modSp">
        <pc:chgData name="Hjulberg, Andrew S" userId="S::hi6397ef@go.minnstate.edu::55255bf8-79f2-42d3-80cc-139b63d0776c" providerId="AD" clId="Web-{5AA759CE-D215-3DBF-664F-1109CD46F206}" dt="2025-03-19T18:56:10.115" v="34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5AA759CE-D215-3DBF-664F-1109CD46F206}" dt="2025-03-19T18:56:10.115" v="34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23:50.668" v="39" actId="20577"/>
        <pc:sldMkLst>
          <pc:docMk/>
          <pc:sldMk cId="3273053664" sldId="277"/>
        </pc:sldMkLst>
        <pc:spChg chg="mod">
          <ac:chgData name="Hjulberg, Andrew S" userId="S::hi6397ef@go.minnstate.edu::55255bf8-79f2-42d3-80cc-139b63d0776c" providerId="AD" clId="Web-{5AA759CE-D215-3DBF-664F-1109CD46F206}" dt="2025-03-19T15:23:50.668" v="39" actId="20577"/>
          <ac:spMkLst>
            <pc:docMk/>
            <pc:sldMk cId="3273053664" sldId="277"/>
            <ac:spMk id="2" creationId="{2F10C5DD-05A8-2437-33E3-AED0D9720D31}"/>
          </ac:spMkLst>
        </pc:spChg>
      </pc:sldChg>
    </pc:docChg>
  </pc:docChgLst>
  <pc:docChgLst>
    <pc:chgData name="Lakku, Sai Keertana R" userId="S::kb7924tj@go.minnstate.edu::aa713373-d62e-42be-a5fb-296135668942" providerId="AD" clId="Web-{16D0C6C2-4CD6-F137-D7E2-ADF60FF368C4}"/>
    <pc:docChg chg="modSld">
      <pc:chgData name="Lakku, Sai Keertana R" userId="S::kb7924tj@go.minnstate.edu::aa713373-d62e-42be-a5fb-296135668942" providerId="AD" clId="Web-{16D0C6C2-4CD6-F137-D7E2-ADF60FF368C4}" dt="2025-03-19T15:59:28.084" v="0"/>
      <pc:docMkLst>
        <pc:docMk/>
      </pc:docMkLst>
      <pc:sldChg chg="delSp">
        <pc:chgData name="Lakku, Sai Keertana R" userId="S::kb7924tj@go.minnstate.edu::aa713373-d62e-42be-a5fb-296135668942" providerId="AD" clId="Web-{16D0C6C2-4CD6-F137-D7E2-ADF60FF368C4}" dt="2025-03-19T15:59:28.084" v="0"/>
        <pc:sldMkLst>
          <pc:docMk/>
          <pc:sldMk cId="1656249528" sldId="273"/>
        </pc:sldMkLst>
        <pc:picChg chg="del">
          <ac:chgData name="Lakku, Sai Keertana R" userId="S::kb7924tj@go.minnstate.edu::aa713373-d62e-42be-a5fb-296135668942" providerId="AD" clId="Web-{16D0C6C2-4CD6-F137-D7E2-ADF60FF368C4}" dt="2025-03-19T15:59:28.084" v="0"/>
          <ac:picMkLst>
            <pc:docMk/>
            <pc:sldMk cId="1656249528" sldId="273"/>
            <ac:picMk id="4" creationId="{3CE9554B-8A7F-5658-1146-1B2D8E79C2F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Updated table</a:t>
          </a:r>
        </a:p>
      </dgm:t>
    </dgm:pt>
    <dgm:pt modelId="{C04FB20D-AA03-4BDF-ADDC-105154080B03}" type="parTrans" cxnId="{2FB5DF13-142B-46AD-BE08-5EB7E8AF6290}">
      <dgm:prSet/>
      <dgm:spPr/>
      <dgm:t>
        <a:bodyPr/>
        <a:lstStyle/>
        <a:p>
          <a:endParaRPr lang="en-US"/>
        </a:p>
      </dgm:t>
    </dgm:pt>
    <dgm:pt modelId="{C398F7E2-D652-4DEE-9E6E-C33DDD66E17E}" type="sibTrans" cxnId="{2FB5DF13-142B-46AD-BE08-5EB7E8AF6290}">
      <dgm:prSet/>
      <dgm:spPr/>
      <dgm:t>
        <a:bodyPr/>
        <a:lstStyle/>
        <a:p>
          <a:endParaRPr lang="en-US"/>
        </a:p>
      </dgm:t>
    </dgm:pt>
    <dgm:pt modelId="{E99B0EF7-498A-4D3C-A749-30C2B6B3BA5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New prediction approach</a:t>
          </a:r>
        </a:p>
      </dgm:t>
    </dgm:pt>
    <dgm:pt modelId="{13C43920-A01E-40F9-A219-D5EEFA7F7CBA}" type="parTrans" cxnId="{BC731550-2DC2-44E5-8DC3-917A4640A588}">
      <dgm:prSet/>
      <dgm:spPr/>
      <dgm:t>
        <a:bodyPr/>
        <a:lstStyle/>
        <a:p>
          <a:endParaRPr lang="en-US"/>
        </a:p>
      </dgm:t>
    </dgm:pt>
    <dgm:pt modelId="{642B4EAE-1932-4A54-A9A7-E5BCCFC846CC}" type="sibTrans" cxnId="{BC731550-2DC2-44E5-8DC3-917A4640A588}">
      <dgm:prSet/>
      <dgm:spPr/>
      <dgm:t>
        <a:bodyPr/>
        <a:lstStyle/>
        <a:p>
          <a:endParaRPr lang="en-US"/>
        </a:p>
      </dgm:t>
    </dgm:pt>
    <dgm:pt modelId="{0C26176D-C492-4312-A1C5-E522BE18009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Feedback on table</a:t>
          </a:r>
        </a:p>
      </dgm:t>
    </dgm:pt>
    <dgm:pt modelId="{19F0475F-3B14-4085-9828-3740E0F59927}" type="parTrans" cxnId="{F970920C-B929-49C2-8437-BAC57DDDA9BF}">
      <dgm:prSet/>
      <dgm:spPr/>
      <dgm:t>
        <a:bodyPr/>
        <a:lstStyle/>
        <a:p>
          <a:endParaRPr lang="en-US"/>
        </a:p>
      </dgm:t>
    </dgm:pt>
    <dgm:pt modelId="{00D4B23E-957B-4B85-BCF7-FC59FE567F3C}" type="sibTrans" cxnId="{F970920C-B929-49C2-8437-BAC57DDDA9BF}">
      <dgm:prSet/>
      <dgm:spPr/>
      <dgm:t>
        <a:bodyPr/>
        <a:lstStyle/>
        <a:p>
          <a:endParaRPr lang="en-US"/>
        </a:p>
      </dgm:t>
    </dgm:pt>
    <dgm:pt modelId="{B99C0083-CB87-4C9A-9ABB-99E93BA4359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Markov chain results</a:t>
          </a:r>
        </a:p>
      </dgm:t>
    </dgm:pt>
    <dgm:pt modelId="{74B90621-BD25-4671-BDD2-8504B8BE9407}" type="parTrans" cxnId="{764BF1A6-D1E7-45CD-9185-DDEF7771DAF1}">
      <dgm:prSet/>
      <dgm:spPr/>
      <dgm:t>
        <a:bodyPr/>
        <a:lstStyle/>
        <a:p>
          <a:endParaRPr lang="en-US"/>
        </a:p>
      </dgm:t>
    </dgm:pt>
    <dgm:pt modelId="{EF2E6A38-725B-44CC-99FE-A4AA58674E0E}" type="sibTrans" cxnId="{764BF1A6-D1E7-45CD-9185-DDEF7771DAF1}">
      <dgm:prSet/>
      <dgm:spPr/>
      <dgm:t>
        <a:bodyPr/>
        <a:lstStyle/>
        <a:p>
          <a:endParaRPr lang="en-US"/>
        </a:p>
      </dgm:t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60512083-E88C-4595-8967-8628B86C3AF4}" type="pres">
      <dgm:prSet presAssocID="{0C26176D-C492-4312-A1C5-E522BE180096}" presName="compNode" presStyleCnt="0"/>
      <dgm:spPr/>
    </dgm:pt>
    <dgm:pt modelId="{FC9B00A6-32FF-494E-BF8D-8590AB74E54C}" type="pres">
      <dgm:prSet presAssocID="{0C26176D-C492-4312-A1C5-E522BE180096}" presName="bgRect" presStyleLbl="bgShp" presStyleIdx="0" presStyleCnt="4"/>
      <dgm:spPr/>
    </dgm:pt>
    <dgm:pt modelId="{89B44B39-F754-4C8B-B21D-294CA1702B58}" type="pres">
      <dgm:prSet presAssocID="{0C26176D-C492-4312-A1C5-E522BE1800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 with solid fill"/>
        </a:ext>
      </dgm:extLst>
    </dgm:pt>
    <dgm:pt modelId="{24FBFAAD-E7B3-4979-97C4-8463F45F7B53}" type="pres">
      <dgm:prSet presAssocID="{0C26176D-C492-4312-A1C5-E522BE180096}" presName="spaceRect" presStyleCnt="0"/>
      <dgm:spPr/>
    </dgm:pt>
    <dgm:pt modelId="{02BB3F18-FD7F-4D47-BE1D-33AD7D93B599}" type="pres">
      <dgm:prSet presAssocID="{0C26176D-C492-4312-A1C5-E522BE180096}" presName="parTx" presStyleLbl="revTx" presStyleIdx="0" presStyleCnt="4">
        <dgm:presLayoutVars>
          <dgm:chMax val="0"/>
          <dgm:chPref val="0"/>
        </dgm:presLayoutVars>
      </dgm:prSet>
      <dgm:spPr/>
    </dgm:pt>
    <dgm:pt modelId="{DC46993E-8461-4BA0-AC24-130CC84421D1}" type="pres">
      <dgm:prSet presAssocID="{00D4B23E-957B-4B85-BCF7-FC59FE567F3C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1" presStyleCnt="4"/>
      <dgm:spPr/>
    </dgm:pt>
    <dgm:pt modelId="{26D309BF-2D7E-4E4B-97C1-B2FFDF742925}" type="pres">
      <dgm:prSet presAssocID="{1C88F448-429B-45D3-BBA3-D45570DFF7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with solid fill"/>
        </a:ext>
      </dgm:extLst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1" presStyleCnt="4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CFF39006-7AB4-424F-A0FA-2F32740FD469}" type="pres">
      <dgm:prSet presAssocID="{B99C0083-CB87-4C9A-9ABB-99E93BA43590}" presName="compNode" presStyleCnt="0"/>
      <dgm:spPr/>
    </dgm:pt>
    <dgm:pt modelId="{ACBD7823-7FFF-466F-B086-9BA6C0F5BF50}" type="pres">
      <dgm:prSet presAssocID="{B99C0083-CB87-4C9A-9ABB-99E93BA43590}" presName="bgRect" presStyleLbl="bgShp" presStyleIdx="2" presStyleCnt="4"/>
      <dgm:spPr/>
    </dgm:pt>
    <dgm:pt modelId="{E1F7C848-5DA2-4B4C-8BBD-3118876003C2}" type="pres">
      <dgm:prSet presAssocID="{B99C0083-CB87-4C9A-9ABB-99E93BA4359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 with solid fill"/>
        </a:ext>
      </dgm:extLst>
    </dgm:pt>
    <dgm:pt modelId="{2CE7B497-68F3-4BED-B54B-21F4606709BE}" type="pres">
      <dgm:prSet presAssocID="{B99C0083-CB87-4C9A-9ABB-99E93BA43590}" presName="spaceRect" presStyleCnt="0"/>
      <dgm:spPr/>
    </dgm:pt>
    <dgm:pt modelId="{A6661B20-A25B-43C5-B3A6-D0A40E4F5152}" type="pres">
      <dgm:prSet presAssocID="{B99C0083-CB87-4C9A-9ABB-99E93BA43590}" presName="parTx" presStyleLbl="revTx" presStyleIdx="2" presStyleCnt="4">
        <dgm:presLayoutVars>
          <dgm:chMax val="0"/>
          <dgm:chPref val="0"/>
        </dgm:presLayoutVars>
      </dgm:prSet>
      <dgm:spPr/>
    </dgm:pt>
    <dgm:pt modelId="{76FF8840-5D2F-4408-A13F-5BE75538AF15}" type="pres">
      <dgm:prSet presAssocID="{EF2E6A38-725B-44CC-99FE-A4AA58674E0E}" presName="sibTrans" presStyleCnt="0"/>
      <dgm:spPr/>
    </dgm:pt>
    <dgm:pt modelId="{FC4A4218-4F98-42AB-BD74-DF0D9EE73C23}" type="pres">
      <dgm:prSet presAssocID="{E99B0EF7-498A-4D3C-A749-30C2B6B3BA54}" presName="compNode" presStyleCnt="0"/>
      <dgm:spPr/>
    </dgm:pt>
    <dgm:pt modelId="{45DAF4A5-2D1D-4533-BB46-4638676CB424}" type="pres">
      <dgm:prSet presAssocID="{E99B0EF7-498A-4D3C-A749-30C2B6B3BA54}" presName="bgRect" presStyleLbl="bgShp" presStyleIdx="3" presStyleCnt="4"/>
      <dgm:spPr/>
    </dgm:pt>
    <dgm:pt modelId="{3547F566-E9CD-4B85-8584-D724F9234253}" type="pres">
      <dgm:prSet presAssocID="{E99B0EF7-498A-4D3C-A749-30C2B6B3BA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76AB773B-B9B2-4C51-A2D5-7A344CC32BBE}" type="pres">
      <dgm:prSet presAssocID="{E99B0EF7-498A-4D3C-A749-30C2B6B3BA54}" presName="spaceRect" presStyleCnt="0"/>
      <dgm:spPr/>
    </dgm:pt>
    <dgm:pt modelId="{DA5FC007-EDBA-44B1-86F1-8EDA104DBC1F}" type="pres">
      <dgm:prSet presAssocID="{E99B0EF7-498A-4D3C-A749-30C2B6B3BA5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970920C-B929-49C2-8437-BAC57DDDA9BF}" srcId="{F9B9FC2A-95E4-4DB8-BC70-687346FDB929}" destId="{0C26176D-C492-4312-A1C5-E522BE180096}" srcOrd="0" destOrd="0" parTransId="{19F0475F-3B14-4085-9828-3740E0F59927}" sibTransId="{00D4B23E-957B-4B85-BCF7-FC59FE567F3C}"/>
    <dgm:cxn modelId="{2FB5DF13-142B-46AD-BE08-5EB7E8AF6290}" srcId="{F9B9FC2A-95E4-4DB8-BC70-687346FDB929}" destId="{1C88F448-429B-45D3-BBA3-D45570DFF730}" srcOrd="1" destOrd="0" parTransId="{C04FB20D-AA03-4BDF-ADDC-105154080B03}" sibTransId="{C398F7E2-D652-4DEE-9E6E-C33DDD66E17E}"/>
    <dgm:cxn modelId="{51BE4815-FF90-4649-B393-D90B3BB8D474}" type="presOf" srcId="{0C26176D-C492-4312-A1C5-E522BE180096}" destId="{02BB3F18-FD7F-4D47-BE1D-33AD7D93B599}" srcOrd="0" destOrd="0" presId="urn:microsoft.com/office/officeart/2018/2/layout/IconVerticalSolidList"/>
    <dgm:cxn modelId="{0A6D3C3B-74FC-45D4-925A-00F0B983F3B6}" type="presOf" srcId="{B99C0083-CB87-4C9A-9ABB-99E93BA43590}" destId="{A6661B20-A25B-43C5-B3A6-D0A40E4F5152}" srcOrd="0" destOrd="0" presId="urn:microsoft.com/office/officeart/2018/2/layout/IconVerticalSolidList"/>
    <dgm:cxn modelId="{BC731550-2DC2-44E5-8DC3-917A4640A588}" srcId="{F9B9FC2A-95E4-4DB8-BC70-687346FDB929}" destId="{E99B0EF7-498A-4D3C-A749-30C2B6B3BA54}" srcOrd="3" destOrd="0" parTransId="{13C43920-A01E-40F9-A219-D5EEFA7F7CBA}" sibTransId="{642B4EAE-1932-4A54-A9A7-E5BCCFC846CC}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4960FE91-5469-43EE-A8C2-3D2B22A19B89}" type="presOf" srcId="{E99B0EF7-498A-4D3C-A749-30C2B6B3BA54}" destId="{DA5FC007-EDBA-44B1-86F1-8EDA104DBC1F}" srcOrd="0" destOrd="0" presId="urn:microsoft.com/office/officeart/2018/2/layout/IconVerticalSolidList"/>
    <dgm:cxn modelId="{764BF1A6-D1E7-45CD-9185-DDEF7771DAF1}" srcId="{F9B9FC2A-95E4-4DB8-BC70-687346FDB929}" destId="{B99C0083-CB87-4C9A-9ABB-99E93BA43590}" srcOrd="2" destOrd="0" parTransId="{74B90621-BD25-4671-BDD2-8504B8BE9407}" sibTransId="{EF2E6A38-725B-44CC-99FE-A4AA58674E0E}"/>
    <dgm:cxn modelId="{F49435AC-ED2F-45B5-8507-B348C335A8AC}" type="presOf" srcId="{1C88F448-429B-45D3-BBA3-D45570DFF730}" destId="{CF403347-5B35-401A-B7F8-DE9EC17165BF}" srcOrd="0" destOrd="0" presId="urn:microsoft.com/office/officeart/2018/2/layout/IconVerticalSolidList"/>
    <dgm:cxn modelId="{0AE05041-EEFE-4897-A87C-D257D995E29E}" type="presParOf" srcId="{4147953F-A707-4CBE-92FB-FA193B91A6F4}" destId="{60512083-E88C-4595-8967-8628B86C3AF4}" srcOrd="0" destOrd="0" presId="urn:microsoft.com/office/officeart/2018/2/layout/IconVerticalSolidList"/>
    <dgm:cxn modelId="{1317F27F-0B8D-4D7D-A3AD-6F17D1F04434}" type="presParOf" srcId="{60512083-E88C-4595-8967-8628B86C3AF4}" destId="{FC9B00A6-32FF-494E-BF8D-8590AB74E54C}" srcOrd="0" destOrd="0" presId="urn:microsoft.com/office/officeart/2018/2/layout/IconVerticalSolidList"/>
    <dgm:cxn modelId="{326FDEBB-808B-4F3B-8A61-B7E0D570B0C9}" type="presParOf" srcId="{60512083-E88C-4595-8967-8628B86C3AF4}" destId="{89B44B39-F754-4C8B-B21D-294CA1702B58}" srcOrd="1" destOrd="0" presId="urn:microsoft.com/office/officeart/2018/2/layout/IconVerticalSolidList"/>
    <dgm:cxn modelId="{E4A3B208-2DD5-470A-9DB9-5118300FEA68}" type="presParOf" srcId="{60512083-E88C-4595-8967-8628B86C3AF4}" destId="{24FBFAAD-E7B3-4979-97C4-8463F45F7B53}" srcOrd="2" destOrd="0" presId="urn:microsoft.com/office/officeart/2018/2/layout/IconVerticalSolidList"/>
    <dgm:cxn modelId="{90FEDE7E-EB82-430B-9B63-DB6947E7EDC3}" type="presParOf" srcId="{60512083-E88C-4595-8967-8628B86C3AF4}" destId="{02BB3F18-FD7F-4D47-BE1D-33AD7D93B599}" srcOrd="3" destOrd="0" presId="urn:microsoft.com/office/officeart/2018/2/layout/IconVerticalSolidList"/>
    <dgm:cxn modelId="{77B3D23E-21CB-4271-8CC2-E64359967A13}" type="presParOf" srcId="{4147953F-A707-4CBE-92FB-FA193B91A6F4}" destId="{DC46993E-8461-4BA0-AC24-130CC84421D1}" srcOrd="1" destOrd="0" presId="urn:microsoft.com/office/officeart/2018/2/layout/IconVerticalSolidList"/>
    <dgm:cxn modelId="{A4E15987-727B-4B03-AB88-07D5234C1AFC}" type="presParOf" srcId="{4147953F-A707-4CBE-92FB-FA193B91A6F4}" destId="{507067B4-FC0D-4543-BDA2-45F28784D310}" srcOrd="2" destOrd="0" presId="urn:microsoft.com/office/officeart/2018/2/layout/IconVerticalSolidList"/>
    <dgm:cxn modelId="{72340046-BD5A-4095-9C90-547102652C35}" type="presParOf" srcId="{507067B4-FC0D-4543-BDA2-45F28784D310}" destId="{899C9418-5BEE-493C-A169-220227FF4A96}" srcOrd="0" destOrd="0" presId="urn:microsoft.com/office/officeart/2018/2/layout/IconVerticalSolidList"/>
    <dgm:cxn modelId="{0F03D441-2470-4853-AD05-2ABB9B2B468C}" type="presParOf" srcId="{507067B4-FC0D-4543-BDA2-45F28784D310}" destId="{26D309BF-2D7E-4E4B-97C1-B2FFDF742925}" srcOrd="1" destOrd="0" presId="urn:microsoft.com/office/officeart/2018/2/layout/IconVerticalSolidList"/>
    <dgm:cxn modelId="{E577566B-9DF5-4DE4-8DA4-F8735A855038}" type="presParOf" srcId="{507067B4-FC0D-4543-BDA2-45F28784D310}" destId="{6B7A6452-252E-4A34-A88F-2B1B987D56D0}" srcOrd="2" destOrd="0" presId="urn:microsoft.com/office/officeart/2018/2/layout/IconVerticalSolidList"/>
    <dgm:cxn modelId="{EE880BFA-DE3C-440E-BE68-E4603C12FBB2}" type="presParOf" srcId="{507067B4-FC0D-4543-BDA2-45F28784D310}" destId="{CF403347-5B35-401A-B7F8-DE9EC17165BF}" srcOrd="3" destOrd="0" presId="urn:microsoft.com/office/officeart/2018/2/layout/IconVerticalSolidList"/>
    <dgm:cxn modelId="{2E8D7437-9ECF-4D52-86A4-43697745B92F}" type="presParOf" srcId="{4147953F-A707-4CBE-92FB-FA193B91A6F4}" destId="{EB3AC6C7-5701-4C00-B951-5C2B6A960075}" srcOrd="3" destOrd="0" presId="urn:microsoft.com/office/officeart/2018/2/layout/IconVerticalSolidList"/>
    <dgm:cxn modelId="{D3A4C711-2801-458C-BB25-703CDF925131}" type="presParOf" srcId="{4147953F-A707-4CBE-92FB-FA193B91A6F4}" destId="{CFF39006-7AB4-424F-A0FA-2F32740FD469}" srcOrd="4" destOrd="0" presId="urn:microsoft.com/office/officeart/2018/2/layout/IconVerticalSolidList"/>
    <dgm:cxn modelId="{A626D6A9-27BB-4998-9AA4-B46C45080056}" type="presParOf" srcId="{CFF39006-7AB4-424F-A0FA-2F32740FD469}" destId="{ACBD7823-7FFF-466F-B086-9BA6C0F5BF50}" srcOrd="0" destOrd="0" presId="urn:microsoft.com/office/officeart/2018/2/layout/IconVerticalSolidList"/>
    <dgm:cxn modelId="{77F908A5-4AE4-4FF5-829F-18C9475C6691}" type="presParOf" srcId="{CFF39006-7AB4-424F-A0FA-2F32740FD469}" destId="{E1F7C848-5DA2-4B4C-8BBD-3118876003C2}" srcOrd="1" destOrd="0" presId="urn:microsoft.com/office/officeart/2018/2/layout/IconVerticalSolidList"/>
    <dgm:cxn modelId="{8664E9A6-D872-49EE-B3D6-0FB98CA9646A}" type="presParOf" srcId="{CFF39006-7AB4-424F-A0FA-2F32740FD469}" destId="{2CE7B497-68F3-4BED-B54B-21F4606709BE}" srcOrd="2" destOrd="0" presId="urn:microsoft.com/office/officeart/2018/2/layout/IconVerticalSolidList"/>
    <dgm:cxn modelId="{6B8E418C-6782-497B-AF86-5B26BF5303D7}" type="presParOf" srcId="{CFF39006-7AB4-424F-A0FA-2F32740FD469}" destId="{A6661B20-A25B-43C5-B3A6-D0A40E4F5152}" srcOrd="3" destOrd="0" presId="urn:microsoft.com/office/officeart/2018/2/layout/IconVerticalSolidList"/>
    <dgm:cxn modelId="{49B6F34A-B066-48DA-9DA0-86B0C7459551}" type="presParOf" srcId="{4147953F-A707-4CBE-92FB-FA193B91A6F4}" destId="{76FF8840-5D2F-4408-A13F-5BE75538AF15}" srcOrd="5" destOrd="0" presId="urn:microsoft.com/office/officeart/2018/2/layout/IconVerticalSolidList"/>
    <dgm:cxn modelId="{815120CA-FCAB-4643-91D8-6B4D5248D37D}" type="presParOf" srcId="{4147953F-A707-4CBE-92FB-FA193B91A6F4}" destId="{FC4A4218-4F98-42AB-BD74-DF0D9EE73C23}" srcOrd="6" destOrd="0" presId="urn:microsoft.com/office/officeart/2018/2/layout/IconVerticalSolidList"/>
    <dgm:cxn modelId="{5743B5FF-1929-4A00-BA6D-7192826725FB}" type="presParOf" srcId="{FC4A4218-4F98-42AB-BD74-DF0D9EE73C23}" destId="{45DAF4A5-2D1D-4533-BB46-4638676CB424}" srcOrd="0" destOrd="0" presId="urn:microsoft.com/office/officeart/2018/2/layout/IconVerticalSolidList"/>
    <dgm:cxn modelId="{DF42A04E-81BA-4555-ADAA-1713027CC299}" type="presParOf" srcId="{FC4A4218-4F98-42AB-BD74-DF0D9EE73C23}" destId="{3547F566-E9CD-4B85-8584-D724F9234253}" srcOrd="1" destOrd="0" presId="urn:microsoft.com/office/officeart/2018/2/layout/IconVerticalSolidList"/>
    <dgm:cxn modelId="{F37966F4-49B9-433C-B3F9-9C3DFD7E9DD9}" type="presParOf" srcId="{FC4A4218-4F98-42AB-BD74-DF0D9EE73C23}" destId="{76AB773B-B9B2-4C51-A2D5-7A344CC32BBE}" srcOrd="2" destOrd="0" presId="urn:microsoft.com/office/officeart/2018/2/layout/IconVerticalSolidList"/>
    <dgm:cxn modelId="{F9F5B835-FFC5-4EDB-856D-431AF45342D7}" type="presParOf" srcId="{FC4A4218-4F98-42AB-BD74-DF0D9EE73C23}" destId="{DA5FC007-EDBA-44B1-86F1-8EDA104DB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130311-2091-4AB0-BBC9-B37CEBA41D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3DF6E2-6BEE-4A88-A3CB-8115FCBF8F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 1) Aggregate</a:t>
          </a:r>
          <a:r>
            <a:rPr lang="en-US"/>
            <a:t> </a:t>
          </a:r>
          <a:r>
            <a:rPr lang="en-US">
              <a:latin typeface="Century Gothic" panose="020B0502020202020204"/>
            </a:rPr>
            <a:t>customer data</a:t>
          </a:r>
          <a:r>
            <a:rPr lang="en-US"/>
            <a:t> on </a:t>
          </a:r>
          <a:r>
            <a:rPr lang="en-US">
              <a:latin typeface="Century Gothic" panose="020B0502020202020204"/>
            </a:rPr>
            <a:t>a monthly</a:t>
          </a:r>
          <a:r>
            <a:rPr lang="en-US"/>
            <a:t> basis</a:t>
          </a:r>
          <a:endParaRPr lang="en-US">
            <a:latin typeface="Century Gothic" panose="020B0502020202020204"/>
          </a:endParaRPr>
        </a:p>
      </dgm:t>
    </dgm:pt>
    <dgm:pt modelId="{B56A9F77-D1CF-433F-9F25-FAA5A29E80BD}" type="parTrans" cxnId="{83257949-F9F5-4642-A9DC-18AA89B343E3}">
      <dgm:prSet/>
      <dgm:spPr/>
      <dgm:t>
        <a:bodyPr/>
        <a:lstStyle/>
        <a:p>
          <a:endParaRPr lang="en-US"/>
        </a:p>
      </dgm:t>
    </dgm:pt>
    <dgm:pt modelId="{48410E88-6A91-4451-BF16-C83B55869AA5}" type="sibTrans" cxnId="{83257949-F9F5-4642-A9DC-18AA89B343E3}">
      <dgm:prSet/>
      <dgm:spPr/>
      <dgm:t>
        <a:bodyPr/>
        <a:lstStyle/>
        <a:p>
          <a:endParaRPr lang="en-US"/>
        </a:p>
      </dgm:t>
    </dgm:pt>
    <dgm:pt modelId="{11FB0D24-DF4F-44A6-B9F0-8D52F20273F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Gothic" panose="020B0502020202020204"/>
            </a:rPr>
            <a:t> 2) Train</a:t>
          </a:r>
          <a:r>
            <a:rPr lang="en-US"/>
            <a:t> </a:t>
          </a:r>
          <a:r>
            <a:rPr lang="en-US">
              <a:latin typeface="Century Gothic" panose="020B0502020202020204"/>
            </a:rPr>
            <a:t>ML </a:t>
          </a:r>
          <a:r>
            <a:rPr lang="en-US"/>
            <a:t>model to </a:t>
          </a:r>
          <a:r>
            <a:rPr lang="en-US">
              <a:latin typeface="Century Gothic" panose="020B0502020202020204"/>
            </a:rPr>
            <a:t>learn customer behavior</a:t>
          </a:r>
          <a:endParaRPr lang="en-US"/>
        </a:p>
      </dgm:t>
    </dgm:pt>
    <dgm:pt modelId="{F45D48BE-D25B-42E8-9C78-612344EA5992}" type="parTrans" cxnId="{C90FC5F3-D8B4-4B13-BF88-C33821D31E67}">
      <dgm:prSet/>
      <dgm:spPr/>
      <dgm:t>
        <a:bodyPr/>
        <a:lstStyle/>
        <a:p>
          <a:endParaRPr lang="en-US"/>
        </a:p>
      </dgm:t>
    </dgm:pt>
    <dgm:pt modelId="{41E5D941-03EA-411D-87E6-6C8126C01FF2}" type="sibTrans" cxnId="{C90FC5F3-D8B4-4B13-BF88-C33821D31E67}">
      <dgm:prSet/>
      <dgm:spPr/>
      <dgm:t>
        <a:bodyPr/>
        <a:lstStyle/>
        <a:p>
          <a:endParaRPr lang="en-US"/>
        </a:p>
      </dgm:t>
    </dgm:pt>
    <dgm:pt modelId="{61432E19-C4B6-478F-BDA7-B49147D64B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 3) Test</a:t>
          </a:r>
          <a:r>
            <a:rPr lang="en-US"/>
            <a:t> the prediction model on new unseen data</a:t>
          </a:r>
        </a:p>
      </dgm:t>
    </dgm:pt>
    <dgm:pt modelId="{DF4864FA-9367-412D-8791-7AAC5DF87ACC}" type="parTrans" cxnId="{6DB115DE-8BB9-4A9E-AD5A-A9B67562A4F8}">
      <dgm:prSet/>
      <dgm:spPr/>
      <dgm:t>
        <a:bodyPr/>
        <a:lstStyle/>
        <a:p>
          <a:endParaRPr lang="en-US"/>
        </a:p>
      </dgm:t>
    </dgm:pt>
    <dgm:pt modelId="{69D5AB14-A5FE-4897-8A23-FF06D0BF7B05}" type="sibTrans" cxnId="{6DB115DE-8BB9-4A9E-AD5A-A9B67562A4F8}">
      <dgm:prSet/>
      <dgm:spPr/>
      <dgm:t>
        <a:bodyPr/>
        <a:lstStyle/>
        <a:p>
          <a:endParaRPr lang="en-US"/>
        </a:p>
      </dgm:t>
    </dgm:pt>
    <dgm:pt modelId="{3CFD925D-FBA0-41C4-A6BB-2E872CA0EDF4}" type="pres">
      <dgm:prSet presAssocID="{80130311-2091-4AB0-BBC9-B37CEBA41D8A}" presName="root" presStyleCnt="0">
        <dgm:presLayoutVars>
          <dgm:dir/>
          <dgm:resizeHandles val="exact"/>
        </dgm:presLayoutVars>
      </dgm:prSet>
      <dgm:spPr/>
    </dgm:pt>
    <dgm:pt modelId="{A2113753-9FD4-4303-92F0-A9A7DC913D38}" type="pres">
      <dgm:prSet presAssocID="{913DF6E2-6BEE-4A88-A3CB-8115FCBF8F33}" presName="compNode" presStyleCnt="0"/>
      <dgm:spPr/>
    </dgm:pt>
    <dgm:pt modelId="{5240D224-E720-4BD1-B871-FCFCF2378B10}" type="pres">
      <dgm:prSet presAssocID="{913DF6E2-6BEE-4A88-A3CB-8115FCBF8F33}" presName="bgRect" presStyleLbl="bgShp" presStyleIdx="0" presStyleCnt="3"/>
      <dgm:spPr/>
    </dgm:pt>
    <dgm:pt modelId="{6214E8CF-0F49-491F-8F45-6C5C6A7D59FD}" type="pres">
      <dgm:prSet presAssocID="{913DF6E2-6BEE-4A88-A3CB-8115FCBF8F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CFCC5FD-07D7-4C4C-9F43-046AB4C6D28F}" type="pres">
      <dgm:prSet presAssocID="{913DF6E2-6BEE-4A88-A3CB-8115FCBF8F33}" presName="spaceRect" presStyleCnt="0"/>
      <dgm:spPr/>
    </dgm:pt>
    <dgm:pt modelId="{A7237E60-D301-4FDE-B183-72A7C500A579}" type="pres">
      <dgm:prSet presAssocID="{913DF6E2-6BEE-4A88-A3CB-8115FCBF8F33}" presName="parTx" presStyleLbl="revTx" presStyleIdx="0" presStyleCnt="3">
        <dgm:presLayoutVars>
          <dgm:chMax val="0"/>
          <dgm:chPref val="0"/>
        </dgm:presLayoutVars>
      </dgm:prSet>
      <dgm:spPr/>
    </dgm:pt>
    <dgm:pt modelId="{8A6B2060-1C1D-4958-812A-25C887C22EC7}" type="pres">
      <dgm:prSet presAssocID="{48410E88-6A91-4451-BF16-C83B55869AA5}" presName="sibTrans" presStyleCnt="0"/>
      <dgm:spPr/>
    </dgm:pt>
    <dgm:pt modelId="{24901195-827A-47E4-BE84-2E3D8B2BA2F3}" type="pres">
      <dgm:prSet presAssocID="{11FB0D24-DF4F-44A6-B9F0-8D52F20273F4}" presName="compNode" presStyleCnt="0"/>
      <dgm:spPr/>
    </dgm:pt>
    <dgm:pt modelId="{B0B3FC89-2D6A-474B-9C7D-8A681700D238}" type="pres">
      <dgm:prSet presAssocID="{11FB0D24-DF4F-44A6-B9F0-8D52F20273F4}" presName="bgRect" presStyleLbl="bgShp" presStyleIdx="1" presStyleCnt="3"/>
      <dgm:spPr/>
    </dgm:pt>
    <dgm:pt modelId="{4A7EEDBF-C784-4BEE-90C1-E5DE52D76A31}" type="pres">
      <dgm:prSet presAssocID="{11FB0D24-DF4F-44A6-B9F0-8D52F20273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 with solid fill"/>
        </a:ext>
      </dgm:extLst>
    </dgm:pt>
    <dgm:pt modelId="{940118DC-AFD9-49FF-A873-D609B7FBEEAF}" type="pres">
      <dgm:prSet presAssocID="{11FB0D24-DF4F-44A6-B9F0-8D52F20273F4}" presName="spaceRect" presStyleCnt="0"/>
      <dgm:spPr/>
    </dgm:pt>
    <dgm:pt modelId="{693D2DA3-7E08-49B2-91D2-535CAD0038F8}" type="pres">
      <dgm:prSet presAssocID="{11FB0D24-DF4F-44A6-B9F0-8D52F20273F4}" presName="parTx" presStyleLbl="revTx" presStyleIdx="1" presStyleCnt="3">
        <dgm:presLayoutVars>
          <dgm:chMax val="0"/>
          <dgm:chPref val="0"/>
        </dgm:presLayoutVars>
      </dgm:prSet>
      <dgm:spPr/>
    </dgm:pt>
    <dgm:pt modelId="{BB68A946-7D33-4E04-B519-9912E4C2F5B7}" type="pres">
      <dgm:prSet presAssocID="{41E5D941-03EA-411D-87E6-6C8126C01FF2}" presName="sibTrans" presStyleCnt="0"/>
      <dgm:spPr/>
    </dgm:pt>
    <dgm:pt modelId="{0E789769-E0EA-4F20-9537-3B7C14CF2A18}" type="pres">
      <dgm:prSet presAssocID="{61432E19-C4B6-478F-BDA7-B49147D64B30}" presName="compNode" presStyleCnt="0"/>
      <dgm:spPr/>
    </dgm:pt>
    <dgm:pt modelId="{6D05212C-8621-4063-998A-F32D8361A2F0}" type="pres">
      <dgm:prSet presAssocID="{61432E19-C4B6-478F-BDA7-B49147D64B30}" presName="bgRect" presStyleLbl="bgShp" presStyleIdx="2" presStyleCnt="3"/>
      <dgm:spPr/>
    </dgm:pt>
    <dgm:pt modelId="{4439E2FB-1E7F-46B6-BBD5-AC82D868D6E4}" type="pres">
      <dgm:prSet presAssocID="{61432E19-C4B6-478F-BDA7-B49147D64B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EFFC9247-4183-4498-9320-E26729E6B119}" type="pres">
      <dgm:prSet presAssocID="{61432E19-C4B6-478F-BDA7-B49147D64B30}" presName="spaceRect" presStyleCnt="0"/>
      <dgm:spPr/>
    </dgm:pt>
    <dgm:pt modelId="{AF372BF1-23B7-4A16-8133-F93F24192BBF}" type="pres">
      <dgm:prSet presAssocID="{61432E19-C4B6-478F-BDA7-B49147D64B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766625C-63DB-47BB-B351-AD23E90B91EB}" type="presOf" srcId="{80130311-2091-4AB0-BBC9-B37CEBA41D8A}" destId="{3CFD925D-FBA0-41C4-A6BB-2E872CA0EDF4}" srcOrd="0" destOrd="0" presId="urn:microsoft.com/office/officeart/2018/2/layout/IconVerticalSolidList"/>
    <dgm:cxn modelId="{83257949-F9F5-4642-A9DC-18AA89B343E3}" srcId="{80130311-2091-4AB0-BBC9-B37CEBA41D8A}" destId="{913DF6E2-6BEE-4A88-A3CB-8115FCBF8F33}" srcOrd="0" destOrd="0" parTransId="{B56A9F77-D1CF-433F-9F25-FAA5A29E80BD}" sibTransId="{48410E88-6A91-4451-BF16-C83B55869AA5}"/>
    <dgm:cxn modelId="{B809096E-98E1-4058-A853-67236C42C79C}" type="presOf" srcId="{61432E19-C4B6-478F-BDA7-B49147D64B30}" destId="{AF372BF1-23B7-4A16-8133-F93F24192BBF}" srcOrd="0" destOrd="0" presId="urn:microsoft.com/office/officeart/2018/2/layout/IconVerticalSolidList"/>
    <dgm:cxn modelId="{3691BF6F-B573-4A49-A3F0-2460329FFDDE}" type="presOf" srcId="{913DF6E2-6BEE-4A88-A3CB-8115FCBF8F33}" destId="{A7237E60-D301-4FDE-B183-72A7C500A579}" srcOrd="0" destOrd="0" presId="urn:microsoft.com/office/officeart/2018/2/layout/IconVerticalSolidList"/>
    <dgm:cxn modelId="{373D158F-B7A7-4337-850B-271710AE0DF9}" type="presOf" srcId="{11FB0D24-DF4F-44A6-B9F0-8D52F20273F4}" destId="{693D2DA3-7E08-49B2-91D2-535CAD0038F8}" srcOrd="0" destOrd="0" presId="urn:microsoft.com/office/officeart/2018/2/layout/IconVerticalSolidList"/>
    <dgm:cxn modelId="{6DB115DE-8BB9-4A9E-AD5A-A9B67562A4F8}" srcId="{80130311-2091-4AB0-BBC9-B37CEBA41D8A}" destId="{61432E19-C4B6-478F-BDA7-B49147D64B30}" srcOrd="2" destOrd="0" parTransId="{DF4864FA-9367-412D-8791-7AAC5DF87ACC}" sibTransId="{69D5AB14-A5FE-4897-8A23-FF06D0BF7B05}"/>
    <dgm:cxn modelId="{C90FC5F3-D8B4-4B13-BF88-C33821D31E67}" srcId="{80130311-2091-4AB0-BBC9-B37CEBA41D8A}" destId="{11FB0D24-DF4F-44A6-B9F0-8D52F20273F4}" srcOrd="1" destOrd="0" parTransId="{F45D48BE-D25B-42E8-9C78-612344EA5992}" sibTransId="{41E5D941-03EA-411D-87E6-6C8126C01FF2}"/>
    <dgm:cxn modelId="{AD37BE07-FDD8-4ADE-98F0-5C49CD3F92D2}" type="presParOf" srcId="{3CFD925D-FBA0-41C4-A6BB-2E872CA0EDF4}" destId="{A2113753-9FD4-4303-92F0-A9A7DC913D38}" srcOrd="0" destOrd="0" presId="urn:microsoft.com/office/officeart/2018/2/layout/IconVerticalSolidList"/>
    <dgm:cxn modelId="{3F60E5B9-EB0D-4534-917D-4A628EDD4F7C}" type="presParOf" srcId="{A2113753-9FD4-4303-92F0-A9A7DC913D38}" destId="{5240D224-E720-4BD1-B871-FCFCF2378B10}" srcOrd="0" destOrd="0" presId="urn:microsoft.com/office/officeart/2018/2/layout/IconVerticalSolidList"/>
    <dgm:cxn modelId="{1B7AAA65-651E-4207-A2DC-A3B26BBEF38A}" type="presParOf" srcId="{A2113753-9FD4-4303-92F0-A9A7DC913D38}" destId="{6214E8CF-0F49-491F-8F45-6C5C6A7D59FD}" srcOrd="1" destOrd="0" presId="urn:microsoft.com/office/officeart/2018/2/layout/IconVerticalSolidList"/>
    <dgm:cxn modelId="{2BBF7121-87F7-4DFA-8EE8-9EF16386E04D}" type="presParOf" srcId="{A2113753-9FD4-4303-92F0-A9A7DC913D38}" destId="{FCFCC5FD-07D7-4C4C-9F43-046AB4C6D28F}" srcOrd="2" destOrd="0" presId="urn:microsoft.com/office/officeart/2018/2/layout/IconVerticalSolidList"/>
    <dgm:cxn modelId="{B9BF654F-5136-4BFD-B4C8-EE816F112A82}" type="presParOf" srcId="{A2113753-9FD4-4303-92F0-A9A7DC913D38}" destId="{A7237E60-D301-4FDE-B183-72A7C500A579}" srcOrd="3" destOrd="0" presId="urn:microsoft.com/office/officeart/2018/2/layout/IconVerticalSolidList"/>
    <dgm:cxn modelId="{1A81B33C-E1B0-45BA-BF98-41103501EE81}" type="presParOf" srcId="{3CFD925D-FBA0-41C4-A6BB-2E872CA0EDF4}" destId="{8A6B2060-1C1D-4958-812A-25C887C22EC7}" srcOrd="1" destOrd="0" presId="urn:microsoft.com/office/officeart/2018/2/layout/IconVerticalSolidList"/>
    <dgm:cxn modelId="{00EBC4F0-42DD-476C-AEA5-3500F4B209E2}" type="presParOf" srcId="{3CFD925D-FBA0-41C4-A6BB-2E872CA0EDF4}" destId="{24901195-827A-47E4-BE84-2E3D8B2BA2F3}" srcOrd="2" destOrd="0" presId="urn:microsoft.com/office/officeart/2018/2/layout/IconVerticalSolidList"/>
    <dgm:cxn modelId="{7B3507FF-8D41-4D77-9533-93B8A5086BA7}" type="presParOf" srcId="{24901195-827A-47E4-BE84-2E3D8B2BA2F3}" destId="{B0B3FC89-2D6A-474B-9C7D-8A681700D238}" srcOrd="0" destOrd="0" presId="urn:microsoft.com/office/officeart/2018/2/layout/IconVerticalSolidList"/>
    <dgm:cxn modelId="{40E0CB51-DA45-4F6C-86AA-E7145CFE4349}" type="presParOf" srcId="{24901195-827A-47E4-BE84-2E3D8B2BA2F3}" destId="{4A7EEDBF-C784-4BEE-90C1-E5DE52D76A31}" srcOrd="1" destOrd="0" presId="urn:microsoft.com/office/officeart/2018/2/layout/IconVerticalSolidList"/>
    <dgm:cxn modelId="{24B2A062-7980-46AD-8FB2-39351EF85A5B}" type="presParOf" srcId="{24901195-827A-47E4-BE84-2E3D8B2BA2F3}" destId="{940118DC-AFD9-49FF-A873-D609B7FBEEAF}" srcOrd="2" destOrd="0" presId="urn:microsoft.com/office/officeart/2018/2/layout/IconVerticalSolidList"/>
    <dgm:cxn modelId="{815F2FE2-FAD4-4DA7-8FE5-7E8309BE5621}" type="presParOf" srcId="{24901195-827A-47E4-BE84-2E3D8B2BA2F3}" destId="{693D2DA3-7E08-49B2-91D2-535CAD0038F8}" srcOrd="3" destOrd="0" presId="urn:microsoft.com/office/officeart/2018/2/layout/IconVerticalSolidList"/>
    <dgm:cxn modelId="{F2931B3D-B273-4C60-8D76-F5EECF0B6979}" type="presParOf" srcId="{3CFD925D-FBA0-41C4-A6BB-2E872CA0EDF4}" destId="{BB68A946-7D33-4E04-B519-9912E4C2F5B7}" srcOrd="3" destOrd="0" presId="urn:microsoft.com/office/officeart/2018/2/layout/IconVerticalSolidList"/>
    <dgm:cxn modelId="{E189B663-BF6D-4B35-B9A2-94A6B65DD8CF}" type="presParOf" srcId="{3CFD925D-FBA0-41C4-A6BB-2E872CA0EDF4}" destId="{0E789769-E0EA-4F20-9537-3B7C14CF2A18}" srcOrd="4" destOrd="0" presId="urn:microsoft.com/office/officeart/2018/2/layout/IconVerticalSolidList"/>
    <dgm:cxn modelId="{40D48961-4EB9-4988-80BD-DB74D7D8C404}" type="presParOf" srcId="{0E789769-E0EA-4F20-9537-3B7C14CF2A18}" destId="{6D05212C-8621-4063-998A-F32D8361A2F0}" srcOrd="0" destOrd="0" presId="urn:microsoft.com/office/officeart/2018/2/layout/IconVerticalSolidList"/>
    <dgm:cxn modelId="{74B76887-032F-4B8D-B97F-7B888EB7513E}" type="presParOf" srcId="{0E789769-E0EA-4F20-9537-3B7C14CF2A18}" destId="{4439E2FB-1E7F-46B6-BBD5-AC82D868D6E4}" srcOrd="1" destOrd="0" presId="urn:microsoft.com/office/officeart/2018/2/layout/IconVerticalSolidList"/>
    <dgm:cxn modelId="{2551D6BC-E1F2-4D95-AE6A-83231722DF73}" type="presParOf" srcId="{0E789769-E0EA-4F20-9537-3B7C14CF2A18}" destId="{EFFC9247-4183-4498-9320-E26729E6B119}" srcOrd="2" destOrd="0" presId="urn:microsoft.com/office/officeart/2018/2/layout/IconVerticalSolidList"/>
    <dgm:cxn modelId="{340D78DF-F624-4BDA-9687-4CEC49798508}" type="presParOf" srcId="{0E789769-E0EA-4F20-9537-3B7C14CF2A18}" destId="{AF372BF1-23B7-4A16-8133-F93F24192B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03758-8A30-4363-B1D2-A7855A21C8A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Update</a:t>
          </a:r>
          <a:r>
            <a:rPr lang="en-US" baseline="0"/>
            <a:t> plan and design document</a:t>
          </a:r>
          <a:endParaRPr lang="en-US"/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08CDF594-CA3E-4979-B758-303167A3460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Continue work with new approach</a:t>
          </a:r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3BB3C032-55ED-4B16-A367-098795138811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Clean file structure</a:t>
          </a:r>
        </a:p>
      </dgm:t>
    </dgm:pt>
    <dgm:pt modelId="{C67755C8-C464-4A3B-85CE-E38E88D2E718}" type="parTrans" cxnId="{8D845015-3F81-44E2-A351-710A0A578B72}">
      <dgm:prSet/>
      <dgm:spPr/>
      <dgm:t>
        <a:bodyPr/>
        <a:lstStyle/>
        <a:p>
          <a:endParaRPr lang="en-US"/>
        </a:p>
      </dgm:t>
    </dgm:pt>
    <dgm:pt modelId="{85D388C5-9778-46B3-B1AA-C79A44F855F7}" type="sibTrans" cxnId="{8D845015-3F81-44E2-A351-710A0A578B72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3"/>
      <dgm:spPr/>
    </dgm:pt>
    <dgm:pt modelId="{360D8617-609B-461F-8837-A560D1112660}" type="pres">
      <dgm:prSet presAssocID="{C4503758-8A30-4363-B1D2-A7855A21C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3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1" presStyleCnt="3"/>
      <dgm:spPr/>
    </dgm:pt>
    <dgm:pt modelId="{FBC92A78-35D4-4F12-B718-1598FFA56A0C}" type="pres">
      <dgm:prSet presAssocID="{08CDF594-CA3E-4979-B758-303167A34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1" presStyleCnt="3">
        <dgm:presLayoutVars>
          <dgm:chMax val="1"/>
          <dgm:chPref val="1"/>
        </dgm:presLayoutVars>
      </dgm:prSet>
      <dgm:spPr/>
    </dgm:pt>
    <dgm:pt modelId="{4838607F-A5E2-4BA2-A277-8926D665EAFE}" type="pres">
      <dgm:prSet presAssocID="{7C866C6D-6B57-480E-8899-063B1EA9A47D}" presName="sibTrans" presStyleCnt="0"/>
      <dgm:spPr/>
    </dgm:pt>
    <dgm:pt modelId="{8FAB7A24-53BB-4822-A10C-62B7909AAA40}" type="pres">
      <dgm:prSet presAssocID="{3BB3C032-55ED-4B16-A367-098795138811}" presName="compNode" presStyleCnt="0"/>
      <dgm:spPr/>
    </dgm:pt>
    <dgm:pt modelId="{A70D19E3-7E33-40E8-92C1-4D7C8F8EF67C}" type="pres">
      <dgm:prSet presAssocID="{3BB3C032-55ED-4B16-A367-098795138811}" presName="iconBgRect" presStyleLbl="bgShp" presStyleIdx="2" presStyleCnt="3"/>
      <dgm:spPr/>
    </dgm:pt>
    <dgm:pt modelId="{9C57823F-893B-49C6-A957-CA6155978CC1}" type="pres">
      <dgm:prSet presAssocID="{3BB3C032-55ED-4B16-A367-0987951388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ing Box Archive with solid fill"/>
        </a:ext>
      </dgm:extLst>
    </dgm:pt>
    <dgm:pt modelId="{EE964AC6-A7CC-47E3-B3C3-3FC345E85475}" type="pres">
      <dgm:prSet presAssocID="{3BB3C032-55ED-4B16-A367-098795138811}" presName="spaceRect" presStyleCnt="0"/>
      <dgm:spPr/>
    </dgm:pt>
    <dgm:pt modelId="{F0DA74CF-437E-4BED-AC02-3C88D49EDA50}" type="pres">
      <dgm:prSet presAssocID="{3BB3C032-55ED-4B16-A367-0987951388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845015-3F81-44E2-A351-710A0A578B72}" srcId="{73B0B5EB-0E60-4B5C-A584-21FEF030C204}" destId="{3BB3C032-55ED-4B16-A367-098795138811}" srcOrd="2" destOrd="0" parTransId="{C67755C8-C464-4A3B-85CE-E38E88D2E718}" sibTransId="{85D388C5-9778-46B3-B1AA-C79A44F855F7}"/>
    <dgm:cxn modelId="{050F6E6F-0A0A-4995-950B-4BF62C5BF7F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7B4641A4-FF20-46B9-92C7-9A54464BEF89}" type="presOf" srcId="{3BB3C032-55ED-4B16-A367-098795138811}" destId="{F0DA74CF-437E-4BED-AC02-3C88D49EDA50}" srcOrd="0" destOrd="0" presId="urn:microsoft.com/office/officeart/2018/5/layout/IconCircleLabelList"/>
    <dgm:cxn modelId="{14382FA8-E646-4792-BA2B-DD63C5DF6DA0}" srcId="{73B0B5EB-0E60-4B5C-A584-21FEF030C204}" destId="{08CDF594-CA3E-4979-B758-303167A34605}" srcOrd="1" destOrd="0" parTransId="{95BD0C8D-6AE3-42A6-9BD4-0CF8447D9313}" sibTransId="{7C866C6D-6B57-480E-8899-063B1EA9A47D}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790782FD-B024-4B27-B732-96F2580F7EEB}" type="presOf" srcId="{08CDF594-CA3E-4979-B758-303167A34605}" destId="{3542F2B8-419D-4DAC-A71C-4BAB13B4225A}" srcOrd="0" destOrd="0" presId="urn:microsoft.com/office/officeart/2018/5/layout/IconCircleLabelList"/>
    <dgm:cxn modelId="{377AA0B3-589B-4D06-BCA1-DDC986DBB770}" type="presParOf" srcId="{A153C699-A815-4456-8F40-F77AB829AB95}" destId="{71A98820-D6C0-4E2E-8345-4279B6F0C03E}" srcOrd="0" destOrd="0" presId="urn:microsoft.com/office/officeart/2018/5/layout/IconCircleLabelList"/>
    <dgm:cxn modelId="{ECB75820-AC68-4C91-8DA8-047ED60C6B43}" type="presParOf" srcId="{71A98820-D6C0-4E2E-8345-4279B6F0C03E}" destId="{063B5610-D17C-422D-B4E2-42C7C791A892}" srcOrd="0" destOrd="0" presId="urn:microsoft.com/office/officeart/2018/5/layout/IconCircleLabelList"/>
    <dgm:cxn modelId="{F33C0170-F0F4-443D-8B6F-BD0D15087C53}" type="presParOf" srcId="{71A98820-D6C0-4E2E-8345-4279B6F0C03E}" destId="{360D8617-609B-461F-8837-A560D1112660}" srcOrd="1" destOrd="0" presId="urn:microsoft.com/office/officeart/2018/5/layout/IconCircleLabelList"/>
    <dgm:cxn modelId="{DE12C556-64F0-4E16-8411-801D78D7B99C}" type="presParOf" srcId="{71A98820-D6C0-4E2E-8345-4279B6F0C03E}" destId="{438A0099-10EA-4829-92B6-F026FD576A1C}" srcOrd="2" destOrd="0" presId="urn:microsoft.com/office/officeart/2018/5/layout/IconCircleLabelList"/>
    <dgm:cxn modelId="{F81B205F-69BA-4D6D-A2BB-D38DCA54222C}" type="presParOf" srcId="{71A98820-D6C0-4E2E-8345-4279B6F0C03E}" destId="{39D616EC-352D-42FD-8047-4BFD2FF83CE3}" srcOrd="3" destOrd="0" presId="urn:microsoft.com/office/officeart/2018/5/layout/IconCircleLabelList"/>
    <dgm:cxn modelId="{E3468E09-228F-4D11-8965-0A2EF4B1D7A1}" type="presParOf" srcId="{A153C699-A815-4456-8F40-F77AB829AB95}" destId="{EF7ED3E8-2E0F-487C-8E47-953FAF7139F1}" srcOrd="1" destOrd="0" presId="urn:microsoft.com/office/officeart/2018/5/layout/IconCircleLabelList"/>
    <dgm:cxn modelId="{888E0110-51F1-41E7-9892-D53208E2C0EA}" type="presParOf" srcId="{A153C699-A815-4456-8F40-F77AB829AB95}" destId="{BD3C3A10-0F9E-49E2-A435-A5113D15EB70}" srcOrd="2" destOrd="0" presId="urn:microsoft.com/office/officeart/2018/5/layout/IconCircleLabelList"/>
    <dgm:cxn modelId="{255B7FE6-124F-4A09-8864-AFDBF7096E6F}" type="presParOf" srcId="{BD3C3A10-0F9E-49E2-A435-A5113D15EB70}" destId="{B9E3CEEB-09CD-4570-8187-5E58C56A393A}" srcOrd="0" destOrd="0" presId="urn:microsoft.com/office/officeart/2018/5/layout/IconCircleLabelList"/>
    <dgm:cxn modelId="{96954E92-4FA5-4DF5-85B0-69EB0EF612AA}" type="presParOf" srcId="{BD3C3A10-0F9E-49E2-A435-A5113D15EB70}" destId="{FBC92A78-35D4-4F12-B718-1598FFA56A0C}" srcOrd="1" destOrd="0" presId="urn:microsoft.com/office/officeart/2018/5/layout/IconCircleLabelList"/>
    <dgm:cxn modelId="{580A53B3-0D60-4E86-B677-C72B6C8B3C1D}" type="presParOf" srcId="{BD3C3A10-0F9E-49E2-A435-A5113D15EB70}" destId="{A3E472CB-8CD2-4154-9858-8E0C64EF0739}" srcOrd="2" destOrd="0" presId="urn:microsoft.com/office/officeart/2018/5/layout/IconCircleLabelList"/>
    <dgm:cxn modelId="{714C9F92-2453-4A25-9FA9-CDD61EF8855F}" type="presParOf" srcId="{BD3C3A10-0F9E-49E2-A435-A5113D15EB70}" destId="{3542F2B8-419D-4DAC-A71C-4BAB13B4225A}" srcOrd="3" destOrd="0" presId="urn:microsoft.com/office/officeart/2018/5/layout/IconCircleLabelList"/>
    <dgm:cxn modelId="{C7A2EE89-356C-473A-955C-3F04A319EF91}" type="presParOf" srcId="{A153C699-A815-4456-8F40-F77AB829AB95}" destId="{4838607F-A5E2-4BA2-A277-8926D665EAFE}" srcOrd="3" destOrd="0" presId="urn:microsoft.com/office/officeart/2018/5/layout/IconCircleLabelList"/>
    <dgm:cxn modelId="{7873699A-D25F-4582-A83D-E74C482EED5F}" type="presParOf" srcId="{A153C699-A815-4456-8F40-F77AB829AB95}" destId="{8FAB7A24-53BB-4822-A10C-62B7909AAA40}" srcOrd="4" destOrd="0" presId="urn:microsoft.com/office/officeart/2018/5/layout/IconCircleLabelList"/>
    <dgm:cxn modelId="{09B40A46-9064-4FBB-982A-83FE270A1CDB}" type="presParOf" srcId="{8FAB7A24-53BB-4822-A10C-62B7909AAA40}" destId="{A70D19E3-7E33-40E8-92C1-4D7C8F8EF67C}" srcOrd="0" destOrd="0" presId="urn:microsoft.com/office/officeart/2018/5/layout/IconCircleLabelList"/>
    <dgm:cxn modelId="{99C3FAAC-2926-4E11-817B-2315EBA0F813}" type="presParOf" srcId="{8FAB7A24-53BB-4822-A10C-62B7909AAA40}" destId="{9C57823F-893B-49C6-A957-CA6155978CC1}" srcOrd="1" destOrd="0" presId="urn:microsoft.com/office/officeart/2018/5/layout/IconCircleLabelList"/>
    <dgm:cxn modelId="{BDF8CC76-96E1-4838-9DE1-6E917AC6F483}" type="presParOf" srcId="{8FAB7A24-53BB-4822-A10C-62B7909AAA40}" destId="{EE964AC6-A7CC-47E3-B3C3-3FC345E85475}" srcOrd="2" destOrd="0" presId="urn:microsoft.com/office/officeart/2018/5/layout/IconCircleLabelList"/>
    <dgm:cxn modelId="{54799CD7-B14B-4C7F-AC23-B221BF72906F}" type="presParOf" srcId="{8FAB7A24-53BB-4822-A10C-62B7909AAA40}" destId="{F0DA74CF-437E-4BED-AC02-3C88D49EDA5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B00A6-32FF-494E-BF8D-8590AB74E54C}">
      <dsp:nvSpPr>
        <dsp:cNvPr id="0" name=""/>
        <dsp:cNvSpPr/>
      </dsp:nvSpPr>
      <dsp:spPr>
        <a:xfrm>
          <a:off x="0" y="165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44B39-F754-4C8B-B21D-294CA1702B58}">
      <dsp:nvSpPr>
        <dsp:cNvPr id="0" name=""/>
        <dsp:cNvSpPr/>
      </dsp:nvSpPr>
      <dsp:spPr>
        <a:xfrm>
          <a:off x="254049" y="190619"/>
          <a:ext cx="461907" cy="4619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B3F18-FD7F-4D47-BE1D-33AD7D93B599}">
      <dsp:nvSpPr>
        <dsp:cNvPr id="0" name=""/>
        <dsp:cNvSpPr/>
      </dsp:nvSpPr>
      <dsp:spPr>
        <a:xfrm>
          <a:off x="970006" y="165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Feedback on table</a:t>
          </a:r>
        </a:p>
      </dsp:txBody>
      <dsp:txXfrm>
        <a:off x="970006" y="1657"/>
        <a:ext cx="9538333" cy="839832"/>
      </dsp:txXfrm>
    </dsp:sp>
    <dsp:sp modelId="{899C9418-5BEE-493C-A169-220227FF4A96}">
      <dsp:nvSpPr>
        <dsp:cNvPr id="0" name=""/>
        <dsp:cNvSpPr/>
      </dsp:nvSpPr>
      <dsp:spPr>
        <a:xfrm>
          <a:off x="0" y="105144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254049" y="1240409"/>
          <a:ext cx="461907" cy="4619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970006" y="105144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Updated table</a:t>
          </a:r>
        </a:p>
      </dsp:txBody>
      <dsp:txXfrm>
        <a:off x="970006" y="1051447"/>
        <a:ext cx="9538333" cy="839832"/>
      </dsp:txXfrm>
    </dsp:sp>
    <dsp:sp modelId="{ACBD7823-7FFF-466F-B086-9BA6C0F5BF50}">
      <dsp:nvSpPr>
        <dsp:cNvPr id="0" name=""/>
        <dsp:cNvSpPr/>
      </dsp:nvSpPr>
      <dsp:spPr>
        <a:xfrm>
          <a:off x="0" y="210123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7C848-5DA2-4B4C-8BBD-3118876003C2}">
      <dsp:nvSpPr>
        <dsp:cNvPr id="0" name=""/>
        <dsp:cNvSpPr/>
      </dsp:nvSpPr>
      <dsp:spPr>
        <a:xfrm>
          <a:off x="254049" y="2290199"/>
          <a:ext cx="461907" cy="4619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61B20-A25B-43C5-B3A6-D0A40E4F5152}">
      <dsp:nvSpPr>
        <dsp:cNvPr id="0" name=""/>
        <dsp:cNvSpPr/>
      </dsp:nvSpPr>
      <dsp:spPr>
        <a:xfrm>
          <a:off x="970006" y="210123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Markov chain results</a:t>
          </a:r>
        </a:p>
      </dsp:txBody>
      <dsp:txXfrm>
        <a:off x="970006" y="2101237"/>
        <a:ext cx="9538333" cy="839832"/>
      </dsp:txXfrm>
    </dsp:sp>
    <dsp:sp modelId="{45DAF4A5-2D1D-4533-BB46-4638676CB424}">
      <dsp:nvSpPr>
        <dsp:cNvPr id="0" name=""/>
        <dsp:cNvSpPr/>
      </dsp:nvSpPr>
      <dsp:spPr>
        <a:xfrm>
          <a:off x="0" y="3151027"/>
          <a:ext cx="10508339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F566-E9CD-4B85-8584-D724F9234253}">
      <dsp:nvSpPr>
        <dsp:cNvPr id="0" name=""/>
        <dsp:cNvSpPr/>
      </dsp:nvSpPr>
      <dsp:spPr>
        <a:xfrm>
          <a:off x="254049" y="3339990"/>
          <a:ext cx="461907" cy="4619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C007-EDBA-44B1-86F1-8EDA104DBC1F}">
      <dsp:nvSpPr>
        <dsp:cNvPr id="0" name=""/>
        <dsp:cNvSpPr/>
      </dsp:nvSpPr>
      <dsp:spPr>
        <a:xfrm>
          <a:off x="970006" y="3151027"/>
          <a:ext cx="9538333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New prediction approach</a:t>
          </a:r>
        </a:p>
      </dsp:txBody>
      <dsp:txXfrm>
        <a:off x="970006" y="3151027"/>
        <a:ext cx="9538333" cy="839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0D224-E720-4BD1-B871-FCFCF2378B10}">
      <dsp:nvSpPr>
        <dsp:cNvPr id="0" name=""/>
        <dsp:cNvSpPr/>
      </dsp:nvSpPr>
      <dsp:spPr>
        <a:xfrm>
          <a:off x="0" y="601"/>
          <a:ext cx="6747583" cy="14074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4E8CF-0F49-491F-8F45-6C5C6A7D59FD}">
      <dsp:nvSpPr>
        <dsp:cNvPr id="0" name=""/>
        <dsp:cNvSpPr/>
      </dsp:nvSpPr>
      <dsp:spPr>
        <a:xfrm>
          <a:off x="425738" y="317266"/>
          <a:ext cx="774070" cy="774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37E60-D301-4FDE-B183-72A7C500A579}">
      <dsp:nvSpPr>
        <dsp:cNvPr id="0" name=""/>
        <dsp:cNvSpPr/>
      </dsp:nvSpPr>
      <dsp:spPr>
        <a:xfrm>
          <a:off x="1625548" y="601"/>
          <a:ext cx="5122034" cy="140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50" tIns="148950" rIns="148950" bIns="1489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Gothic" panose="020B0502020202020204"/>
            </a:rPr>
            <a:t> 1) Aggregate</a:t>
          </a:r>
          <a:r>
            <a:rPr lang="en-US" sz="2500" kern="1200"/>
            <a:t> </a:t>
          </a:r>
          <a:r>
            <a:rPr lang="en-US" sz="2500" kern="1200">
              <a:latin typeface="Century Gothic" panose="020B0502020202020204"/>
            </a:rPr>
            <a:t>customer data</a:t>
          </a:r>
          <a:r>
            <a:rPr lang="en-US" sz="2500" kern="1200"/>
            <a:t> on </a:t>
          </a:r>
          <a:r>
            <a:rPr lang="en-US" sz="2500" kern="1200">
              <a:latin typeface="Century Gothic" panose="020B0502020202020204"/>
            </a:rPr>
            <a:t>a monthly</a:t>
          </a:r>
          <a:r>
            <a:rPr lang="en-US" sz="2500" kern="1200"/>
            <a:t> basis</a:t>
          </a:r>
          <a:endParaRPr lang="en-US" sz="2500" kern="1200">
            <a:latin typeface="Century Gothic" panose="020B0502020202020204"/>
          </a:endParaRPr>
        </a:p>
      </dsp:txBody>
      <dsp:txXfrm>
        <a:off x="1625548" y="601"/>
        <a:ext cx="5122034" cy="1407400"/>
      </dsp:txXfrm>
    </dsp:sp>
    <dsp:sp modelId="{B0B3FC89-2D6A-474B-9C7D-8A681700D238}">
      <dsp:nvSpPr>
        <dsp:cNvPr id="0" name=""/>
        <dsp:cNvSpPr/>
      </dsp:nvSpPr>
      <dsp:spPr>
        <a:xfrm>
          <a:off x="0" y="1759852"/>
          <a:ext cx="6747583" cy="14074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EEDBF-C784-4BEE-90C1-E5DE52D76A31}">
      <dsp:nvSpPr>
        <dsp:cNvPr id="0" name=""/>
        <dsp:cNvSpPr/>
      </dsp:nvSpPr>
      <dsp:spPr>
        <a:xfrm>
          <a:off x="425738" y="2076517"/>
          <a:ext cx="774070" cy="774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D2DA3-7E08-49B2-91D2-535CAD0038F8}">
      <dsp:nvSpPr>
        <dsp:cNvPr id="0" name=""/>
        <dsp:cNvSpPr/>
      </dsp:nvSpPr>
      <dsp:spPr>
        <a:xfrm>
          <a:off x="1625548" y="1759852"/>
          <a:ext cx="5122034" cy="140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50" tIns="148950" rIns="148950" bIns="148950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Gothic" panose="020B0502020202020204"/>
            </a:rPr>
            <a:t> 2) Train</a:t>
          </a:r>
          <a:r>
            <a:rPr lang="en-US" sz="2500" kern="1200"/>
            <a:t> </a:t>
          </a:r>
          <a:r>
            <a:rPr lang="en-US" sz="2500" kern="1200">
              <a:latin typeface="Century Gothic" panose="020B0502020202020204"/>
            </a:rPr>
            <a:t>ML </a:t>
          </a:r>
          <a:r>
            <a:rPr lang="en-US" sz="2500" kern="1200"/>
            <a:t>model to </a:t>
          </a:r>
          <a:r>
            <a:rPr lang="en-US" sz="2500" kern="1200">
              <a:latin typeface="Century Gothic" panose="020B0502020202020204"/>
            </a:rPr>
            <a:t>learn customer behavior</a:t>
          </a:r>
          <a:endParaRPr lang="en-US" sz="2500" kern="1200"/>
        </a:p>
      </dsp:txBody>
      <dsp:txXfrm>
        <a:off x="1625548" y="1759852"/>
        <a:ext cx="5122034" cy="1407400"/>
      </dsp:txXfrm>
    </dsp:sp>
    <dsp:sp modelId="{6D05212C-8621-4063-998A-F32D8361A2F0}">
      <dsp:nvSpPr>
        <dsp:cNvPr id="0" name=""/>
        <dsp:cNvSpPr/>
      </dsp:nvSpPr>
      <dsp:spPr>
        <a:xfrm>
          <a:off x="0" y="3519103"/>
          <a:ext cx="6747583" cy="14074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9E2FB-1E7F-46B6-BBD5-AC82D868D6E4}">
      <dsp:nvSpPr>
        <dsp:cNvPr id="0" name=""/>
        <dsp:cNvSpPr/>
      </dsp:nvSpPr>
      <dsp:spPr>
        <a:xfrm>
          <a:off x="425738" y="3835768"/>
          <a:ext cx="774070" cy="774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72BF1-23B7-4A16-8133-F93F24192BBF}">
      <dsp:nvSpPr>
        <dsp:cNvPr id="0" name=""/>
        <dsp:cNvSpPr/>
      </dsp:nvSpPr>
      <dsp:spPr>
        <a:xfrm>
          <a:off x="1625548" y="3519103"/>
          <a:ext cx="5122034" cy="140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50" tIns="148950" rIns="148950" bIns="1489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Gothic" panose="020B0502020202020204"/>
            </a:rPr>
            <a:t> 3) Test</a:t>
          </a:r>
          <a:r>
            <a:rPr lang="en-US" sz="2500" kern="1200"/>
            <a:t> the prediction model on new unseen data</a:t>
          </a:r>
        </a:p>
      </dsp:txBody>
      <dsp:txXfrm>
        <a:off x="1625548" y="3519103"/>
        <a:ext cx="5122034" cy="1407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Update</a:t>
          </a:r>
          <a:r>
            <a:rPr lang="en-US" sz="2300" kern="1200" baseline="0"/>
            <a:t> plan and design document</a:t>
          </a:r>
          <a:endParaRPr lang="en-US" sz="2300" kern="1200"/>
        </a:p>
      </dsp:txBody>
      <dsp:txXfrm>
        <a:off x="77216" y="2624638"/>
        <a:ext cx="3206250" cy="720000"/>
      </dsp:txXfrm>
    </dsp:sp>
    <dsp:sp modelId="{B9E3CEEB-09CD-4570-8187-5E58C56A393A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Continue work with new approach</a:t>
          </a:r>
        </a:p>
      </dsp:txBody>
      <dsp:txXfrm>
        <a:off x="3844559" y="2624638"/>
        <a:ext cx="3206250" cy="720000"/>
      </dsp:txXfrm>
    </dsp:sp>
    <dsp:sp modelId="{A70D19E3-7E33-40E8-92C1-4D7C8F8EF67C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7823F-893B-49C6-A957-CA6155978CC1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A74CF-437E-4BED-AC02-3C88D49EDA50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Clean file structure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E4F11-B5CA-431B-A843-3E591B36641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69538-DCC8-4800-8157-CCE6C805D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450A-CE35-4E52-A39E-02D1523F11D6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BBED-D673-4AE7-A8E2-82F853D23B4D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619-A5FD-4CC4-A94C-0F2D279BFCC1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5A1C-5E1D-4097-BF51-932E7C27C02A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2F42-8EDC-4568-BD72-B0A8788DD091}" type="datetime1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19FD-BE5F-46CF-B495-7438AC321EE4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16DB-8EF2-4CE7-B234-23696E50AB6A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1DBF-A95D-474B-99AE-32C1D634354B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2D43-93CD-4C99-A85D-7A5DB4FF4561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BEA3-9389-4237-B77E-0884DB9A956B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DCE9-F265-479B-A45E-05B7DC7F0DE9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4883-6331-437B-8C61-E01D82442D84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233C-BE84-40DB-BEEC-B4CC0B76B46E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977A-455B-4708-8D90-48D2C7C95D2B}" type="datetime1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5100-AD36-4E16-9834-B408245468FF}" type="datetime1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03B-8FFD-4F69-AA7E-002F8448E102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209C8-0164-460F-A507-F37915019906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35E93-BCE5-4C5E-AAE6-A7A824B4CA7B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4/4/2025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9164-7817-52B3-E8AB-968DD3B4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995123"/>
              </p:ext>
            </p:extLst>
          </p:nvPr>
        </p:nvGraphicFramePr>
        <p:xfrm>
          <a:off x="980235" y="2535029"/>
          <a:ext cx="10508340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BB9FA-DF38-50E2-4D72-3ADA2A08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757D-9A61-C17B-6695-738B0FAB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66DC6-B15D-F636-3521-C5D6A8D79904}"/>
              </a:ext>
            </a:extLst>
          </p:cNvPr>
          <p:cNvSpPr txBox="1"/>
          <p:nvPr/>
        </p:nvSpPr>
        <p:spPr>
          <a:xfrm>
            <a:off x="2419353" y="49673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A504A8-8380-1007-4C4B-6E97878B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04" y="4528835"/>
            <a:ext cx="11175077" cy="40322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en-US" sz="2800"/>
              <a:t>Customer tiers may need a legend</a:t>
            </a:r>
          </a:p>
          <a:p>
            <a:pPr>
              <a:buClr>
                <a:srgbClr val="8AD0D6"/>
              </a:buClr>
            </a:pPr>
            <a:r>
              <a:rPr lang="en-US" sz="2800"/>
              <a:t>Stability status and outcome are a bit confusing</a:t>
            </a:r>
          </a:p>
          <a:p>
            <a:pPr>
              <a:buClr>
                <a:srgbClr val="8AD0D6"/>
              </a:buClr>
            </a:pPr>
            <a:r>
              <a:rPr lang="en-US" sz="2800"/>
              <a:t>Could use +/- signs to indicate moving up or down in probability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BD47D5-B20B-DB48-C6CB-CE6027817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810568"/>
              </p:ext>
            </p:extLst>
          </p:nvPr>
        </p:nvGraphicFramePr>
        <p:xfrm>
          <a:off x="342003" y="1258374"/>
          <a:ext cx="9108551" cy="30541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07499">
                  <a:extLst>
                    <a:ext uri="{9D8B030D-6E8A-4147-A177-3AD203B41FA5}">
                      <a16:colId xmlns:a16="http://schemas.microsoft.com/office/drawing/2014/main" val="264587420"/>
                    </a:ext>
                  </a:extLst>
                </a:gridCol>
                <a:gridCol w="2035922">
                  <a:extLst>
                    <a:ext uri="{9D8B030D-6E8A-4147-A177-3AD203B41FA5}">
                      <a16:colId xmlns:a16="http://schemas.microsoft.com/office/drawing/2014/main" val="2695860470"/>
                    </a:ext>
                  </a:extLst>
                </a:gridCol>
                <a:gridCol w="1821710">
                  <a:extLst>
                    <a:ext uri="{9D8B030D-6E8A-4147-A177-3AD203B41FA5}">
                      <a16:colId xmlns:a16="http://schemas.microsoft.com/office/drawing/2014/main" val="2063438330"/>
                    </a:ext>
                  </a:extLst>
                </a:gridCol>
                <a:gridCol w="1821710">
                  <a:extLst>
                    <a:ext uri="{9D8B030D-6E8A-4147-A177-3AD203B41FA5}">
                      <a16:colId xmlns:a16="http://schemas.microsoft.com/office/drawing/2014/main" val="2758836196"/>
                    </a:ext>
                  </a:extLst>
                </a:gridCol>
                <a:gridCol w="1821710">
                  <a:extLst>
                    <a:ext uri="{9D8B030D-6E8A-4147-A177-3AD203B41FA5}">
                      <a16:colId xmlns:a16="http://schemas.microsoft.com/office/drawing/2014/main" val="2859834927"/>
                    </a:ext>
                  </a:extLst>
                </a:gridCol>
              </a:tblGrid>
              <a:tr h="906997">
                <a:tc>
                  <a:txBody>
                    <a:bodyPr/>
                    <a:lstStyle/>
                    <a:p>
                      <a:r>
                        <a:rPr lang="en-US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 Stability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Outcome 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Projected Next 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718598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🔼 Moving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999304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✅ Safe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28426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✅ Safe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79%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107554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⚠️ At Risk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364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A7AAB1-EBD5-E686-3497-D8ACE278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83617"/>
              </p:ext>
            </p:extLst>
          </p:nvPr>
        </p:nvGraphicFramePr>
        <p:xfrm>
          <a:off x="9841120" y="1505300"/>
          <a:ext cx="1861038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61038">
                  <a:extLst>
                    <a:ext uri="{9D8B030D-6E8A-4147-A177-3AD203B41FA5}">
                      <a16:colId xmlns:a16="http://schemas.microsoft.com/office/drawing/2014/main" val="2147138715"/>
                    </a:ext>
                  </a:extLst>
                </a:gridCol>
              </a:tblGrid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Customer Tiers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71935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45353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1361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32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87100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3269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E322-1A9D-CD1B-8D58-886F443E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7AB2-53C1-7E36-F779-5C0AAEE6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Updated Table (New Data)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D1F3F-7D57-B205-C057-2F65FF26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CBDFA9-66AB-1AE9-3361-56160F5DE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853120"/>
              </p:ext>
            </p:extLst>
          </p:nvPr>
        </p:nvGraphicFramePr>
        <p:xfrm>
          <a:off x="806852" y="1598479"/>
          <a:ext cx="7853320" cy="30541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32465">
                  <a:extLst>
                    <a:ext uri="{9D8B030D-6E8A-4147-A177-3AD203B41FA5}">
                      <a16:colId xmlns:a16="http://schemas.microsoft.com/office/drawing/2014/main" val="264587420"/>
                    </a:ext>
                  </a:extLst>
                </a:gridCol>
                <a:gridCol w="1678465">
                  <a:extLst>
                    <a:ext uri="{9D8B030D-6E8A-4147-A177-3AD203B41FA5}">
                      <a16:colId xmlns:a16="http://schemas.microsoft.com/office/drawing/2014/main" val="2695860470"/>
                    </a:ext>
                  </a:extLst>
                </a:gridCol>
                <a:gridCol w="2767398">
                  <a:extLst>
                    <a:ext uri="{9D8B030D-6E8A-4147-A177-3AD203B41FA5}">
                      <a16:colId xmlns:a16="http://schemas.microsoft.com/office/drawing/2014/main" val="2063438330"/>
                    </a:ext>
                  </a:extLst>
                </a:gridCol>
                <a:gridCol w="1674992">
                  <a:extLst>
                    <a:ext uri="{9D8B030D-6E8A-4147-A177-3AD203B41FA5}">
                      <a16:colId xmlns:a16="http://schemas.microsoft.com/office/drawing/2014/main" val="2859834927"/>
                    </a:ext>
                  </a:extLst>
                </a:gridCol>
              </a:tblGrid>
              <a:tr h="906997">
                <a:tc>
                  <a:txBody>
                    <a:bodyPr/>
                    <a:lstStyle/>
                    <a:p>
                      <a:r>
                        <a:rPr lang="en-US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Current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Predicted Tier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Projected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Next 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718598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Bronze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🔼 Moving Up</a:t>
                      </a:r>
                      <a:endParaRPr lang="en-US" sz="1800" b="0" i="0" u="none" strike="noStrike" baseline="0" noProof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999304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☑️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 Safe</a:t>
                      </a:r>
                      <a:endParaRPr lang="en-US" sz="1800" b="0" i="0" u="none" strike="noStrike" baseline="0" noProof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28426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☑️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 Safe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107554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⚠️ At Risk</a:t>
                      </a:r>
                      <a:endParaRPr lang="en-US" sz="1800" b="0" i="0" u="none" strike="noStrike" baseline="0" noProof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364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3EB639-7647-6DAC-492F-F356E724B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050363"/>
              </p:ext>
            </p:extLst>
          </p:nvPr>
        </p:nvGraphicFramePr>
        <p:xfrm>
          <a:off x="9336552" y="1855408"/>
          <a:ext cx="1861038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61038">
                  <a:extLst>
                    <a:ext uri="{9D8B030D-6E8A-4147-A177-3AD203B41FA5}">
                      <a16:colId xmlns:a16="http://schemas.microsoft.com/office/drawing/2014/main" val="2147138715"/>
                    </a:ext>
                  </a:extLst>
                </a:gridCol>
              </a:tblGrid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Customer Tiers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71935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45353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1361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32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87100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3269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52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E919-C318-3F70-2441-B60466B6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94F9-5458-6F7A-BC6A-DEE7EA0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DB1C9D-2287-4F40-FE5D-B4414C3B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70527C-F4AC-F23D-09EC-920F85FB9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97363"/>
              </p:ext>
            </p:extLst>
          </p:nvPr>
        </p:nvGraphicFramePr>
        <p:xfrm>
          <a:off x="1694696" y="1715292"/>
          <a:ext cx="8800740" cy="45731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33580">
                  <a:extLst>
                    <a:ext uri="{9D8B030D-6E8A-4147-A177-3AD203B41FA5}">
                      <a16:colId xmlns:a16="http://schemas.microsoft.com/office/drawing/2014/main" val="2147138715"/>
                    </a:ext>
                  </a:extLst>
                </a:gridCol>
                <a:gridCol w="2933580">
                  <a:extLst>
                    <a:ext uri="{9D8B030D-6E8A-4147-A177-3AD203B41FA5}">
                      <a16:colId xmlns:a16="http://schemas.microsoft.com/office/drawing/2014/main" val="186158256"/>
                    </a:ext>
                  </a:extLst>
                </a:gridCol>
                <a:gridCol w="2933580">
                  <a:extLst>
                    <a:ext uri="{9D8B030D-6E8A-4147-A177-3AD203B41FA5}">
                      <a16:colId xmlns:a16="http://schemas.microsoft.com/office/drawing/2014/main" val="3450229721"/>
                    </a:ext>
                  </a:extLst>
                </a:gridCol>
              </a:tblGrid>
              <a:tr h="1351587">
                <a:tc>
                  <a:txBody>
                    <a:bodyPr/>
                    <a:lstStyle/>
                    <a:p>
                      <a:r>
                        <a:rPr lang="en-US"/>
                        <a:t>Customer 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Initial number of customers in the 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Predicted number of customers in the tier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71935"/>
                  </a:ext>
                </a:extLst>
              </a:tr>
              <a:tr h="536931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19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↑ 7)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453537"/>
                  </a:ext>
                </a:extLst>
              </a:tr>
              <a:tr h="536931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↓ 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136172"/>
                  </a:ext>
                </a:extLst>
              </a:tr>
              <a:tr h="536931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3272"/>
                  </a:ext>
                </a:extLst>
              </a:tr>
              <a:tr h="536931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929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↑ 1)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87100"/>
                  </a:ext>
                </a:extLst>
              </a:tr>
              <a:tr h="536931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34 (</a:t>
                      </a:r>
                      <a:r>
                        <a:rPr lang="en-US" sz="1700" b="0" i="0" u="none" strike="noStrike" noProof="0">
                          <a:solidFill>
                            <a:srgbClr val="404040"/>
                          </a:solidFill>
                          <a:latin typeface="Century Gothic"/>
                        </a:rPr>
                        <a:t>↓ 3)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32697"/>
                  </a:ext>
                </a:extLst>
              </a:tr>
              <a:tr h="5369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74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6FC04-BAAA-F161-D2CC-CF6F439C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Other Prediction Approaches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EC074C-A5CF-98CF-574C-DC35FC1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5</a:t>
            </a:r>
          </a:p>
        </p:txBody>
      </p:sp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30A8635A-E7E5-1E6F-F2BA-A213A75CB5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302765"/>
              </p:ext>
            </p:extLst>
          </p:nvPr>
        </p:nvGraphicFramePr>
        <p:xfrm>
          <a:off x="4841105" y="1255451"/>
          <a:ext cx="6747583" cy="4927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40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656602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C7CA-C74A-47C3-E8E1-675A2D2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83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pPr algn="ctr"/>
            <a:r>
              <a:rPr lang="en-US" sz="6000" b="1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AA1C3-D07C-64CF-7189-5DC9C41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Intuilize – Cluster Commanders Customer Segmentation &amp; Prediction  Weekly Meeting 4/4/2025</vt:lpstr>
      <vt:lpstr>Agenda</vt:lpstr>
      <vt:lpstr>Feedback </vt:lpstr>
      <vt:lpstr>Updated Table (New Data) </vt:lpstr>
      <vt:lpstr>Markov Chain Results</vt:lpstr>
      <vt:lpstr>Other Prediction Approaches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2025-04-04T16:32:32Z</dcterms:modified>
</cp:coreProperties>
</file>