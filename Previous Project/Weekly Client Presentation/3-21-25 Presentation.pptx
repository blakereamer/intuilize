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0"/>
  </p:notesMasterIdLst>
  <p:sldIdLst>
    <p:sldId id="256" r:id="rId2"/>
    <p:sldId id="257" r:id="rId3"/>
    <p:sldId id="275" r:id="rId4"/>
    <p:sldId id="276" r:id="rId5"/>
    <p:sldId id="273" r:id="rId6"/>
    <p:sldId id="274" r:id="rId7"/>
    <p:sldId id="26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5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B4D284-1BFD-BF64-F5B9-4BF631D16266}" v="392" dt="2025-03-26T16:44:55.8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a Reddy, Shashank reddy" userId="S::qn1833ep@go.minnstate.edu::5f8d5532-cbd8-40c0-aa18-97830f20e260" providerId="AD" clId="Web-{DDD9CB3A-D437-50AB-39BD-7C98B75F5347}"/>
    <pc:docChg chg="addSld modSld">
      <pc:chgData name="Srinivasa Reddy, Shashank reddy" userId="S::qn1833ep@go.minnstate.edu::5f8d5532-cbd8-40c0-aa18-97830f20e260" providerId="AD" clId="Web-{DDD9CB3A-D437-50AB-39BD-7C98B75F5347}" dt="2025-02-21T17:16:18.082" v="404" actId="20577"/>
      <pc:docMkLst>
        <pc:docMk/>
      </pc:docMkLst>
      <pc:sldChg chg="addSp delSp modSp">
        <pc:chgData name="Srinivasa Reddy, Shashank reddy" userId="S::qn1833ep@go.minnstate.edu::5f8d5532-cbd8-40c0-aa18-97830f20e260" providerId="AD" clId="Web-{DDD9CB3A-D437-50AB-39BD-7C98B75F5347}" dt="2025-02-21T17:16:18.082" v="404" actId="20577"/>
        <pc:sldMkLst>
          <pc:docMk/>
          <pc:sldMk cId="1987320157" sldId="267"/>
        </pc:sldMkLst>
        <pc:spChg chg="add mod">
          <ac:chgData name="Srinivasa Reddy, Shashank reddy" userId="S::qn1833ep@go.minnstate.edu::5f8d5532-cbd8-40c0-aa18-97830f20e260" providerId="AD" clId="Web-{DDD9CB3A-D437-50AB-39BD-7C98B75F5347}" dt="2025-02-21T17:16:18.082" v="404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addSp delSp modSp">
        <pc:chgData name="Srinivasa Reddy, Shashank reddy" userId="S::qn1833ep@go.minnstate.edu::5f8d5532-cbd8-40c0-aa18-97830f20e260" providerId="AD" clId="Web-{DDD9CB3A-D437-50AB-39BD-7C98B75F5347}" dt="2025-02-21T17:01:37.968" v="4" actId="1076"/>
        <pc:sldMkLst>
          <pc:docMk/>
          <pc:sldMk cId="3515090267" sldId="270"/>
        </pc:sldMkLst>
        <pc:picChg chg="add mod">
          <ac:chgData name="Srinivasa Reddy, Shashank reddy" userId="S::qn1833ep@go.minnstate.edu::5f8d5532-cbd8-40c0-aa18-97830f20e260" providerId="AD" clId="Web-{DDD9CB3A-D437-50AB-39BD-7C98B75F5347}" dt="2025-02-21T17:01:37.968" v="4" actId="1076"/>
          <ac:picMkLst>
            <pc:docMk/>
            <pc:sldMk cId="3515090267" sldId="270"/>
            <ac:picMk id="4" creationId="{45642381-F90B-86C1-D45A-D89FB5E60EDA}"/>
          </ac:picMkLst>
        </pc:picChg>
      </pc:sldChg>
      <pc:sldChg chg="addSp delSp modSp new">
        <pc:chgData name="Srinivasa Reddy, Shashank reddy" userId="S::qn1833ep@go.minnstate.edu::5f8d5532-cbd8-40c0-aa18-97830f20e260" providerId="AD" clId="Web-{DDD9CB3A-D437-50AB-39BD-7C98B75F5347}" dt="2025-02-21T17:13:04.980" v="312" actId="20577"/>
        <pc:sldMkLst>
          <pc:docMk/>
          <pc:sldMk cId="1656249528" sldId="273"/>
        </pc:sldMkLst>
        <pc:spChg chg="mod">
          <ac:chgData name="Srinivasa Reddy, Shashank reddy" userId="S::qn1833ep@go.minnstate.edu::5f8d5532-cbd8-40c0-aa18-97830f20e260" providerId="AD" clId="Web-{DDD9CB3A-D437-50AB-39BD-7C98B75F5347}" dt="2025-02-21T17:02:28.939" v="16" actId="20577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Srinivasa Reddy, Shashank reddy" userId="S::qn1833ep@go.minnstate.edu::5f8d5532-cbd8-40c0-aa18-97830f20e260" providerId="AD" clId="Web-{DDD9CB3A-D437-50AB-39BD-7C98B75F5347}" dt="2025-02-21T17:09:45.878" v="243" actId="1076"/>
          <ac:spMkLst>
            <pc:docMk/>
            <pc:sldMk cId="1656249528" sldId="273"/>
            <ac:spMk id="3" creationId="{46A343F2-B698-48D2-FC3A-44822BF5DE6B}"/>
          </ac:spMkLst>
        </pc:spChg>
      </pc:sldChg>
    </pc:docChg>
  </pc:docChgLst>
  <pc:docChgLst>
    <pc:chgData name="Wilkins, Graham C" userId="S::bh5884is@go.minnstate.edu::d858373d-d4a5-4d5a-af0d-fcf67a33b3d5" providerId="AD" clId="Web-{E6B4D284-1BFD-BF64-F5B9-4BF631D16266}"/>
    <pc:docChg chg="modSld sldOrd">
      <pc:chgData name="Wilkins, Graham C" userId="S::bh5884is@go.minnstate.edu::d858373d-d4a5-4d5a-af0d-fcf67a33b3d5" providerId="AD" clId="Web-{E6B4D284-1BFD-BF64-F5B9-4BF631D16266}" dt="2025-03-26T16:44:55.824" v="319"/>
      <pc:docMkLst>
        <pc:docMk/>
      </pc:docMkLst>
      <pc:sldChg chg="ord">
        <pc:chgData name="Wilkins, Graham C" userId="S::bh5884is@go.minnstate.edu::d858373d-d4a5-4d5a-af0d-fcf67a33b3d5" providerId="AD" clId="Web-{E6B4D284-1BFD-BF64-F5B9-4BF631D16266}" dt="2025-03-26T16:44:55.824" v="319"/>
        <pc:sldMkLst>
          <pc:docMk/>
          <pc:sldMk cId="886379872" sldId="257"/>
        </pc:sldMkLst>
      </pc:sldChg>
      <pc:sldChg chg="modSp">
        <pc:chgData name="Wilkins, Graham C" userId="S::bh5884is@go.minnstate.edu::d858373d-d4a5-4d5a-af0d-fcf67a33b3d5" providerId="AD" clId="Web-{E6B4D284-1BFD-BF64-F5B9-4BF631D16266}" dt="2025-03-26T16:20:22.490" v="317"/>
        <pc:sldMkLst>
          <pc:docMk/>
          <pc:sldMk cId="1656249528" sldId="273"/>
        </pc:sldMkLst>
        <pc:graphicFrameChg chg="mod modGraphic">
          <ac:chgData name="Wilkins, Graham C" userId="S::bh5884is@go.minnstate.edu::d858373d-d4a5-4d5a-af0d-fcf67a33b3d5" providerId="AD" clId="Web-{E6B4D284-1BFD-BF64-F5B9-4BF631D16266}" dt="2025-03-26T16:13:16.786" v="294" actId="1076"/>
          <ac:graphicFrameMkLst>
            <pc:docMk/>
            <pc:sldMk cId="1656249528" sldId="273"/>
            <ac:graphicFrameMk id="5" creationId="{AB044439-8608-7924-B83B-ECBD38F2645E}"/>
          </ac:graphicFrameMkLst>
        </pc:graphicFrameChg>
        <pc:graphicFrameChg chg="mod modGraphic">
          <ac:chgData name="Wilkins, Graham C" userId="S::bh5884is@go.minnstate.edu::d858373d-d4a5-4d5a-af0d-fcf67a33b3d5" providerId="AD" clId="Web-{E6B4D284-1BFD-BF64-F5B9-4BF631D16266}" dt="2025-03-26T16:20:22.490" v="317"/>
          <ac:graphicFrameMkLst>
            <pc:docMk/>
            <pc:sldMk cId="1656249528" sldId="273"/>
            <ac:graphicFrameMk id="12" creationId="{4061E4D3-28DD-20AC-AC20-9E6F9ABE05F4}"/>
          </ac:graphicFrameMkLst>
        </pc:graphicFrameChg>
      </pc:sldChg>
      <pc:sldChg chg="addSp modSp">
        <pc:chgData name="Wilkins, Graham C" userId="S::bh5884is@go.minnstate.edu::d858373d-d4a5-4d5a-af0d-fcf67a33b3d5" providerId="AD" clId="Web-{E6B4D284-1BFD-BF64-F5B9-4BF631D16266}" dt="2025-03-21T15:15:46.399" v="5" actId="1076"/>
        <pc:sldMkLst>
          <pc:docMk/>
          <pc:sldMk cId="1993179087" sldId="276"/>
        </pc:sldMkLst>
        <pc:picChg chg="add mod">
          <ac:chgData name="Wilkins, Graham C" userId="S::bh5884is@go.minnstate.edu::d858373d-d4a5-4d5a-af0d-fcf67a33b3d5" providerId="AD" clId="Web-{E6B4D284-1BFD-BF64-F5B9-4BF631D16266}" dt="2025-03-21T15:15:46.399" v="5" actId="1076"/>
          <ac:picMkLst>
            <pc:docMk/>
            <pc:sldMk cId="1993179087" sldId="276"/>
            <ac:picMk id="4" creationId="{B28D2C8D-0C83-CC71-F8F0-AB553355C13B}"/>
          </ac:picMkLst>
        </pc:picChg>
      </pc:sldChg>
    </pc:docChg>
  </pc:docChgLst>
  <pc:docChgLst>
    <pc:chgData name="Wilkins, Graham C" userId="S::bh5884is@go.minnstate.edu::d858373d-d4a5-4d5a-af0d-fcf67a33b3d5" providerId="AD" clId="Web-{31106DFC-D532-26BB-50FA-8A9ECCEE5849}"/>
    <pc:docChg chg="addSld delSld modSld">
      <pc:chgData name="Wilkins, Graham C" userId="S::bh5884is@go.minnstate.edu::d858373d-d4a5-4d5a-af0d-fcf67a33b3d5" providerId="AD" clId="Web-{31106DFC-D532-26BB-50FA-8A9ECCEE5849}" dt="2025-02-21T17:28:19.901" v="102" actId="20577"/>
      <pc:docMkLst>
        <pc:docMk/>
      </pc:docMkLst>
      <pc:sldChg chg="modSp">
        <pc:chgData name="Wilkins, Graham C" userId="S::bh5884is@go.minnstate.edu::d858373d-d4a5-4d5a-af0d-fcf67a33b3d5" providerId="AD" clId="Web-{31106DFC-D532-26BB-50FA-8A9ECCEE5849}" dt="2025-02-21T17:28:19.901" v="102" actId="20577"/>
        <pc:sldMkLst>
          <pc:docMk/>
          <pc:sldMk cId="38658698" sldId="258"/>
        </pc:sldMkLst>
        <pc:graphicFrameChg chg="modGraphic">
          <ac:chgData name="Wilkins, Graham C" userId="S::bh5884is@go.minnstate.edu::d858373d-d4a5-4d5a-af0d-fcf67a33b3d5" providerId="AD" clId="Web-{31106DFC-D532-26BB-50FA-8A9ECCEE5849}" dt="2025-02-21T17:28:19.901" v="102" actId="20577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addSp delSp modSp add replId">
        <pc:chgData name="Wilkins, Graham C" userId="S::bh5884is@go.minnstate.edu::d858373d-d4a5-4d5a-af0d-fcf67a33b3d5" providerId="AD" clId="Web-{31106DFC-D532-26BB-50FA-8A9ECCEE5849}" dt="2025-02-21T17:02:19.754" v="13" actId="20577"/>
        <pc:sldMkLst>
          <pc:docMk/>
          <pc:sldMk cId="3503842829" sldId="272"/>
        </pc:sldMkLst>
        <pc:spChg chg="mod">
          <ac:chgData name="Wilkins, Graham C" userId="S::bh5884is@go.minnstate.edu::d858373d-d4a5-4d5a-af0d-fcf67a33b3d5" providerId="AD" clId="Web-{31106DFC-D532-26BB-50FA-8A9ECCEE5849}" dt="2025-02-21T17:02:19.754" v="13" actId="20577"/>
          <ac:spMkLst>
            <pc:docMk/>
            <pc:sldMk cId="3503842829" sldId="272"/>
            <ac:spMk id="2" creationId="{7EFF37DF-3C0E-0C94-5117-32E3B5470806}"/>
          </ac:spMkLst>
        </pc:spChg>
        <pc:picChg chg="add mod">
          <ac:chgData name="Wilkins, Graham C" userId="S::bh5884is@go.minnstate.edu::d858373d-d4a5-4d5a-af0d-fcf67a33b3d5" providerId="AD" clId="Web-{31106DFC-D532-26BB-50FA-8A9ECCEE5849}" dt="2025-02-21T16:46:37.423" v="7" actId="1076"/>
          <ac:picMkLst>
            <pc:docMk/>
            <pc:sldMk cId="3503842829" sldId="272"/>
            <ac:picMk id="4" creationId="{65AAB778-E52C-C44C-F751-5FC55CDB838D}"/>
          </ac:picMkLst>
        </pc:picChg>
      </pc:sldChg>
      <pc:sldChg chg="add del replId">
        <pc:chgData name="Wilkins, Graham C" userId="S::bh5884is@go.minnstate.edu::d858373d-d4a5-4d5a-af0d-fcf67a33b3d5" providerId="AD" clId="Web-{31106DFC-D532-26BB-50FA-8A9ECCEE5849}" dt="2025-02-21T16:46:28.157" v="3"/>
        <pc:sldMkLst>
          <pc:docMk/>
          <pc:sldMk cId="1675201661" sldId="273"/>
        </pc:sldMkLst>
      </pc:sldChg>
    </pc:docChg>
  </pc:docChgLst>
  <pc:docChgLst>
    <pc:chgData name="Wilkins, Graham C" userId="S::bh5884is@go.minnstate.edu::d858373d-d4a5-4d5a-af0d-fcf67a33b3d5" providerId="AD" clId="Web-{CFBBBEFA-DC75-5629-235C-1B6AE2DC98FC}"/>
    <pc:docChg chg="delSld modSld sldOrd">
      <pc:chgData name="Wilkins, Graham C" userId="S::bh5884is@go.minnstate.edu::d858373d-d4a5-4d5a-af0d-fcf67a33b3d5" providerId="AD" clId="Web-{CFBBBEFA-DC75-5629-235C-1B6AE2DC98FC}" dt="2025-03-19T16:05:26.362" v="964"/>
      <pc:docMkLst>
        <pc:docMk/>
      </pc:docMkLst>
      <pc:sldChg chg="ord">
        <pc:chgData name="Wilkins, Graham C" userId="S::bh5884is@go.minnstate.edu::d858373d-d4a5-4d5a-af0d-fcf67a33b3d5" providerId="AD" clId="Web-{CFBBBEFA-DC75-5629-235C-1B6AE2DC98FC}" dt="2025-03-19T16:05:26.362" v="964"/>
        <pc:sldMkLst>
          <pc:docMk/>
          <pc:sldMk cId="886379872" sldId="257"/>
        </pc:sldMkLst>
      </pc:sldChg>
      <pc:sldChg chg="del">
        <pc:chgData name="Wilkins, Graham C" userId="S::bh5884is@go.minnstate.edu::d858373d-d4a5-4d5a-af0d-fcf67a33b3d5" providerId="AD" clId="Web-{CFBBBEFA-DC75-5629-235C-1B6AE2DC98FC}" dt="2025-03-19T15:34:18.233" v="2"/>
        <pc:sldMkLst>
          <pc:docMk/>
          <pc:sldMk cId="1987320157" sldId="267"/>
        </pc:sldMkLst>
      </pc:sldChg>
      <pc:sldChg chg="addSp delSp modSp">
        <pc:chgData name="Wilkins, Graham C" userId="S::bh5884is@go.minnstate.edu::d858373d-d4a5-4d5a-af0d-fcf67a33b3d5" providerId="AD" clId="Web-{CFBBBEFA-DC75-5629-235C-1B6AE2DC98FC}" dt="2025-03-19T16:03:27.737" v="962"/>
        <pc:sldMkLst>
          <pc:docMk/>
          <pc:sldMk cId="401840768" sldId="275"/>
        </pc:sldMkLst>
        <pc:spChg chg="mod">
          <ac:chgData name="Wilkins, Graham C" userId="S::bh5884is@go.minnstate.edu::d858373d-d4a5-4d5a-af0d-fcf67a33b3d5" providerId="AD" clId="Web-{CFBBBEFA-DC75-5629-235C-1B6AE2DC98FC}" dt="2025-03-19T15:59:29.050" v="647" actId="20577"/>
          <ac:spMkLst>
            <pc:docMk/>
            <pc:sldMk cId="401840768" sldId="275"/>
            <ac:spMk id="2" creationId="{3EB6FC04-BAAA-F161-D2CC-CF6F439C9A15}"/>
          </ac:spMkLst>
        </pc:spChg>
        <pc:spChg chg="add del mod">
          <ac:chgData name="Wilkins, Graham C" userId="S::bh5884is@go.minnstate.edu::d858373d-d4a5-4d5a-af0d-fcf67a33b3d5" providerId="AD" clId="Web-{CFBBBEFA-DC75-5629-235C-1B6AE2DC98FC}" dt="2025-03-19T15:51:33.693" v="6"/>
          <ac:spMkLst>
            <pc:docMk/>
            <pc:sldMk cId="401840768" sldId="275"/>
            <ac:spMk id="6" creationId="{A8C0FF89-2B71-8575-07E1-79D79782C66C}"/>
          </ac:spMkLst>
        </pc:spChg>
        <pc:spChg chg="del">
          <ac:chgData name="Wilkins, Graham C" userId="S::bh5884is@go.minnstate.edu::d858373d-d4a5-4d5a-af0d-fcf67a33b3d5" providerId="AD" clId="Web-{CFBBBEFA-DC75-5629-235C-1B6AE2DC98FC}" dt="2025-03-19T15:51:37.615" v="8"/>
          <ac:spMkLst>
            <pc:docMk/>
            <pc:sldMk cId="401840768" sldId="275"/>
            <ac:spMk id="7" creationId="{6077AC48-BA9A-E26D-5B16-7578A2A2EB0B}"/>
          </ac:spMkLst>
        </pc:spChg>
        <pc:spChg chg="del">
          <ac:chgData name="Wilkins, Graham C" userId="S::bh5884is@go.minnstate.edu::d858373d-d4a5-4d5a-af0d-fcf67a33b3d5" providerId="AD" clId="Web-{CFBBBEFA-DC75-5629-235C-1B6AE2DC98FC}" dt="2025-03-19T15:51:41.411" v="9"/>
          <ac:spMkLst>
            <pc:docMk/>
            <pc:sldMk cId="401840768" sldId="275"/>
            <ac:spMk id="8" creationId="{A90DCF66-5BF6-0F5B-D13C-AEC37C82769C}"/>
          </ac:spMkLst>
        </pc:spChg>
        <pc:graphicFrameChg chg="add del mod modGraphic">
          <ac:chgData name="Wilkins, Graham C" userId="S::bh5884is@go.minnstate.edu::d858373d-d4a5-4d5a-af0d-fcf67a33b3d5" providerId="AD" clId="Web-{CFBBBEFA-DC75-5629-235C-1B6AE2DC98FC}" dt="2025-03-19T15:55:30.692" v="226"/>
          <ac:graphicFrameMkLst>
            <pc:docMk/>
            <pc:sldMk cId="401840768" sldId="275"/>
            <ac:graphicFrameMk id="9" creationId="{971A1658-3583-9C6D-4676-C0D390A57D78}"/>
          </ac:graphicFrameMkLst>
        </pc:graphicFrameChg>
        <pc:graphicFrameChg chg="add mod modGraphic">
          <ac:chgData name="Wilkins, Graham C" userId="S::bh5884is@go.minnstate.edu::d858373d-d4a5-4d5a-af0d-fcf67a33b3d5" providerId="AD" clId="Web-{CFBBBEFA-DC75-5629-235C-1B6AE2DC98FC}" dt="2025-03-19T16:03:27.737" v="962"/>
          <ac:graphicFrameMkLst>
            <pc:docMk/>
            <pc:sldMk cId="401840768" sldId="275"/>
            <ac:graphicFrameMk id="10" creationId="{E2B6541C-7721-1340-B555-5E4B4D6B0B2E}"/>
          </ac:graphicFrameMkLst>
        </pc:graphicFrameChg>
        <pc:picChg chg="del mod">
          <ac:chgData name="Wilkins, Graham C" userId="S::bh5884is@go.minnstate.edu::d858373d-d4a5-4d5a-af0d-fcf67a33b3d5" providerId="AD" clId="Web-{CFBBBEFA-DC75-5629-235C-1B6AE2DC98FC}" dt="2025-03-19T15:51:30.630" v="5"/>
          <ac:picMkLst>
            <pc:docMk/>
            <pc:sldMk cId="401840768" sldId="275"/>
            <ac:picMk id="4" creationId="{448E08A2-9CC6-254A-374C-EB9E6914CC7E}"/>
          </ac:picMkLst>
        </pc:picChg>
        <pc:picChg chg="del">
          <ac:chgData name="Wilkins, Graham C" userId="S::bh5884is@go.minnstate.edu::d858373d-d4a5-4d5a-af0d-fcf67a33b3d5" providerId="AD" clId="Web-{CFBBBEFA-DC75-5629-235C-1B6AE2DC98FC}" dt="2025-03-19T15:51:35.396" v="7"/>
          <ac:picMkLst>
            <pc:docMk/>
            <pc:sldMk cId="401840768" sldId="275"/>
            <ac:picMk id="5" creationId="{6A5363CA-460A-FF24-F57B-F2E5720B633A}"/>
          </ac:picMkLst>
        </pc:picChg>
      </pc:sldChg>
      <pc:sldChg chg="del">
        <pc:chgData name="Wilkins, Graham C" userId="S::bh5884is@go.minnstate.edu::d858373d-d4a5-4d5a-af0d-fcf67a33b3d5" providerId="AD" clId="Web-{CFBBBEFA-DC75-5629-235C-1B6AE2DC98FC}" dt="2025-03-19T15:59:08.535" v="639"/>
        <pc:sldMkLst>
          <pc:docMk/>
          <pc:sldMk cId="4168929902" sldId="276"/>
        </pc:sldMkLst>
      </pc:sldChg>
      <pc:sldChg chg="del ord">
        <pc:chgData name="Wilkins, Graham C" userId="S::bh5884is@go.minnstate.edu::d858373d-d4a5-4d5a-af0d-fcf67a33b3d5" providerId="AD" clId="Web-{CFBBBEFA-DC75-5629-235C-1B6AE2DC98FC}" dt="2025-03-19T15:59:09.988" v="640"/>
        <pc:sldMkLst>
          <pc:docMk/>
          <pc:sldMk cId="3273053664" sldId="277"/>
        </pc:sldMkLst>
      </pc:sldChg>
    </pc:docChg>
  </pc:docChgLst>
  <pc:docChgLst>
    <pc:chgData name="Lakku, Sai Keertana R" userId="S::kb7924tj@go.minnstate.edu::aa713373-d62e-42be-a5fb-296135668942" providerId="AD" clId="Web-{21C7DA03-CA7E-CD3B-3EDF-5DD967C42C77}"/>
    <pc:docChg chg="addSld delSld modSld">
      <pc:chgData name="Lakku, Sai Keertana R" userId="S::kb7924tj@go.minnstate.edu::aa713373-d62e-42be-a5fb-296135668942" providerId="AD" clId="Web-{21C7DA03-CA7E-CD3B-3EDF-5DD967C42C77}" dt="2025-02-21T16:26:15.022" v="202"/>
      <pc:docMkLst>
        <pc:docMk/>
      </pc:docMkLst>
      <pc:sldChg chg="modSp">
        <pc:chgData name="Lakku, Sai Keertana R" userId="S::kb7924tj@go.minnstate.edu::aa713373-d62e-42be-a5fb-296135668942" providerId="AD" clId="Web-{21C7DA03-CA7E-CD3B-3EDF-5DD967C42C77}" dt="2025-02-21T16:13:23.852" v="32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21C7DA03-CA7E-CD3B-3EDF-5DD967C42C77}" dt="2025-02-21T16:13:23.852" v="32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21C7DA03-CA7E-CD3B-3EDF-5DD967C42C77}" dt="2025-02-21T16:26:06.694" v="201" actId="20577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21C7DA03-CA7E-CD3B-3EDF-5DD967C42C77}" dt="2025-02-21T16:25:16.332" v="199" actId="20577"/>
          <ac:spMkLst>
            <pc:docMk/>
            <pc:sldMk cId="38658698" sldId="258"/>
            <ac:spMk id="2" creationId="{688AC3B9-2A52-B51A-D8EE-90A85703DD3C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08.635" v="39"/>
        <pc:sldMkLst>
          <pc:docMk/>
          <pc:sldMk cId="2651625976" sldId="261"/>
        </pc:sldMkLst>
      </pc:sldChg>
      <pc:sldChg chg="modSp new">
        <pc:chgData name="Lakku, Sai Keertana R" userId="S::kb7924tj@go.minnstate.edu::aa713373-d62e-42be-a5fb-296135668942" providerId="AD" clId="Web-{21C7DA03-CA7E-CD3B-3EDF-5DD967C42C77}" dt="2025-02-21T16:14:55.699" v="5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21C7DA03-CA7E-CD3B-3EDF-5DD967C42C77}" dt="2025-02-21T16:14:55.699" v="5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12.104" v="40"/>
        <pc:sldMkLst>
          <pc:docMk/>
          <pc:sldMk cId="3700447520" sldId="267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2.885" v="37"/>
        <pc:sldMkLst>
          <pc:docMk/>
          <pc:sldMk cId="809836373" sldId="268"/>
        </pc:sldMkLst>
      </pc:sldChg>
      <pc:sldChg chg="new">
        <pc:chgData name="Lakku, Sai Keertana R" userId="S::kb7924tj@go.minnstate.edu::aa713373-d62e-42be-a5fb-296135668942" providerId="AD" clId="Web-{21C7DA03-CA7E-CD3B-3EDF-5DD967C42C77}" dt="2025-02-21T16:26:15.022" v="202"/>
        <pc:sldMkLst>
          <pc:docMk/>
          <pc:sldMk cId="1105610437" sldId="268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4.885" v="38"/>
        <pc:sldMkLst>
          <pc:docMk/>
          <pc:sldMk cId="2215554830" sldId="269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838" v="36"/>
        <pc:sldMkLst>
          <pc:docMk/>
          <pc:sldMk cId="3842570437" sldId="270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087" v="34"/>
        <pc:sldMkLst>
          <pc:docMk/>
          <pc:sldMk cId="1108363778" sldId="271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3:57.416" v="33"/>
        <pc:sldMkLst>
          <pc:docMk/>
          <pc:sldMk cId="2224434557" sldId="272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134" v="35"/>
        <pc:sldMkLst>
          <pc:docMk/>
          <pc:sldMk cId="986477362" sldId="273"/>
        </pc:sldMkLst>
      </pc:sldChg>
    </pc:docChg>
  </pc:docChgLst>
  <pc:docChgLst>
    <pc:chgData clId="Web-{87C06292-1DAC-6B06-D1BF-913DCCB5227D}"/>
    <pc:docChg chg="modSld">
      <pc:chgData name="" userId="" providerId="" clId="Web-{87C06292-1DAC-6B06-D1BF-913DCCB5227D}" dt="2025-02-28T17:30:19.909" v="2" actId="20577"/>
      <pc:docMkLst>
        <pc:docMk/>
      </pc:docMkLst>
      <pc:sldChg chg="modSp">
        <pc:chgData name="" userId="" providerId="" clId="Web-{87C06292-1DAC-6B06-D1BF-913DCCB5227D}" dt="2025-02-28T17:30:19.909" v="2" actId="20577"/>
        <pc:sldMkLst>
          <pc:docMk/>
          <pc:sldMk cId="109857222" sldId="256"/>
        </pc:sldMkLst>
        <pc:spChg chg="mod">
          <ac:chgData name="" userId="" providerId="" clId="Web-{87C06292-1DAC-6B06-D1BF-913DCCB5227D}" dt="2025-02-28T17:30:19.9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Lakku, Sai Keertana R" userId="S::kb7924tj@go.minnstate.edu::aa713373-d62e-42be-a5fb-296135668942" providerId="AD" clId="Web-{13F4CB66-695E-CDA0-669C-9BE6A8A311A6}"/>
    <pc:docChg chg="addSld delSld modSld sldOrd">
      <pc:chgData name="Lakku, Sai Keertana R" userId="S::kb7924tj@go.minnstate.edu::aa713373-d62e-42be-a5fb-296135668942" providerId="AD" clId="Web-{13F4CB66-695E-CDA0-669C-9BE6A8A311A6}" dt="2025-03-21T16:28:29.058" v="871" actId="20577"/>
      <pc:docMkLst>
        <pc:docMk/>
      </pc:docMkLst>
      <pc:sldChg chg="addSp delSp modSp">
        <pc:chgData name="Lakku, Sai Keertana R" userId="S::kb7924tj@go.minnstate.edu::aa713373-d62e-42be-a5fb-296135668942" providerId="AD" clId="Web-{13F4CB66-695E-CDA0-669C-9BE6A8A311A6}" dt="2025-03-21T15:52:48.532" v="46"/>
        <pc:sldMkLst>
          <pc:docMk/>
          <pc:sldMk cId="886379872" sldId="257"/>
        </pc:sldMkLst>
        <pc:spChg chg="mod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3" creationId="{518BB9FA-DF38-50E2-4D72-3ADA2A08B9C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0" creationId="{B87E4204-E93C-417B-9ED0-F81552DE87E4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2" creationId="{068E4A00-82CC-4AD0-B631-F820AEE40F36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4" creationId="{463665DF-25B8-4EE2-8F85-921EF38BE2D0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6" creationId="{B3378DC2-950E-4B63-B833-32DE4719A85C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1" creationId="{F747F1B4-B831-4277-8AB0-32767F7EB7BF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3" creationId="{D80CFA21-AB7C-4BEB-9BFF-05764FBBF3C6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5" creationId="{12F7E335-851A-4CAE-B09F-E657819D4600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7" creationId="{10B541F0-7F6E-402E-84D8-CF96EACA5FBC}"/>
          </ac:spMkLst>
        </pc:spChg>
        <pc:graphicFrameChg chg="mod ord modGraphic">
          <ac:chgData name="Lakku, Sai Keertana R" userId="S::kb7924tj@go.minnstate.edu::aa713373-d62e-42be-a5fb-296135668942" providerId="AD" clId="Web-{13F4CB66-695E-CDA0-669C-9BE6A8A311A6}" dt="2025-03-21T15:52:48.532" v="46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Lakku, Sai Keertana R" userId="S::kb7924tj@go.minnstate.edu::aa713373-d62e-42be-a5fb-296135668942" providerId="AD" clId="Web-{13F4CB66-695E-CDA0-669C-9BE6A8A311A6}" dt="2025-03-21T16:09:08.909" v="552" actId="20577"/>
        <pc:sldMkLst>
          <pc:docMk/>
          <pc:sldMk cId="2639385583" sldId="260"/>
        </pc:sldMkLst>
        <pc:spChg chg="mod">
          <ac:chgData name="Lakku, Sai Keertana R" userId="S::kb7924tj@go.minnstate.edu::aa713373-d62e-42be-a5fb-296135668942" providerId="AD" clId="Web-{13F4CB66-695E-CDA0-669C-9BE6A8A311A6}" dt="2025-03-21T16:09:08.909" v="552" actId="20577"/>
          <ac:spMkLst>
            <pc:docMk/>
            <pc:sldMk cId="2639385583" sldId="260"/>
            <ac:spMk id="2" creationId="{F2ECA33D-9372-9927-F8E7-2A49143B39C6}"/>
          </ac:spMkLst>
        </pc:spChg>
      </pc:sldChg>
      <pc:sldChg chg="addSp delSp modSp mod ord setBg setClrOvrMap">
        <pc:chgData name="Lakku, Sai Keertana R" userId="S::kb7924tj@go.minnstate.edu::aa713373-d62e-42be-a5fb-296135668942" providerId="AD" clId="Web-{13F4CB66-695E-CDA0-669C-9BE6A8A311A6}" dt="2025-03-21T16:28:29.058" v="871" actId="20577"/>
        <pc:sldMkLst>
          <pc:docMk/>
          <pc:sldMk cId="1656249528" sldId="273"/>
        </pc:sldMkLst>
        <pc:spChg chg="mod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3" creationId="{BB07757D-9A61-C17B-6695-738B0FAB9965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6:10:43.788" v="561"/>
          <ac:spMkLst>
            <pc:docMk/>
            <pc:sldMk cId="1656249528" sldId="273"/>
            <ac:spMk id="8" creationId="{35EFA3AB-2126-396C-6F0E-D0360CAE6F8B}"/>
          </ac:spMkLst>
        </pc:spChg>
        <pc:spChg chg="add mod">
          <ac:chgData name="Lakku, Sai Keertana R" userId="S::kb7924tj@go.minnstate.edu::aa713373-d62e-42be-a5fb-296135668942" providerId="AD" clId="Web-{13F4CB66-695E-CDA0-669C-9BE6A8A311A6}" dt="2025-03-21T16:28:29.058" v="871" actId="20577"/>
          <ac:spMkLst>
            <pc:docMk/>
            <pc:sldMk cId="1656249528" sldId="273"/>
            <ac:spMk id="10" creationId="{D0080BD7-D8BB-B9E7-39AA-F7C33D7AEDBC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13" creationId="{4AC0CD9D-7610-4620-93B4-798CCD9AB58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19" creationId="{DE4D62F9-188E-4530-84C2-24BDEE4BEB82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1" creationId="{D67CA421-FA2B-47ED-A101-F8BBEBB2976B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3" creationId="{12425D82-CD5E-45A4-9542-70951E59F2D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5" creationId="{221DB897-A621-4D5F-AC81-91199AC4370E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26.778" v="64"/>
          <ac:spMkLst>
            <pc:docMk/>
            <pc:sldMk cId="1656249528" sldId="273"/>
            <ac:spMk id="34" creationId="{989BE678-777B-482A-A616-FEDC47B162E5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26.778" v="64"/>
          <ac:spMkLst>
            <pc:docMk/>
            <pc:sldMk cId="1656249528" sldId="273"/>
            <ac:spMk id="40" creationId="{D28BE0C3-2102-4820-B88B-A448B1840D14}"/>
          </ac:spMkLst>
        </pc:spChg>
        <pc:graphicFrameChg chg="add mod modGraphic">
          <ac:chgData name="Lakku, Sai Keertana R" userId="S::kb7924tj@go.minnstate.edu::aa713373-d62e-42be-a5fb-296135668942" providerId="AD" clId="Web-{13F4CB66-695E-CDA0-669C-9BE6A8A311A6}" dt="2025-03-21T16:27:22.103" v="849" actId="1076"/>
          <ac:graphicFrameMkLst>
            <pc:docMk/>
            <pc:sldMk cId="1656249528" sldId="273"/>
            <ac:graphicFrameMk id="5" creationId="{AB044439-8608-7924-B83B-ECBD38F2645E}"/>
          </ac:graphicFrameMkLst>
        </pc:graphicFrameChg>
        <pc:graphicFrameChg chg="add mod modGraphic">
          <ac:chgData name="Lakku, Sai Keertana R" userId="S::kb7924tj@go.minnstate.edu::aa713373-d62e-42be-a5fb-296135668942" providerId="AD" clId="Web-{13F4CB66-695E-CDA0-669C-9BE6A8A311A6}" dt="2025-03-21T16:27:40.260" v="865"/>
          <ac:graphicFrameMkLst>
            <pc:docMk/>
            <pc:sldMk cId="1656249528" sldId="273"/>
            <ac:graphicFrameMk id="12" creationId="{4061E4D3-28DD-20AC-AC20-9E6F9ABE05F4}"/>
          </ac:graphicFrameMkLst>
        </pc:graphicFrameChg>
        <pc:picChg chg="add del mod">
          <ac:chgData name="Lakku, Sai Keertana R" userId="S::kb7924tj@go.minnstate.edu::aa713373-d62e-42be-a5fb-296135668942" providerId="AD" clId="Web-{13F4CB66-695E-CDA0-669C-9BE6A8A311A6}" dt="2025-03-21T16:03:34.679" v="296"/>
          <ac:picMkLst>
            <pc:docMk/>
            <pc:sldMk cId="1656249528" sldId="273"/>
            <ac:picMk id="4" creationId="{9E31FAAB-6511-163C-3039-50D9895F8C18}"/>
          </ac:picMkLst>
        </pc:picChg>
        <pc:picChg chg="add del mod">
          <ac:chgData name="Lakku, Sai Keertana R" userId="S::kb7924tj@go.minnstate.edu::aa713373-d62e-42be-a5fb-296135668942" providerId="AD" clId="Web-{13F4CB66-695E-CDA0-669C-9BE6A8A311A6}" dt="2025-03-21T16:09:57.427" v="554"/>
          <ac:picMkLst>
            <pc:docMk/>
            <pc:sldMk cId="1656249528" sldId="273"/>
            <ac:picMk id="6" creationId="{9407BD8E-DD55-7C68-BDF0-51C3E4EA3DD9}"/>
          </ac:picMkLst>
        </pc:picChg>
        <pc:picChg chg="add del mod">
          <ac:chgData name="Lakku, Sai Keertana R" userId="S::kb7924tj@go.minnstate.edu::aa713373-d62e-42be-a5fb-296135668942" providerId="AD" clId="Web-{13F4CB66-695E-CDA0-669C-9BE6A8A311A6}" dt="2025-03-21T16:26:20.054" v="830"/>
          <ac:picMkLst>
            <pc:docMk/>
            <pc:sldMk cId="1656249528" sldId="273"/>
            <ac:picMk id="7" creationId="{16C96141-AA10-A915-5157-FF1B2332C10B}"/>
          </ac:picMkLst>
        </pc:picChg>
        <pc:picChg chg="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1" creationId="{7C268552-D473-46ED-B1B8-422042C4DEF1}"/>
          </ac:picMkLst>
        </pc:picChg>
        <pc:picChg chg="add 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5" creationId="{B9238B3E-24AA-439A-B527-6C5DF6D72145}"/>
          </ac:picMkLst>
        </pc:picChg>
        <pc:picChg chg="add 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7" creationId="{69F01145-BEA3-4CBF-AA21-10077B948CA8}"/>
          </ac:picMkLst>
        </pc:picChg>
        <pc:picChg chg="del">
          <ac:chgData name="Lakku, Sai Keertana R" userId="S::kb7924tj@go.minnstate.edu::aa713373-d62e-42be-a5fb-296135668942" providerId="AD" clId="Web-{13F4CB66-695E-CDA0-669C-9BE6A8A311A6}" dt="2025-03-21T15:58:26.778" v="64"/>
          <ac:picMkLst>
            <pc:docMk/>
            <pc:sldMk cId="1656249528" sldId="273"/>
            <ac:picMk id="36" creationId="{CF1EB4BD-9C7E-4AA3-9681-C7EB0DA6250B}"/>
          </ac:picMkLst>
        </pc:picChg>
      </pc:sldChg>
      <pc:sldChg chg="modSp">
        <pc:chgData name="Lakku, Sai Keertana R" userId="S::kb7924tj@go.minnstate.edu::aa713373-d62e-42be-a5fb-296135668942" providerId="AD" clId="Web-{13F4CB66-695E-CDA0-669C-9BE6A8A311A6}" dt="2025-03-21T15:49:25.665" v="1" actId="20577"/>
        <pc:sldMkLst>
          <pc:docMk/>
          <pc:sldMk cId="893194236" sldId="274"/>
        </pc:sldMkLst>
        <pc:spChg chg="mod">
          <ac:chgData name="Lakku, Sai Keertana R" userId="S::kb7924tj@go.minnstate.edu::aa713373-d62e-42be-a5fb-296135668942" providerId="AD" clId="Web-{13F4CB66-695E-CDA0-669C-9BE6A8A311A6}" dt="2025-03-21T15:49:25.665" v="1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modSp">
        <pc:chgData name="Lakku, Sai Keertana R" userId="S::kb7924tj@go.minnstate.edu::aa713373-d62e-42be-a5fb-296135668942" providerId="AD" clId="Web-{13F4CB66-695E-CDA0-669C-9BE6A8A311A6}" dt="2025-03-21T15:50:40.480" v="28" actId="20577"/>
        <pc:sldMkLst>
          <pc:docMk/>
          <pc:sldMk cId="401840768" sldId="275"/>
        </pc:sldMkLst>
        <pc:spChg chg="mod">
          <ac:chgData name="Lakku, Sai Keertana R" userId="S::kb7924tj@go.minnstate.edu::aa713373-d62e-42be-a5fb-296135668942" providerId="AD" clId="Web-{13F4CB66-695E-CDA0-669C-9BE6A8A311A6}" dt="2025-03-21T15:50:40.480" v="28" actId="20577"/>
          <ac:spMkLst>
            <pc:docMk/>
            <pc:sldMk cId="401840768" sldId="275"/>
            <ac:spMk id="2" creationId="{3EB6FC04-BAAA-F161-D2CC-CF6F439C9A15}"/>
          </ac:spMkLst>
        </pc:spChg>
        <pc:graphicFrameChg chg="mod modGraphic">
          <ac:chgData name="Lakku, Sai Keertana R" userId="S::kb7924tj@go.minnstate.edu::aa713373-d62e-42be-a5fb-296135668942" providerId="AD" clId="Web-{13F4CB66-695E-CDA0-669C-9BE6A8A311A6}" dt="2025-03-21T15:50:25.011" v="13"/>
          <ac:graphicFrameMkLst>
            <pc:docMk/>
            <pc:sldMk cId="401840768" sldId="275"/>
            <ac:graphicFrameMk id="10" creationId="{E2B6541C-7721-1340-B555-5E4B4D6B0B2E}"/>
          </ac:graphicFrameMkLst>
        </pc:graphicFrameChg>
      </pc:sldChg>
      <pc:sldChg chg="modSp new del">
        <pc:chgData name="Lakku, Sai Keertana R" userId="S::kb7924tj@go.minnstate.edu::aa713373-d62e-42be-a5fb-296135668942" providerId="AD" clId="Web-{13F4CB66-695E-CDA0-669C-9BE6A8A311A6}" dt="2025-03-21T16:12:04.994" v="585"/>
        <pc:sldMkLst>
          <pc:docMk/>
          <pc:sldMk cId="1934876581" sldId="277"/>
        </pc:sldMkLst>
        <pc:spChg chg="mod">
          <ac:chgData name="Lakku, Sai Keertana R" userId="S::kb7924tj@go.minnstate.edu::aa713373-d62e-42be-a5fb-296135668942" providerId="AD" clId="Web-{13F4CB66-695E-CDA0-669C-9BE6A8A311A6}" dt="2025-03-21T16:07:17.421" v="495" actId="20577"/>
          <ac:spMkLst>
            <pc:docMk/>
            <pc:sldMk cId="1934876581" sldId="277"/>
            <ac:spMk id="2" creationId="{DAFE9434-2048-4025-D916-38325B838809}"/>
          </ac:spMkLst>
        </pc:spChg>
        <pc:spChg chg="mod">
          <ac:chgData name="Lakku, Sai Keertana R" userId="S::kb7924tj@go.minnstate.edu::aa713373-d62e-42be-a5fb-296135668942" providerId="AD" clId="Web-{13F4CB66-695E-CDA0-669C-9BE6A8A311A6}" dt="2025-03-21T16:08:53.565" v="551" actId="20577"/>
          <ac:spMkLst>
            <pc:docMk/>
            <pc:sldMk cId="1934876581" sldId="277"/>
            <ac:spMk id="3" creationId="{415F14D9-93E4-568F-B46C-BA9F0397D605}"/>
          </ac:spMkLst>
        </pc:spChg>
      </pc:sldChg>
    </pc:docChg>
  </pc:docChgLst>
  <pc:docChgLst>
    <pc:chgData name="Hjulberg, Andrew S" userId="S::hi6397ef@go.minnstate.edu::55255bf8-79f2-42d3-80cc-139b63d0776c" providerId="AD" clId="Web-{376CB649-3097-89C8-559B-AA01E4D4941F}"/>
    <pc:docChg chg="addSld delSld modSld sldOrd">
      <pc:chgData name="Hjulberg, Andrew S" userId="S::hi6397ef@go.minnstate.edu::55255bf8-79f2-42d3-80cc-139b63d0776c" providerId="AD" clId="Web-{376CB649-3097-89C8-559B-AA01E4D4941F}" dt="2025-02-28T17:24:34.060" v="337"/>
      <pc:docMkLst>
        <pc:docMk/>
      </pc:docMkLst>
      <pc:sldChg chg="modSp">
        <pc:chgData name="Hjulberg, Andrew S" userId="S::hi6397ef@go.minnstate.edu::55255bf8-79f2-42d3-80cc-139b63d0776c" providerId="AD" clId="Web-{376CB649-3097-89C8-559B-AA01E4D4941F}" dt="2025-02-28T16:22:23.532" v="67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376CB649-3097-89C8-559B-AA01E4D4941F}" dt="2025-02-28T16:22:23.532" v="67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del">
        <pc:chgData name="Hjulberg, Andrew S" userId="S::hi6397ef@go.minnstate.edu::55255bf8-79f2-42d3-80cc-139b63d0776c" providerId="AD" clId="Web-{376CB649-3097-89C8-559B-AA01E4D4941F}" dt="2025-02-28T17:12:37.375" v="224"/>
        <pc:sldMkLst>
          <pc:docMk/>
          <pc:sldMk cId="38658698" sldId="258"/>
        </pc:sldMkLst>
      </pc:sldChg>
      <pc:sldChg chg="modSp">
        <pc:chgData name="Hjulberg, Andrew S" userId="S::hi6397ef@go.minnstate.edu::55255bf8-79f2-42d3-80cc-139b63d0776c" providerId="AD" clId="Web-{376CB649-3097-89C8-559B-AA01E4D4941F}" dt="2025-02-28T17:14:43.577" v="334" actId="20577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376CB649-3097-89C8-559B-AA01E4D4941F}" dt="2025-02-28T17:14:43.577" v="334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del">
        <pc:chgData name="Hjulberg, Andrew S" userId="S::hi6397ef@go.minnstate.edu::55255bf8-79f2-42d3-80cc-139b63d0776c" providerId="AD" clId="Web-{376CB649-3097-89C8-559B-AA01E4D4941F}" dt="2025-02-28T17:12:48.375" v="225"/>
        <pc:sldMkLst>
          <pc:docMk/>
          <pc:sldMk cId="3503842829" sldId="272"/>
        </pc:sldMkLst>
      </pc:sldChg>
      <pc:sldChg chg="addSp delSp modSp">
        <pc:chgData name="Hjulberg, Andrew S" userId="S::hi6397ef@go.minnstate.edu::55255bf8-79f2-42d3-80cc-139b63d0776c" providerId="AD" clId="Web-{376CB649-3097-89C8-559B-AA01E4D4941F}" dt="2025-02-28T17:21:15.717" v="336"/>
        <pc:sldMkLst>
          <pc:docMk/>
          <pc:sldMk cId="1656249528" sldId="273"/>
        </pc:sldMkLst>
        <pc:spChg chg="mod">
          <ac:chgData name="Hjulberg, Andrew S" userId="S::hi6397ef@go.minnstate.edu::55255bf8-79f2-42d3-80cc-139b63d0776c" providerId="AD" clId="Web-{376CB649-3097-89C8-559B-AA01E4D4941F}" dt="2025-02-28T16:22:51.158" v="76" actId="20577"/>
          <ac:spMkLst>
            <pc:docMk/>
            <pc:sldMk cId="1656249528" sldId="273"/>
            <ac:spMk id="2" creationId="{7ADE7BEE-0CC5-93A6-E221-8066FAB3E767}"/>
          </ac:spMkLst>
        </pc:spChg>
        <pc:spChg chg="del mod">
          <ac:chgData name="Hjulberg, Andrew S" userId="S::hi6397ef@go.minnstate.edu::55255bf8-79f2-42d3-80cc-139b63d0776c" providerId="AD" clId="Web-{376CB649-3097-89C8-559B-AA01E4D4941F}" dt="2025-02-28T17:20:34.248" v="335"/>
          <ac:spMkLst>
            <pc:docMk/>
            <pc:sldMk cId="1656249528" sldId="273"/>
            <ac:spMk id="3" creationId="{46A343F2-B698-48D2-FC3A-44822BF5DE6B}"/>
          </ac:spMkLst>
        </pc:spChg>
        <pc:spChg chg="del mod">
          <ac:chgData name="Hjulberg, Andrew S" userId="S::hi6397ef@go.minnstate.edu::55255bf8-79f2-42d3-80cc-139b63d0776c" providerId="AD" clId="Web-{376CB649-3097-89C8-559B-AA01E4D4941F}" dt="2025-02-28T16:23:04.627" v="87"/>
          <ac:spMkLst>
            <pc:docMk/>
            <pc:sldMk cId="1656249528" sldId="273"/>
            <ac:spMk id="6" creationId="{517CD70C-E249-1C4A-7A66-32A36B4BB5CC}"/>
          </ac:spMkLst>
        </pc:spChg>
        <pc:spChg chg="del">
          <ac:chgData name="Hjulberg, Andrew S" userId="S::hi6397ef@go.minnstate.edu::55255bf8-79f2-42d3-80cc-139b63d0776c" providerId="AD" clId="Web-{376CB649-3097-89C8-559B-AA01E4D4941F}" dt="2025-02-28T16:23:06.549" v="88"/>
          <ac:spMkLst>
            <pc:docMk/>
            <pc:sldMk cId="1656249528" sldId="273"/>
            <ac:spMk id="7" creationId="{037204CA-53E4-FFCF-ECFA-2F596608CD9D}"/>
          </ac:spMkLst>
        </pc:spChg>
        <pc:picChg chg="add mod">
          <ac:chgData name="Hjulberg, Andrew S" userId="S::hi6397ef@go.minnstate.edu::55255bf8-79f2-42d3-80cc-139b63d0776c" providerId="AD" clId="Web-{376CB649-3097-89C8-559B-AA01E4D4941F}" dt="2025-02-28T17:21:15.717" v="336"/>
          <ac:picMkLst>
            <pc:docMk/>
            <pc:sldMk cId="1656249528" sldId="273"/>
            <ac:picMk id="4" creationId="{3CE9554B-8A7F-5658-1146-1B2D8E79C2FD}"/>
          </ac:picMkLst>
        </pc:picChg>
      </pc:sldChg>
      <pc:sldChg chg="modSp add ord replId">
        <pc:chgData name="Hjulberg, Andrew S" userId="S::hi6397ef@go.minnstate.edu::55255bf8-79f2-42d3-80cc-139b63d0776c" providerId="AD" clId="Web-{376CB649-3097-89C8-559B-AA01E4D4941F}" dt="2025-02-28T17:24:34.060" v="33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376CB649-3097-89C8-559B-AA01E4D4941F}" dt="2025-02-28T16:24:05.395" v="105" actId="20577"/>
          <ac:spMkLst>
            <pc:docMk/>
            <pc:sldMk cId="893194236" sldId="274"/>
            <ac:spMk id="2" creationId="{FBE08AF8-5DFC-680F-363D-9939D6AB4E40}"/>
          </ac:spMkLst>
        </pc:spChg>
        <pc:spChg chg="mod">
          <ac:chgData name="Hjulberg, Andrew S" userId="S::hi6397ef@go.minnstate.edu::55255bf8-79f2-42d3-80cc-139b63d0776c" providerId="AD" clId="Web-{376CB649-3097-89C8-559B-AA01E4D4941F}" dt="2025-02-28T16:26:23.713" v="223" actId="20577"/>
          <ac:spMkLst>
            <pc:docMk/>
            <pc:sldMk cId="893194236" sldId="274"/>
            <ac:spMk id="3" creationId="{C5BA3A65-7E07-E196-7479-E250D272D1AE}"/>
          </ac:spMkLst>
        </pc:spChg>
      </pc:sldChg>
    </pc:docChg>
  </pc:docChgLst>
  <pc:docChgLst>
    <pc:chgData name="Lakku, Sai Keertana R" userId="S::kb7924tj@go.minnstate.edu::aa713373-d62e-42be-a5fb-296135668942" providerId="AD" clId="Web-{55809949-4BA6-31A0-30FC-BD82EA129E1F}"/>
    <pc:docChg chg="addSld delSld modSld">
      <pc:chgData name="Lakku, Sai Keertana R" userId="S::kb7924tj@go.minnstate.edu::aa713373-d62e-42be-a5fb-296135668942" providerId="AD" clId="Web-{55809949-4BA6-31A0-30FC-BD82EA129E1F}" dt="2025-02-21T16:41:10.613" v="434" actId="20577"/>
      <pc:docMkLst>
        <pc:docMk/>
      </pc:docMkLst>
      <pc:sldChg chg="modSp">
        <pc:chgData name="Lakku, Sai Keertana R" userId="S::kb7924tj@go.minnstate.edu::aa713373-d62e-42be-a5fb-296135668942" providerId="AD" clId="Web-{55809949-4BA6-31A0-30FC-BD82EA129E1F}" dt="2025-02-21T16:41:10.613" v="434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55809949-4BA6-31A0-30FC-BD82EA129E1F}" dt="2025-02-21T16:41:10.613" v="434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55809949-4BA6-31A0-30FC-BD82EA129E1F}" dt="2025-02-21T16:39:34.876" v="414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2" creationId="{688AC3B9-2A52-B51A-D8EE-90A85703DD3C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0" creationId="{4E78424C-6FD0-41F8-9CAA-5DC19C42359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2" creationId="{DD136760-57DC-4301-8BEA-B71AD2D13905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4" creationId="{BDC58DEA-1307-4F44-AD47-E613D8B76A89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6" creationId="{C99B912D-1E4B-42AF-A2BE-CFEFEC916EE7}"/>
          </ac:spMkLst>
        </pc:spChg>
      </pc:sldChg>
      <pc:sldChg chg="modSp del">
        <pc:chgData name="Lakku, Sai Keertana R" userId="S::kb7924tj@go.minnstate.edu::aa713373-d62e-42be-a5fb-296135668942" providerId="AD" clId="Web-{55809949-4BA6-31A0-30FC-BD82EA129E1F}" dt="2025-02-21T16:30:02.022" v="58"/>
        <pc:sldMkLst>
          <pc:docMk/>
          <pc:sldMk cId="3481272266" sldId="266"/>
        </pc:sldMkLst>
      </pc:sldChg>
      <pc:sldChg chg="modSp">
        <pc:chgData name="Lakku, Sai Keertana R" userId="S::kb7924tj@go.minnstate.edu::aa713373-d62e-42be-a5fb-296135668942" providerId="AD" clId="Web-{55809949-4BA6-31A0-30FC-BD82EA129E1F}" dt="2025-02-21T16:32:59.947" v="28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55809949-4BA6-31A0-30FC-BD82EA129E1F}" dt="2025-02-21T16:32:59.947" v="28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modSp">
        <pc:chgData name="Lakku, Sai Keertana R" userId="S::kb7924tj@go.minnstate.edu::aa713373-d62e-42be-a5fb-296135668942" providerId="AD" clId="Web-{55809949-4BA6-31A0-30FC-BD82EA129E1F}" dt="2025-02-21T16:29:21.912" v="52" actId="20577"/>
        <pc:sldMkLst>
          <pc:docMk/>
          <pc:sldMk cId="1105610437" sldId="268"/>
        </pc:sldMkLst>
      </pc:sldChg>
      <pc:sldChg chg="new del">
        <pc:chgData name="Lakku, Sai Keertana R" userId="S::kb7924tj@go.minnstate.edu::aa713373-d62e-42be-a5fb-296135668942" providerId="AD" clId="Web-{55809949-4BA6-31A0-30FC-BD82EA129E1F}" dt="2025-02-21T16:27:20.159" v="1"/>
        <pc:sldMkLst>
          <pc:docMk/>
          <pc:sldMk cId="1086306751" sldId="269"/>
        </pc:sldMkLst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39:54.158" v="415"/>
        <pc:sldMkLst>
          <pc:docMk/>
          <pc:sldMk cId="1258313468" sldId="269"/>
        </pc:sldMkLst>
        <pc:spChg chg="mo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2" creationId="{802D1CA8-4AF4-EE92-811B-E41F68602FF1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39:54.158" v="415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modSp new">
        <pc:chgData name="Lakku, Sai Keertana R" userId="S::kb7924tj@go.minnstate.edu::aa713373-d62e-42be-a5fb-296135668942" providerId="AD" clId="Web-{55809949-4BA6-31A0-30FC-BD82EA129E1F}" dt="2025-02-21T16:32:51.744" v="280" actId="20577"/>
        <pc:sldMkLst>
          <pc:docMk/>
          <pc:sldMk cId="3515090267" sldId="270"/>
        </pc:sldMkLst>
        <pc:spChg chg="mod">
          <ac:chgData name="Lakku, Sai Keertana R" userId="S::kb7924tj@go.minnstate.edu::aa713373-d62e-42be-a5fb-296135668942" providerId="AD" clId="Web-{55809949-4BA6-31A0-30FC-BD82EA129E1F}" dt="2025-02-21T16:32:51.744" v="280" actId="20577"/>
          <ac:spMkLst>
            <pc:docMk/>
            <pc:sldMk cId="3515090267" sldId="270"/>
            <ac:spMk id="2" creationId="{EA09EF9F-3A87-3E44-CB5B-EDCC40297D43}"/>
          </ac:spMkLst>
        </pc:spChg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40:25.237" v="416"/>
        <pc:sldMkLst>
          <pc:docMk/>
          <pc:sldMk cId="1340975371" sldId="271"/>
        </pc:sldMkLst>
        <pc:spChg chg="mo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2" creationId="{E58A1520-60AF-0E6B-03F1-3A8E2623E3E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40:25.237" v="416"/>
          <ac:graphicFrameMkLst>
            <pc:docMk/>
            <pc:sldMk cId="1340975371" sldId="271"/>
            <ac:graphicFrameMk id="5" creationId="{D7A5384F-0122-3104-7460-473A31760BA4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64159B3A-8EC3-1548-AB78-74344C4AE6CE}"/>
    <pc:docChg chg="addSld delSld modSld sldOrd">
      <pc:chgData name="Wilkins, Graham C" userId="S::bh5884is@go.minnstate.edu::d858373d-d4a5-4d5a-af0d-fcf67a33b3d5" providerId="AD" clId="Web-{64159B3A-8EC3-1548-AB78-74344C4AE6CE}" dt="2025-02-28T17:29:58.939" v="370"/>
      <pc:docMkLst>
        <pc:docMk/>
      </pc:docMkLst>
      <pc:sldChg chg="modSp">
        <pc:chgData name="Wilkins, Graham C" userId="S::bh5884is@go.minnstate.edu::d858373d-d4a5-4d5a-af0d-fcf67a33b3d5" providerId="AD" clId="Web-{64159B3A-8EC3-1548-AB78-74344C4AE6CE}" dt="2025-02-28T17:24:56.491" v="205" actId="20577"/>
        <pc:sldMkLst>
          <pc:docMk/>
          <pc:sldMk cId="886379872" sldId="257"/>
        </pc:sldMkLst>
        <pc:graphicFrameChg chg="modGraphic">
          <ac:chgData name="Wilkins, Graham C" userId="S::bh5884is@go.minnstate.edu::d858373d-d4a5-4d5a-af0d-fcf67a33b3d5" providerId="AD" clId="Web-{64159B3A-8EC3-1548-AB78-74344C4AE6CE}" dt="2025-02-28T17:24:56.491" v="205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 ord">
        <pc:chgData name="Wilkins, Graham C" userId="S::bh5884is@go.minnstate.edu::d858373d-d4a5-4d5a-af0d-fcf67a33b3d5" providerId="AD" clId="Web-{64159B3A-8EC3-1548-AB78-74344C4AE6CE}" dt="2025-02-28T17:29:36.782" v="348" actId="20577"/>
        <pc:sldMkLst>
          <pc:docMk/>
          <pc:sldMk cId="1987320157" sldId="267"/>
        </pc:sldMkLst>
        <pc:spChg chg="mod">
          <ac:chgData name="Wilkins, Graham C" userId="S::bh5884is@go.minnstate.edu::d858373d-d4a5-4d5a-af0d-fcf67a33b3d5" providerId="AD" clId="Web-{64159B3A-8EC3-1548-AB78-74344C4AE6CE}" dt="2025-02-28T17:29:05.063" v="315" actId="20577"/>
          <ac:spMkLst>
            <pc:docMk/>
            <pc:sldMk cId="1987320157" sldId="267"/>
            <ac:spMk id="2" creationId="{97BAABD8-7260-4DFE-68DB-0632582C632D}"/>
          </ac:spMkLst>
        </pc:spChg>
        <pc:spChg chg="mod">
          <ac:chgData name="Wilkins, Graham C" userId="S::bh5884is@go.minnstate.edu::d858373d-d4a5-4d5a-af0d-fcf67a33b3d5" providerId="AD" clId="Web-{64159B3A-8EC3-1548-AB78-74344C4AE6CE}" dt="2025-02-28T17:29:36.782" v="348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del">
        <pc:chgData name="Wilkins, Graham C" userId="S::bh5884is@go.minnstate.edu::d858373d-d4a5-4d5a-af0d-fcf67a33b3d5" providerId="AD" clId="Web-{64159B3A-8EC3-1548-AB78-74344C4AE6CE}" dt="2025-02-28T17:00:46.813" v="0"/>
        <pc:sldMkLst>
          <pc:docMk/>
          <pc:sldMk cId="3515090267" sldId="270"/>
        </pc:sldMkLst>
      </pc:sldChg>
      <pc:sldChg chg="del">
        <pc:chgData name="Wilkins, Graham C" userId="S::bh5884is@go.minnstate.edu::d858373d-d4a5-4d5a-af0d-fcf67a33b3d5" providerId="AD" clId="Web-{64159B3A-8EC3-1548-AB78-74344C4AE6CE}" dt="2025-02-28T17:00:48.719" v="1"/>
        <pc:sldMkLst>
          <pc:docMk/>
          <pc:sldMk cId="1340975371" sldId="271"/>
        </pc:sldMkLst>
      </pc:sldChg>
      <pc:sldChg chg="addSp delSp modSp new">
        <pc:chgData name="Wilkins, Graham C" userId="S::bh5884is@go.minnstate.edu::d858373d-d4a5-4d5a-af0d-fcf67a33b3d5" providerId="AD" clId="Web-{64159B3A-8EC3-1548-AB78-74344C4AE6CE}" dt="2025-02-28T17:23:58.270" v="117" actId="14100"/>
        <pc:sldMkLst>
          <pc:docMk/>
          <pc:sldMk cId="401840768" sldId="275"/>
        </pc:sldMkLst>
        <pc:spChg chg="mod">
          <ac:chgData name="Wilkins, Graham C" userId="S::bh5884is@go.minnstate.edu::d858373d-d4a5-4d5a-af0d-fcf67a33b3d5" providerId="AD" clId="Web-{64159B3A-8EC3-1548-AB78-74344C4AE6CE}" dt="2025-02-28T17:13:04.496" v="74" actId="20577"/>
          <ac:spMkLst>
            <pc:docMk/>
            <pc:sldMk cId="401840768" sldId="275"/>
            <ac:spMk id="2" creationId="{3EB6FC04-BAAA-F161-D2CC-CF6F439C9A15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08:47.393" v="3"/>
          <ac:spMkLst>
            <pc:docMk/>
            <pc:sldMk cId="401840768" sldId="275"/>
            <ac:spMk id="3" creationId="{6F83B398-1AD6-7017-7723-9C1A1EEEA1D5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3:46.473" v="111" actId="20577"/>
          <ac:spMkLst>
            <pc:docMk/>
            <pc:sldMk cId="401840768" sldId="275"/>
            <ac:spMk id="7" creationId="{6077AC48-BA9A-E26D-5B16-7578A2A2EB0B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3:58.270" v="117" actId="14100"/>
          <ac:spMkLst>
            <pc:docMk/>
            <pc:sldMk cId="401840768" sldId="275"/>
            <ac:spMk id="8" creationId="{A90DCF66-5BF6-0F5B-D13C-AEC37C82769C}"/>
          </ac:spMkLst>
        </pc:spChg>
        <pc:picChg chg="add mod ord">
          <ac:chgData name="Wilkins, Graham C" userId="S::bh5884is@go.minnstate.edu::d858373d-d4a5-4d5a-af0d-fcf67a33b3d5" providerId="AD" clId="Web-{64159B3A-8EC3-1548-AB78-74344C4AE6CE}" dt="2025-02-28T17:16:59.817" v="101" actId="14100"/>
          <ac:picMkLst>
            <pc:docMk/>
            <pc:sldMk cId="401840768" sldId="275"/>
            <ac:picMk id="4" creationId="{448E08A2-9CC6-254A-374C-EB9E6914CC7E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6:55.567" v="99" actId="14100"/>
          <ac:picMkLst>
            <pc:docMk/>
            <pc:sldMk cId="401840768" sldId="275"/>
            <ac:picMk id="5" creationId="{6A5363CA-460A-FF24-F57B-F2E5720B633A}"/>
          </ac:picMkLst>
        </pc:picChg>
      </pc:sldChg>
      <pc:sldChg chg="addSp delSp modSp new">
        <pc:chgData name="Wilkins, Graham C" userId="S::bh5884is@go.minnstate.edu::d858373d-d4a5-4d5a-af0d-fcf67a33b3d5" providerId="AD" clId="Web-{64159B3A-8EC3-1548-AB78-74344C4AE6CE}" dt="2025-02-28T17:24:07.552" v="119"/>
        <pc:sldMkLst>
          <pc:docMk/>
          <pc:sldMk cId="4168929902" sldId="276"/>
        </pc:sldMkLst>
        <pc:spChg chg="mod">
          <ac:chgData name="Wilkins, Graham C" userId="S::bh5884is@go.minnstate.edu::d858373d-d4a5-4d5a-af0d-fcf67a33b3d5" providerId="AD" clId="Web-{64159B3A-8EC3-1548-AB78-74344C4AE6CE}" dt="2025-02-28T17:13:30.372" v="86" actId="14100"/>
          <ac:spMkLst>
            <pc:docMk/>
            <pc:sldMk cId="4168929902" sldId="276"/>
            <ac:spMk id="2" creationId="{3A947105-7D2A-E830-EE7F-E416842FDEE4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11:39.556" v="57"/>
          <ac:spMkLst>
            <pc:docMk/>
            <pc:sldMk cId="4168929902" sldId="276"/>
            <ac:spMk id="3" creationId="{18D0C8DF-B480-26D9-2E60-79DAA1167776}"/>
          </ac:spMkLst>
        </pc:spChg>
        <pc:spChg chg="add del mod">
          <ac:chgData name="Wilkins, Graham C" userId="S::bh5884is@go.minnstate.edu::d858373d-d4a5-4d5a-af0d-fcf67a33b3d5" providerId="AD" clId="Web-{64159B3A-8EC3-1548-AB78-74344C4AE6CE}" dt="2025-02-28T17:16:39.973" v="94"/>
          <ac:spMkLst>
            <pc:docMk/>
            <pc:sldMk cId="4168929902" sldId="276"/>
            <ac:spMk id="7" creationId="{6B3EE8B4-DAE5-4780-4432-C0D953C1DAF3}"/>
          </ac:spMkLst>
        </pc:spChg>
        <pc:spChg chg="add">
          <ac:chgData name="Wilkins, Graham C" userId="S::bh5884is@go.minnstate.edu::d858373d-d4a5-4d5a-af0d-fcf67a33b3d5" providerId="AD" clId="Web-{64159B3A-8EC3-1548-AB78-74344C4AE6CE}" dt="2025-02-28T17:24:07.536" v="118"/>
          <ac:spMkLst>
            <pc:docMk/>
            <pc:sldMk cId="4168929902" sldId="276"/>
            <ac:spMk id="9" creationId="{687004A1-EE7B-234F-1EE6-93037565BE2B}"/>
          </ac:spMkLst>
        </pc:spChg>
        <pc:spChg chg="add">
          <ac:chgData name="Wilkins, Graham C" userId="S::bh5884is@go.minnstate.edu::d858373d-d4a5-4d5a-af0d-fcf67a33b3d5" providerId="AD" clId="Web-{64159B3A-8EC3-1548-AB78-74344C4AE6CE}" dt="2025-02-28T17:24:07.552" v="119"/>
          <ac:spMkLst>
            <pc:docMk/>
            <pc:sldMk cId="4168929902" sldId="276"/>
            <ac:spMk id="11" creationId="{765B3B5E-5AE2-B14D-9D4B-983E86C0F11C}"/>
          </ac:spMkLst>
        </pc:spChg>
        <pc:picChg chg="add mod">
          <ac:chgData name="Wilkins, Graham C" userId="S::bh5884is@go.minnstate.edu::d858373d-d4a5-4d5a-af0d-fcf67a33b3d5" providerId="AD" clId="Web-{64159B3A-8EC3-1548-AB78-74344C4AE6CE}" dt="2025-02-28T17:12:04.947" v="63" actId="14100"/>
          <ac:picMkLst>
            <pc:docMk/>
            <pc:sldMk cId="4168929902" sldId="276"/>
            <ac:picMk id="4" creationId="{C94739E7-ABB8-213B-651F-CA410C30A4F5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2:02.525" v="62" actId="1076"/>
          <ac:picMkLst>
            <pc:docMk/>
            <pc:sldMk cId="4168929902" sldId="276"/>
            <ac:picMk id="5" creationId="{BAB3F4F4-2AD0-6F01-26E7-4086FD9B8BC3}"/>
          </ac:picMkLst>
        </pc:picChg>
      </pc:sldChg>
      <pc:sldChg chg="addSp delSp modSp new">
        <pc:chgData name="Wilkins, Graham C" userId="S::bh5884is@go.minnstate.edu::d858373d-d4a5-4d5a-af0d-fcf67a33b3d5" providerId="AD" clId="Web-{64159B3A-8EC3-1548-AB78-74344C4AE6CE}" dt="2025-02-28T17:28:44.812" v="310" actId="1076"/>
        <pc:sldMkLst>
          <pc:docMk/>
          <pc:sldMk cId="3273053664" sldId="277"/>
        </pc:sldMkLst>
        <pc:spChg chg="mod">
          <ac:chgData name="Wilkins, Graham C" userId="S::bh5884is@go.minnstate.edu::d858373d-d4a5-4d5a-af0d-fcf67a33b3d5" providerId="AD" clId="Web-{64159B3A-8EC3-1548-AB78-74344C4AE6CE}" dt="2025-02-28T17:24:31.756" v="161" actId="20577"/>
          <ac:spMkLst>
            <pc:docMk/>
            <pc:sldMk cId="3273053664" sldId="277"/>
            <ac:spMk id="2" creationId="{2F10C5DD-05A8-2437-33E3-AED0D9720D31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16:24.097" v="92"/>
          <ac:spMkLst>
            <pc:docMk/>
            <pc:sldMk cId="3273053664" sldId="277"/>
            <ac:spMk id="3" creationId="{D8F6224C-D7F3-C5DD-56A2-F33AD227EEB2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8:33.936" v="289" actId="20577"/>
          <ac:spMkLst>
            <pc:docMk/>
            <pc:sldMk cId="3273053664" sldId="277"/>
            <ac:spMk id="8" creationId="{B0A20924-784F-1448-9D0D-0EA3DDC0ADA4}"/>
          </ac:spMkLst>
        </pc:spChg>
        <pc:spChg chg="add del mod">
          <ac:chgData name="Wilkins, Graham C" userId="S::bh5884is@go.minnstate.edu::d858373d-d4a5-4d5a-af0d-fcf67a33b3d5" providerId="AD" clId="Web-{64159B3A-8EC3-1548-AB78-74344C4AE6CE}" dt="2025-02-28T17:28:31.514" v="288"/>
          <ac:spMkLst>
            <pc:docMk/>
            <pc:sldMk cId="3273053664" sldId="277"/>
            <ac:spMk id="10" creationId="{8094D909-0ACB-3D19-0ADB-FB3B72D9447C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8:44.812" v="310" actId="1076"/>
          <ac:spMkLst>
            <pc:docMk/>
            <pc:sldMk cId="3273053664" sldId="277"/>
            <ac:spMk id="11" creationId="{4110D6CC-5486-E90F-79C8-E5628EF62ABB}"/>
          </ac:spMkLst>
        </pc:spChg>
        <pc:picChg chg="add mod ord">
          <ac:chgData name="Wilkins, Graham C" userId="S::bh5884is@go.minnstate.edu::d858373d-d4a5-4d5a-af0d-fcf67a33b3d5" providerId="AD" clId="Web-{64159B3A-8EC3-1548-AB78-74344C4AE6CE}" dt="2025-02-28T17:16:25.363" v="93" actId="1076"/>
          <ac:picMkLst>
            <pc:docMk/>
            <pc:sldMk cId="3273053664" sldId="277"/>
            <ac:picMk id="4" creationId="{4DF34ACB-364E-F7A2-3102-E8646AA9BBFC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6:45.207" v="96" actId="1076"/>
          <ac:picMkLst>
            <pc:docMk/>
            <pc:sldMk cId="3273053664" sldId="277"/>
            <ac:picMk id="6" creationId="{CDBFF1CC-BAAD-4ABC-F244-842708F371DB}"/>
          </ac:picMkLst>
        </pc:picChg>
      </pc:sldChg>
      <pc:sldChg chg="modSp add del replId">
        <pc:chgData name="Wilkins, Graham C" userId="S::bh5884is@go.minnstate.edu::d858373d-d4a5-4d5a-af0d-fcf67a33b3d5" providerId="AD" clId="Web-{64159B3A-8EC3-1548-AB78-74344C4AE6CE}" dt="2025-02-28T17:29:58.939" v="370"/>
        <pc:sldMkLst>
          <pc:docMk/>
          <pc:sldMk cId="3060660367" sldId="278"/>
        </pc:sldMkLst>
        <pc:spChg chg="mod">
          <ac:chgData name="Wilkins, Graham C" userId="S::bh5884is@go.minnstate.edu::d858373d-d4a5-4d5a-af0d-fcf67a33b3d5" providerId="AD" clId="Web-{64159B3A-8EC3-1548-AB78-74344C4AE6CE}" dt="2025-02-28T17:29:56.846" v="369" actId="20577"/>
          <ac:spMkLst>
            <pc:docMk/>
            <pc:sldMk cId="3060660367" sldId="278"/>
            <ac:spMk id="4" creationId="{8EDDE56B-E950-2D20-EBBA-B3CAD92EA217}"/>
          </ac:spMkLst>
        </pc:spChg>
      </pc:sldChg>
    </pc:docChg>
  </pc:docChgLst>
  <pc:docChgLst>
    <pc:chgData clId="Web-{21C7DA03-CA7E-CD3B-3EDF-5DD967C42C77}"/>
    <pc:docChg chg="modSld">
      <pc:chgData name="" userId="" providerId="" clId="Web-{21C7DA03-CA7E-CD3B-3EDF-5DD967C42C77}" dt="2025-02-21T16:12:25.209" v="2" actId="20577"/>
      <pc:docMkLst>
        <pc:docMk/>
      </pc:docMkLst>
      <pc:sldChg chg="modSp">
        <pc:chgData name="" userId="" providerId="" clId="Web-{21C7DA03-CA7E-CD3B-3EDF-5DD967C42C77}" dt="2025-02-21T16:12:25.209" v="2" actId="20577"/>
        <pc:sldMkLst>
          <pc:docMk/>
          <pc:sldMk cId="109857222" sldId="256"/>
        </pc:sldMkLst>
        <pc:spChg chg="mod">
          <ac:chgData name="" userId="" providerId="" clId="Web-{21C7DA03-CA7E-CD3B-3EDF-5DD967C42C77}" dt="2025-02-21T16:12:25.2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Hjulberg, Andrew S" userId="S::hi6397ef@go.minnstate.edu::55255bf8-79f2-42d3-80cc-139b63d0776c" providerId="AD" clId="Web-{87C06292-1DAC-6B06-D1BF-913DCCB5227D}"/>
    <pc:docChg chg="modSld">
      <pc:chgData name="Hjulberg, Andrew S" userId="S::hi6397ef@go.minnstate.edu::55255bf8-79f2-42d3-80cc-139b63d0776c" providerId="AD" clId="Web-{87C06292-1DAC-6B06-D1BF-913DCCB5227D}" dt="2025-02-28T17:30:24.971" v="2" actId="20577"/>
      <pc:docMkLst>
        <pc:docMk/>
      </pc:docMkLst>
      <pc:sldChg chg="modSp">
        <pc:chgData name="Hjulberg, Andrew S" userId="S::hi6397ef@go.minnstate.edu::55255bf8-79f2-42d3-80cc-139b63d0776c" providerId="AD" clId="Web-{87C06292-1DAC-6B06-D1BF-913DCCB5227D}" dt="2025-02-28T17:30:24.971" v="2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87C06292-1DAC-6B06-D1BF-913DCCB5227D}" dt="2025-02-28T17:30:24.971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Hjulberg, Andrew S" userId="55255bf8-79f2-42d3-80cc-139b63d0776c" providerId="ADAL" clId="{BF91F376-D513-407B-90DF-F66CF7546839}"/>
    <pc:docChg chg="custSel addSld modSld sldOrd">
      <pc:chgData name="Hjulberg, Andrew S" userId="55255bf8-79f2-42d3-80cc-139b63d0776c" providerId="ADAL" clId="{BF91F376-D513-407B-90DF-F66CF7546839}" dt="2025-03-21T15:54:34.060" v="141"/>
      <pc:docMkLst>
        <pc:docMk/>
      </pc:docMkLst>
      <pc:sldChg chg="modSp">
        <pc:chgData name="Hjulberg, Andrew S" userId="55255bf8-79f2-42d3-80cc-139b63d0776c" providerId="ADAL" clId="{BF91F376-D513-407B-90DF-F66CF7546839}" dt="2025-03-21T15:54:02.674" v="140"/>
        <pc:sldMkLst>
          <pc:docMk/>
          <pc:sldMk cId="886379872" sldId="257"/>
        </pc:sldMkLst>
        <pc:graphicFrameChg chg="mod">
          <ac:chgData name="Hjulberg, Andrew S" userId="55255bf8-79f2-42d3-80cc-139b63d0776c" providerId="ADAL" clId="{BF91F376-D513-407B-90DF-F66CF7546839}" dt="2025-03-21T15:54:02.674" v="14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 mod">
        <pc:chgData name="Hjulberg, Andrew S" userId="55255bf8-79f2-42d3-80cc-139b63d0776c" providerId="ADAL" clId="{BF91F376-D513-407B-90DF-F66CF7546839}" dt="2025-03-21T15:54:34.060" v="141"/>
        <pc:sldMkLst>
          <pc:docMk/>
          <pc:sldMk cId="1258313468" sldId="269"/>
        </pc:sldMkLst>
        <pc:graphicFrameChg chg="add mod">
          <ac:chgData name="Hjulberg, Andrew S" userId="55255bf8-79f2-42d3-80cc-139b63d0776c" providerId="ADAL" clId="{BF91F376-D513-407B-90DF-F66CF7546839}" dt="2025-03-21T15:54:34.060" v="141"/>
          <ac:graphicFrameMkLst>
            <pc:docMk/>
            <pc:sldMk cId="1258313468" sldId="269"/>
            <ac:graphicFrameMk id="5" creationId="{635C2A7D-A2CA-3FC7-C810-CE0225A50F5B}"/>
          </ac:graphicFrameMkLst>
        </pc:graphicFrameChg>
        <pc:picChg chg="add del mod">
          <ac:chgData name="Hjulberg, Andrew S" userId="55255bf8-79f2-42d3-80cc-139b63d0776c" providerId="ADAL" clId="{BF91F376-D513-407B-90DF-F66CF7546839}" dt="2025-03-19T15:38:33.278" v="2" actId="21"/>
          <ac:picMkLst>
            <pc:docMk/>
            <pc:sldMk cId="1258313468" sldId="269"/>
            <ac:picMk id="4" creationId="{B404D528-2AD9-F19E-84A4-8479A7EE7449}"/>
          </ac:picMkLst>
        </pc:picChg>
      </pc:sldChg>
      <pc:sldChg chg="modSp add mod ord">
        <pc:chgData name="Hjulberg, Andrew S" userId="55255bf8-79f2-42d3-80cc-139b63d0776c" providerId="ADAL" clId="{BF91F376-D513-407B-90DF-F66CF7546839}" dt="2025-03-19T16:00:46.577" v="138" actId="20577"/>
        <pc:sldMkLst>
          <pc:docMk/>
          <pc:sldMk cId="1993179087" sldId="276"/>
        </pc:sldMkLst>
        <pc:spChg chg="mod">
          <ac:chgData name="Hjulberg, Andrew S" userId="55255bf8-79f2-42d3-80cc-139b63d0776c" providerId="ADAL" clId="{BF91F376-D513-407B-90DF-F66CF7546839}" dt="2025-03-19T15:59:50.656" v="29" actId="20577"/>
          <ac:spMkLst>
            <pc:docMk/>
            <pc:sldMk cId="1993179087" sldId="276"/>
            <ac:spMk id="2" creationId="{49C1FF65-261C-CCF6-A3D2-CEFEC608E079}"/>
          </ac:spMkLst>
        </pc:spChg>
        <pc:spChg chg="mod">
          <ac:chgData name="Hjulberg, Andrew S" userId="55255bf8-79f2-42d3-80cc-139b63d0776c" providerId="ADAL" clId="{BF91F376-D513-407B-90DF-F66CF7546839}" dt="2025-03-19T16:00:46.577" v="138" actId="20577"/>
          <ac:spMkLst>
            <pc:docMk/>
            <pc:sldMk cId="1993179087" sldId="276"/>
            <ac:spMk id="3" creationId="{DB5172F2-3E63-AAF5-65C0-36067AFB5F54}"/>
          </ac:spMkLst>
        </pc:spChg>
      </pc:sldChg>
    </pc:docChg>
  </pc:docChgLst>
  <pc:docChgLst>
    <pc:chgData name="Hjulberg, Andrew S" userId="S::hi6397ef@go.minnstate.edu::55255bf8-79f2-42d3-80cc-139b63d0776c" providerId="AD" clId="Web-{EF1A6D5F-665E-057D-4E7B-7E7BC612AC41}"/>
    <pc:docChg chg="modSld">
      <pc:chgData name="Hjulberg, Andrew S" userId="S::hi6397ef@go.minnstate.edu::55255bf8-79f2-42d3-80cc-139b63d0776c" providerId="AD" clId="Web-{EF1A6D5F-665E-057D-4E7B-7E7BC612AC41}" dt="2025-03-21T16:02:00.433" v="7" actId="20577"/>
      <pc:docMkLst>
        <pc:docMk/>
      </pc:docMkLst>
      <pc:sldChg chg="modSp">
        <pc:chgData name="Hjulberg, Andrew S" userId="S::hi6397ef@go.minnstate.edu::55255bf8-79f2-42d3-80cc-139b63d0776c" providerId="AD" clId="Web-{EF1A6D5F-665E-057D-4E7B-7E7BC612AC41}" dt="2025-03-21T15:52:16.802" v="3" actId="20577"/>
        <pc:sldMkLst>
          <pc:docMk/>
          <pc:sldMk cId="886379872" sldId="257"/>
        </pc:sldMkLst>
        <pc:spChg chg="mod">
          <ac:chgData name="Hjulberg, Andrew S" userId="S::hi6397ef@go.minnstate.edu::55255bf8-79f2-42d3-80cc-139b63d0776c" providerId="AD" clId="Web-{EF1A6D5F-665E-057D-4E7B-7E7BC612AC41}" dt="2025-03-21T15:52:16.802" v="3" actId="20577"/>
          <ac:spMkLst>
            <pc:docMk/>
            <pc:sldMk cId="886379872" sldId="257"/>
            <ac:spMk id="3" creationId="{518BB9FA-DF38-50E2-4D72-3ADA2A08B9C1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5:52:08.068" v="2" actId="20577"/>
        <pc:sldMkLst>
          <pc:docMk/>
          <pc:sldMk cId="1258313468" sldId="269"/>
        </pc:sldMkLst>
        <pc:spChg chg="mod">
          <ac:chgData name="Hjulberg, Andrew S" userId="S::hi6397ef@go.minnstate.edu::55255bf8-79f2-42d3-80cc-139b63d0776c" providerId="AD" clId="Web-{EF1A6D5F-665E-057D-4E7B-7E7BC612AC41}" dt="2025-03-21T15:52:08.068" v="2" actId="20577"/>
          <ac:spMkLst>
            <pc:docMk/>
            <pc:sldMk cId="1258313468" sldId="269"/>
            <ac:spMk id="6" creationId="{F460C7CA-C74A-47C3-E8E1-675A2D2DFD09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6:01:52.729" v="5" actId="20577"/>
        <pc:sldMkLst>
          <pc:docMk/>
          <pc:sldMk cId="401840768" sldId="275"/>
        </pc:sldMkLst>
        <pc:spChg chg="mod">
          <ac:chgData name="Hjulberg, Andrew S" userId="S::hi6397ef@go.minnstate.edu::55255bf8-79f2-42d3-80cc-139b63d0776c" providerId="AD" clId="Web-{EF1A6D5F-665E-057D-4E7B-7E7BC612AC41}" dt="2025-03-21T16:01:52.729" v="5" actId="20577"/>
          <ac:spMkLst>
            <pc:docMk/>
            <pc:sldMk cId="401840768" sldId="275"/>
            <ac:spMk id="3" creationId="{28EC074C-A5CF-98CF-574C-DC35FC12E44B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6:02:00.433" v="7" actId="20577"/>
        <pc:sldMkLst>
          <pc:docMk/>
          <pc:sldMk cId="1993179087" sldId="276"/>
        </pc:sldMkLst>
        <pc:spChg chg="mod">
          <ac:chgData name="Hjulberg, Andrew S" userId="S::hi6397ef@go.minnstate.edu::55255bf8-79f2-42d3-80cc-139b63d0776c" providerId="AD" clId="Web-{EF1A6D5F-665E-057D-4E7B-7E7BC612AC41}" dt="2025-03-21T16:02:00.433" v="7" actId="20577"/>
          <ac:spMkLst>
            <pc:docMk/>
            <pc:sldMk cId="1993179087" sldId="276"/>
            <ac:spMk id="5" creationId="{B9C43766-19B1-0C6D-882D-062474674ACD}"/>
          </ac:spMkLst>
        </pc:spChg>
      </pc:sldChg>
    </pc:docChg>
  </pc:docChgLst>
  <pc:docChgLst>
    <pc:chgData name="Lakku, Sai Keertana R" userId="S::kb7924tj@go.minnstate.edu::aa713373-d62e-42be-a5fb-296135668942" providerId="AD" clId="Web-{9FEA75D6-2E57-8A5D-906F-0FD5885D31A6}"/>
    <pc:docChg chg="delSld modSld">
      <pc:chgData name="Lakku, Sai Keertana R" userId="S::kb7924tj@go.minnstate.edu::aa713373-d62e-42be-a5fb-296135668942" providerId="AD" clId="Web-{9FEA75D6-2E57-8A5D-906F-0FD5885D31A6}" dt="2025-02-21T17:28:40.671" v="12" actId="14100"/>
      <pc:docMkLst>
        <pc:docMk/>
      </pc:docMkLst>
      <pc:sldChg chg="addSp delSp modSp">
        <pc:chgData name="Lakku, Sai Keertana R" userId="S::kb7924tj@go.minnstate.edu::aa713373-d62e-42be-a5fb-296135668942" providerId="AD" clId="Web-{9FEA75D6-2E57-8A5D-906F-0FD5885D31A6}" dt="2025-02-21T17:21:38.592" v="9" actId="14100"/>
        <pc:sldMkLst>
          <pc:docMk/>
          <pc:sldMk cId="886379872" sldId="257"/>
        </pc:sldMkLst>
        <pc:graphicFrameChg chg="add del mod">
          <ac:chgData name="Lakku, Sai Keertana R" userId="S::kb7924tj@go.minnstate.edu::aa713373-d62e-42be-a5fb-296135668942" providerId="AD" clId="Web-{9FEA75D6-2E57-8A5D-906F-0FD5885D31A6}" dt="2025-02-21T17:21:38.592" v="9" actId="1410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Lakku, Sai Keertana R" userId="S::kb7924tj@go.minnstate.edu::aa713373-d62e-42be-a5fb-296135668942" providerId="AD" clId="Web-{9FEA75D6-2E57-8A5D-906F-0FD5885D31A6}" dt="2025-02-21T17:28:14.935" v="11" actId="1076"/>
        <pc:sldMkLst>
          <pc:docMk/>
          <pc:sldMk cId="38658698" sldId="258"/>
        </pc:sldMkLst>
        <pc:graphicFrameChg chg="mod">
          <ac:chgData name="Lakku, Sai Keertana R" userId="S::kb7924tj@go.minnstate.edu::aa713373-d62e-42be-a5fb-296135668942" providerId="AD" clId="Web-{9FEA75D6-2E57-8A5D-906F-0FD5885D31A6}" dt="2025-02-21T17:28:14.935" v="11" actId="1076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del">
        <pc:chgData name="Lakku, Sai Keertana R" userId="S::kb7924tj@go.minnstate.edu::aa713373-d62e-42be-a5fb-296135668942" providerId="AD" clId="Web-{9FEA75D6-2E57-8A5D-906F-0FD5885D31A6}" dt="2025-02-21T16:44:48.527" v="8"/>
        <pc:sldMkLst>
          <pc:docMk/>
          <pc:sldMk cId="1105610437" sldId="268"/>
        </pc:sldMkLst>
      </pc:sldChg>
      <pc:sldChg chg="modSp">
        <pc:chgData name="Lakku, Sai Keertana R" userId="S::kb7924tj@go.minnstate.edu::aa713373-d62e-42be-a5fb-296135668942" providerId="AD" clId="Web-{9FEA75D6-2E57-8A5D-906F-0FD5885D31A6}" dt="2025-02-21T17:28:40.671" v="12" actId="14100"/>
        <pc:sldMkLst>
          <pc:docMk/>
          <pc:sldMk cId="3503842829" sldId="272"/>
        </pc:sldMkLst>
        <pc:picChg chg="mod">
          <ac:chgData name="Lakku, Sai Keertana R" userId="S::kb7924tj@go.minnstate.edu::aa713373-d62e-42be-a5fb-296135668942" providerId="AD" clId="Web-{9FEA75D6-2E57-8A5D-906F-0FD5885D31A6}" dt="2025-02-21T17:28:40.671" v="12" actId="14100"/>
          <ac:picMkLst>
            <pc:docMk/>
            <pc:sldMk cId="3503842829" sldId="272"/>
            <ac:picMk id="4" creationId="{65AAB778-E52C-C44C-F751-5FC55CDB838D}"/>
          </ac:picMkLst>
        </pc:picChg>
      </pc:sldChg>
    </pc:docChg>
  </pc:docChgLst>
  <pc:docChgLst>
    <pc:chgData name="Lakku, Sai Keertana R" userId="S::kb7924tj@go.minnstate.edu::aa713373-d62e-42be-a5fb-296135668942" providerId="AD" clId="Web-{16D0C6C2-4CD6-F137-D7E2-ADF60FF368C4}"/>
    <pc:docChg chg="modSld">
      <pc:chgData name="Lakku, Sai Keertana R" userId="S::kb7924tj@go.minnstate.edu::aa713373-d62e-42be-a5fb-296135668942" providerId="AD" clId="Web-{16D0C6C2-4CD6-F137-D7E2-ADF60FF368C4}" dt="2025-03-19T15:59:28.084" v="0"/>
      <pc:docMkLst>
        <pc:docMk/>
      </pc:docMkLst>
      <pc:sldChg chg="delSp">
        <pc:chgData name="Lakku, Sai Keertana R" userId="S::kb7924tj@go.minnstate.edu::aa713373-d62e-42be-a5fb-296135668942" providerId="AD" clId="Web-{16D0C6C2-4CD6-F137-D7E2-ADF60FF368C4}" dt="2025-03-19T15:59:28.084" v="0"/>
        <pc:sldMkLst>
          <pc:docMk/>
          <pc:sldMk cId="1656249528" sldId="273"/>
        </pc:sldMkLst>
        <pc:picChg chg="del">
          <ac:chgData name="Lakku, Sai Keertana R" userId="S::kb7924tj@go.minnstate.edu::aa713373-d62e-42be-a5fb-296135668942" providerId="AD" clId="Web-{16D0C6C2-4CD6-F137-D7E2-ADF60FF368C4}" dt="2025-03-19T15:59:28.084" v="0"/>
          <ac:picMkLst>
            <pc:docMk/>
            <pc:sldMk cId="1656249528" sldId="273"/>
            <ac:picMk id="4" creationId="{3CE9554B-8A7F-5658-1146-1B2D8E79C2FD}"/>
          </ac:picMkLst>
        </pc:picChg>
      </pc:sldChg>
    </pc:docChg>
  </pc:docChgLst>
  <pc:docChgLst>
    <pc:chgData name="Hjulberg, Andrew S" userId="S::hi6397ef@go.minnstate.edu::55255bf8-79f2-42d3-80cc-139b63d0776c" providerId="AD" clId="Web-{5AA759CE-D215-3DBF-664F-1109CD46F206}"/>
    <pc:docChg chg="modSld">
      <pc:chgData name="Hjulberg, Andrew S" userId="S::hi6397ef@go.minnstate.edu::55255bf8-79f2-42d3-80cc-139b63d0776c" providerId="AD" clId="Web-{5AA759CE-D215-3DBF-664F-1109CD46F206}" dt="2025-03-19T18:56:10.115" v="348" actId="20577"/>
      <pc:docMkLst>
        <pc:docMk/>
      </pc:docMkLst>
      <pc:sldChg chg="modSp">
        <pc:chgData name="Hjulberg, Andrew S" userId="S::hi6397ef@go.minnstate.edu::55255bf8-79f2-42d3-80cc-139b63d0776c" providerId="AD" clId="Web-{5AA759CE-D215-3DBF-664F-1109CD46F206}" dt="2025-03-19T15:13:45.181" v="9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5AA759CE-D215-3DBF-664F-1109CD46F206}" dt="2025-03-19T15:13:45.181" v="9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5AA759CE-D215-3DBF-664F-1109CD46F206}" dt="2025-03-19T15:49:09.258" v="340" actId="14100"/>
        <pc:sldMkLst>
          <pc:docMk/>
          <pc:sldMk cId="886379872" sldId="257"/>
        </pc:sldMkLst>
        <pc:graphicFrameChg chg="mod modGraphic">
          <ac:chgData name="Hjulberg, Andrew S" userId="S::hi6397ef@go.minnstate.edu::55255bf8-79f2-42d3-80cc-139b63d0776c" providerId="AD" clId="Web-{5AA759CE-D215-3DBF-664F-1109CD46F206}" dt="2025-03-19T15:49:09.258" v="340" actId="1410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S::hi6397ef@go.minnstate.edu::55255bf8-79f2-42d3-80cc-139b63d0776c" providerId="AD" clId="Web-{5AA759CE-D215-3DBF-664F-1109CD46F206}" dt="2025-03-19T15:23:42.105" v="33" actId="20577"/>
        <pc:sldMkLst>
          <pc:docMk/>
          <pc:sldMk cId="1987320157" sldId="267"/>
        </pc:sldMkLst>
        <pc:spChg chg="mod">
          <ac:chgData name="Hjulberg, Andrew S" userId="S::hi6397ef@go.minnstate.edu::55255bf8-79f2-42d3-80cc-139b63d0776c" providerId="AD" clId="Web-{5AA759CE-D215-3DBF-664F-1109CD46F206}" dt="2025-03-19T15:23:42.105" v="33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addSp delSp modSp">
        <pc:chgData name="Hjulberg, Andrew S" userId="S::hi6397ef@go.minnstate.edu::55255bf8-79f2-42d3-80cc-139b63d0776c" providerId="AD" clId="Web-{5AA759CE-D215-3DBF-664F-1109CD46F206}" dt="2025-03-19T15:29:25.913" v="339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5AA759CE-D215-3DBF-664F-1109CD46F206}" dt="2025-03-19T15:27:33.409" v="337"/>
          <ac:graphicFrameMkLst>
            <pc:docMk/>
            <pc:sldMk cId="1258313468" sldId="269"/>
            <ac:graphicFrameMk id="5" creationId="{635C2A7D-A2CA-3FC7-C810-CE0225A50F5B}"/>
          </ac:graphicFrameMkLst>
        </pc:graphicFrameChg>
        <pc:picChg chg="add del mod">
          <ac:chgData name="Hjulberg, Andrew S" userId="S::hi6397ef@go.minnstate.edu::55255bf8-79f2-42d3-80cc-139b63d0776c" providerId="AD" clId="Web-{5AA759CE-D215-3DBF-664F-1109CD46F206}" dt="2025-03-19T15:29:25.913" v="339"/>
          <ac:picMkLst>
            <pc:docMk/>
            <pc:sldMk cId="1258313468" sldId="269"/>
            <ac:picMk id="1639" creationId="{D8992D32-5282-EF45-CBEA-25E38DC22578}"/>
          </ac:picMkLst>
        </pc:picChg>
      </pc:sldChg>
      <pc:sldChg chg="modSp">
        <pc:chgData name="Hjulberg, Andrew S" userId="S::hi6397ef@go.minnstate.edu::55255bf8-79f2-42d3-80cc-139b63d0776c" providerId="AD" clId="Web-{5AA759CE-D215-3DBF-664F-1109CD46F206}" dt="2025-03-19T18:56:10.115" v="348" actId="2057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5AA759CE-D215-3DBF-664F-1109CD46F206}" dt="2025-03-19T18:56:10.115" v="348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modSp">
        <pc:chgData name="Hjulberg, Andrew S" userId="S::hi6397ef@go.minnstate.edu::55255bf8-79f2-42d3-80cc-139b63d0776c" providerId="AD" clId="Web-{5AA759CE-D215-3DBF-664F-1109CD46F206}" dt="2025-03-19T15:23:50.668" v="39" actId="20577"/>
        <pc:sldMkLst>
          <pc:docMk/>
          <pc:sldMk cId="3273053664" sldId="277"/>
        </pc:sldMkLst>
        <pc:spChg chg="mod">
          <ac:chgData name="Hjulberg, Andrew S" userId="S::hi6397ef@go.minnstate.edu::55255bf8-79f2-42d3-80cc-139b63d0776c" providerId="AD" clId="Web-{5AA759CE-D215-3DBF-664F-1109CD46F206}" dt="2025-03-19T15:23:50.668" v="39" actId="20577"/>
          <ac:spMkLst>
            <pc:docMk/>
            <pc:sldMk cId="3273053664" sldId="277"/>
            <ac:spMk id="2" creationId="{2F10C5DD-05A8-2437-33E3-AED0D9720D3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9FC2A-95E4-4DB8-BC70-687346FDB9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C88F448-429B-45D3-BBA3-D45570DFF73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Model Selection</a:t>
          </a:r>
        </a:p>
      </dgm:t>
    </dgm:pt>
    <dgm:pt modelId="{C04FB20D-AA03-4BDF-ADDC-105154080B03}" type="parTrans" cxnId="{2FB5DF13-142B-46AD-BE08-5EB7E8AF6290}">
      <dgm:prSet/>
      <dgm:spPr/>
      <dgm:t>
        <a:bodyPr/>
        <a:lstStyle/>
        <a:p>
          <a:endParaRPr lang="en-US"/>
        </a:p>
      </dgm:t>
    </dgm:pt>
    <dgm:pt modelId="{C398F7E2-D652-4DEE-9E6E-C33DDD66E17E}" type="sibTrans" cxnId="{2FB5DF13-142B-46AD-BE08-5EB7E8AF6290}">
      <dgm:prSet/>
      <dgm:spPr/>
      <dgm:t>
        <a:bodyPr/>
        <a:lstStyle/>
        <a:p>
          <a:endParaRPr lang="en-US"/>
        </a:p>
      </dgm:t>
    </dgm:pt>
    <dgm:pt modelId="{5897F250-CF84-48DA-A95C-BD8148985082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Model Results</a:t>
          </a:r>
        </a:p>
      </dgm:t>
    </dgm:pt>
    <dgm:pt modelId="{C6483298-76CC-4322-9692-32ED74973BE7}" type="parTrans" cxnId="{BE8E0897-5CAF-4A67-A37C-81A9DE5D846A}">
      <dgm:prSet/>
      <dgm:spPr/>
      <dgm:t>
        <a:bodyPr/>
        <a:lstStyle/>
        <a:p>
          <a:endParaRPr lang="en-US"/>
        </a:p>
      </dgm:t>
    </dgm:pt>
    <dgm:pt modelId="{70C68A65-33D5-4B25-98C2-BF1B865DFE1B}" type="sibTrans" cxnId="{BE8E0897-5CAF-4A67-A37C-81A9DE5D846A}">
      <dgm:prSet/>
      <dgm:spPr/>
      <dgm:t>
        <a:bodyPr/>
        <a:lstStyle/>
        <a:p>
          <a:endParaRPr lang="en-US"/>
        </a:p>
      </dgm:t>
    </dgm:pt>
    <dgm:pt modelId="{E99B0EF7-498A-4D3C-A749-30C2B6B3BA5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Data Model Design Document</a:t>
          </a:r>
        </a:p>
      </dgm:t>
    </dgm:pt>
    <dgm:pt modelId="{13C43920-A01E-40F9-A219-D5EEFA7F7CBA}" type="parTrans" cxnId="{BC731550-2DC2-44E5-8DC3-917A4640A588}">
      <dgm:prSet/>
      <dgm:spPr/>
      <dgm:t>
        <a:bodyPr/>
        <a:lstStyle/>
        <a:p>
          <a:endParaRPr lang="en-US"/>
        </a:p>
      </dgm:t>
    </dgm:pt>
    <dgm:pt modelId="{642B4EAE-1932-4A54-A9A7-E5BCCFC846CC}" type="sibTrans" cxnId="{BC731550-2DC2-44E5-8DC3-917A4640A588}">
      <dgm:prSet/>
      <dgm:spPr/>
      <dgm:t>
        <a:bodyPr/>
        <a:lstStyle/>
        <a:p>
          <a:endParaRPr lang="en-US"/>
        </a:p>
      </dgm:t>
    </dgm:pt>
    <dgm:pt modelId="{CDD8306A-0CC8-4492-BC30-1B96D05D78F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rgbClr val="000000"/>
              </a:solidFill>
              <a:latin typeface="Century Schoolbook"/>
              <a:ea typeface="Calibri"/>
              <a:cs typeface="Calibri"/>
            </a:rPr>
            <a:t>Markov-chain</a:t>
          </a:r>
          <a:endParaRPr lang="en-US">
            <a:latin typeface="Century Schoolbook" panose="02040604050505020304"/>
          </a:endParaRPr>
        </a:p>
      </dgm:t>
    </dgm:pt>
    <dgm:pt modelId="{BD717A95-142C-4369-8886-F258D727AD2F}" type="parTrans" cxnId="{FEC33F30-411D-4537-B262-BCFB2330BC05}">
      <dgm:prSet/>
      <dgm:spPr/>
    </dgm:pt>
    <dgm:pt modelId="{C95DAF50-0A1F-4FCA-8B4B-0E7D2A52AB6B}" type="sibTrans" cxnId="{FEC33F30-411D-4537-B262-BCFB2330BC05}">
      <dgm:prSet/>
      <dgm:spPr/>
      <dgm:t>
        <a:bodyPr/>
        <a:lstStyle/>
        <a:p>
          <a:endParaRPr lang="en-US"/>
        </a:p>
      </dgm:t>
    </dgm:pt>
    <dgm:pt modelId="{4147953F-A707-4CBE-92FB-FA193B91A6F4}" type="pres">
      <dgm:prSet presAssocID="{F9B9FC2A-95E4-4DB8-BC70-687346FDB929}" presName="root" presStyleCnt="0">
        <dgm:presLayoutVars>
          <dgm:dir/>
          <dgm:resizeHandles val="exact"/>
        </dgm:presLayoutVars>
      </dgm:prSet>
      <dgm:spPr/>
    </dgm:pt>
    <dgm:pt modelId="{3F633E74-D142-4AE8-BE7E-C78AE759C9FD}" type="pres">
      <dgm:prSet presAssocID="{5897F250-CF84-48DA-A95C-BD8148985082}" presName="compNode" presStyleCnt="0"/>
      <dgm:spPr/>
    </dgm:pt>
    <dgm:pt modelId="{8141336F-7FA0-4A9A-A1FA-6C7EE13495DF}" type="pres">
      <dgm:prSet presAssocID="{5897F250-CF84-48DA-A95C-BD8148985082}" presName="bgRect" presStyleLbl="bgShp" presStyleIdx="0" presStyleCnt="4"/>
      <dgm:spPr/>
    </dgm:pt>
    <dgm:pt modelId="{9560FCE5-5AFA-4646-8972-127F1FB0B7C9}" type="pres">
      <dgm:prSet presAssocID="{5897F250-CF84-48DA-A95C-BD814898508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 with solid fill"/>
        </a:ext>
      </dgm:extLst>
    </dgm:pt>
    <dgm:pt modelId="{ADB3CAA5-F527-4EFD-A3ED-9EC40214A577}" type="pres">
      <dgm:prSet presAssocID="{5897F250-CF84-48DA-A95C-BD8148985082}" presName="spaceRect" presStyleCnt="0"/>
      <dgm:spPr/>
    </dgm:pt>
    <dgm:pt modelId="{D46ED023-9535-45DA-BA20-D0DE38069F85}" type="pres">
      <dgm:prSet presAssocID="{5897F250-CF84-48DA-A95C-BD8148985082}" presName="parTx" presStyleLbl="revTx" presStyleIdx="0" presStyleCnt="4">
        <dgm:presLayoutVars>
          <dgm:chMax val="0"/>
          <dgm:chPref val="0"/>
        </dgm:presLayoutVars>
      </dgm:prSet>
      <dgm:spPr/>
    </dgm:pt>
    <dgm:pt modelId="{7D2444E2-2F3C-4F69-855A-53335378D6D1}" type="pres">
      <dgm:prSet presAssocID="{70C68A65-33D5-4B25-98C2-BF1B865DFE1B}" presName="sibTrans" presStyleCnt="0"/>
      <dgm:spPr/>
    </dgm:pt>
    <dgm:pt modelId="{507067B4-FC0D-4543-BDA2-45F28784D310}" type="pres">
      <dgm:prSet presAssocID="{1C88F448-429B-45D3-BBA3-D45570DFF730}" presName="compNode" presStyleCnt="0"/>
      <dgm:spPr/>
    </dgm:pt>
    <dgm:pt modelId="{899C9418-5BEE-493C-A169-220227FF4A96}" type="pres">
      <dgm:prSet presAssocID="{1C88F448-429B-45D3-BBA3-D45570DFF730}" presName="bgRect" presStyleLbl="bgShp" presStyleIdx="1" presStyleCnt="4"/>
      <dgm:spPr/>
    </dgm:pt>
    <dgm:pt modelId="{26D309BF-2D7E-4E4B-97C1-B2FFDF742925}" type="pres">
      <dgm:prSet presAssocID="{1C88F448-429B-45D3-BBA3-D45570DFF73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6B7A6452-252E-4A34-A88F-2B1B987D56D0}" type="pres">
      <dgm:prSet presAssocID="{1C88F448-429B-45D3-BBA3-D45570DFF730}" presName="spaceRect" presStyleCnt="0"/>
      <dgm:spPr/>
    </dgm:pt>
    <dgm:pt modelId="{CF403347-5B35-401A-B7F8-DE9EC17165BF}" type="pres">
      <dgm:prSet presAssocID="{1C88F448-429B-45D3-BBA3-D45570DFF730}" presName="parTx" presStyleLbl="revTx" presStyleIdx="1" presStyleCnt="4">
        <dgm:presLayoutVars>
          <dgm:chMax val="0"/>
          <dgm:chPref val="0"/>
        </dgm:presLayoutVars>
      </dgm:prSet>
      <dgm:spPr/>
    </dgm:pt>
    <dgm:pt modelId="{EB3AC6C7-5701-4C00-B951-5C2B6A960075}" type="pres">
      <dgm:prSet presAssocID="{C398F7E2-D652-4DEE-9E6E-C33DDD66E17E}" presName="sibTrans" presStyleCnt="0"/>
      <dgm:spPr/>
    </dgm:pt>
    <dgm:pt modelId="{F22EEB47-6C94-4060-8F6E-AC8DD78F254B}" type="pres">
      <dgm:prSet presAssocID="{CDD8306A-0CC8-4492-BC30-1B96D05D78F6}" presName="compNode" presStyleCnt="0"/>
      <dgm:spPr/>
    </dgm:pt>
    <dgm:pt modelId="{2EFF0738-11A0-43DC-8D7C-738BABE19843}" type="pres">
      <dgm:prSet presAssocID="{CDD8306A-0CC8-4492-BC30-1B96D05D78F6}" presName="bgRect" presStyleLbl="bgShp" presStyleIdx="2" presStyleCnt="4"/>
      <dgm:spPr/>
    </dgm:pt>
    <dgm:pt modelId="{F76DA1DF-DB94-4E8D-B024-209B9A01E561}" type="pres">
      <dgm:prSet presAssocID="{CDD8306A-0CC8-4492-BC30-1B96D05D78F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 with solid fill"/>
        </a:ext>
      </dgm:extLst>
    </dgm:pt>
    <dgm:pt modelId="{A74188B4-E27B-4EF7-803C-9588D8BEBAAD}" type="pres">
      <dgm:prSet presAssocID="{CDD8306A-0CC8-4492-BC30-1B96D05D78F6}" presName="spaceRect" presStyleCnt="0"/>
      <dgm:spPr/>
    </dgm:pt>
    <dgm:pt modelId="{364E52F2-4052-4158-8313-E689274060E9}" type="pres">
      <dgm:prSet presAssocID="{CDD8306A-0CC8-4492-BC30-1B96D05D78F6}" presName="parTx" presStyleLbl="revTx" presStyleIdx="2" presStyleCnt="4">
        <dgm:presLayoutVars>
          <dgm:chMax val="0"/>
          <dgm:chPref val="0"/>
        </dgm:presLayoutVars>
      </dgm:prSet>
      <dgm:spPr/>
    </dgm:pt>
    <dgm:pt modelId="{8C441C46-A9E3-479B-B08E-E59F5D0F1737}" type="pres">
      <dgm:prSet presAssocID="{C95DAF50-0A1F-4FCA-8B4B-0E7D2A52AB6B}" presName="sibTrans" presStyleCnt="0"/>
      <dgm:spPr/>
    </dgm:pt>
    <dgm:pt modelId="{FC4A4218-4F98-42AB-BD74-DF0D9EE73C23}" type="pres">
      <dgm:prSet presAssocID="{E99B0EF7-498A-4D3C-A749-30C2B6B3BA54}" presName="compNode" presStyleCnt="0"/>
      <dgm:spPr/>
    </dgm:pt>
    <dgm:pt modelId="{45DAF4A5-2D1D-4533-BB46-4638676CB424}" type="pres">
      <dgm:prSet presAssocID="{E99B0EF7-498A-4D3C-A749-30C2B6B3BA54}" presName="bgRect" presStyleLbl="bgShp" presStyleIdx="3" presStyleCnt="4"/>
      <dgm:spPr/>
    </dgm:pt>
    <dgm:pt modelId="{3547F566-E9CD-4B85-8584-D724F9234253}" type="pres">
      <dgm:prSet presAssocID="{E99B0EF7-498A-4D3C-A749-30C2B6B3BA5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 with solid fill"/>
        </a:ext>
      </dgm:extLst>
    </dgm:pt>
    <dgm:pt modelId="{76AB773B-B9B2-4C51-A2D5-7A344CC32BBE}" type="pres">
      <dgm:prSet presAssocID="{E99B0EF7-498A-4D3C-A749-30C2B6B3BA54}" presName="spaceRect" presStyleCnt="0"/>
      <dgm:spPr/>
    </dgm:pt>
    <dgm:pt modelId="{DA5FC007-EDBA-44B1-86F1-8EDA104DBC1F}" type="pres">
      <dgm:prSet presAssocID="{E99B0EF7-498A-4D3C-A749-30C2B6B3BA5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FB5DF13-142B-46AD-BE08-5EB7E8AF6290}" srcId="{F9B9FC2A-95E4-4DB8-BC70-687346FDB929}" destId="{1C88F448-429B-45D3-BBA3-D45570DFF730}" srcOrd="1" destOrd="0" parTransId="{C04FB20D-AA03-4BDF-ADDC-105154080B03}" sibTransId="{C398F7E2-D652-4DEE-9E6E-C33DDD66E17E}"/>
    <dgm:cxn modelId="{FEC33F30-411D-4537-B262-BCFB2330BC05}" srcId="{F9B9FC2A-95E4-4DB8-BC70-687346FDB929}" destId="{CDD8306A-0CC8-4492-BC30-1B96D05D78F6}" srcOrd="2" destOrd="0" parTransId="{BD717A95-142C-4369-8886-F258D727AD2F}" sibTransId="{C95DAF50-0A1F-4FCA-8B4B-0E7D2A52AB6B}"/>
    <dgm:cxn modelId="{A669B34A-EAE9-4206-8A8D-2C659F508A0B}" type="presOf" srcId="{CDD8306A-0CC8-4492-BC30-1B96D05D78F6}" destId="{364E52F2-4052-4158-8313-E689274060E9}" srcOrd="0" destOrd="0" presId="urn:microsoft.com/office/officeart/2018/2/layout/IconVerticalSolidList"/>
    <dgm:cxn modelId="{BC731550-2DC2-44E5-8DC3-917A4640A588}" srcId="{F9B9FC2A-95E4-4DB8-BC70-687346FDB929}" destId="{E99B0EF7-498A-4D3C-A749-30C2B6B3BA54}" srcOrd="3" destOrd="0" parTransId="{13C43920-A01E-40F9-A219-D5EEFA7F7CBA}" sibTransId="{642B4EAE-1932-4A54-A9A7-E5BCCFC846CC}"/>
    <dgm:cxn modelId="{16BCD381-639D-47DB-B937-BE07CD64FA5E}" type="presOf" srcId="{1C88F448-429B-45D3-BBA3-D45570DFF730}" destId="{CF403347-5B35-401A-B7F8-DE9EC17165BF}" srcOrd="0" destOrd="0" presId="urn:microsoft.com/office/officeart/2018/2/layout/IconVerticalSolidList"/>
    <dgm:cxn modelId="{5BCB3191-421C-4E7F-A1E1-1B9B59DD58E5}" type="presOf" srcId="{F9B9FC2A-95E4-4DB8-BC70-687346FDB929}" destId="{4147953F-A707-4CBE-92FB-FA193B91A6F4}" srcOrd="0" destOrd="0" presId="urn:microsoft.com/office/officeart/2018/2/layout/IconVerticalSolidList"/>
    <dgm:cxn modelId="{BE8E0897-5CAF-4A67-A37C-81A9DE5D846A}" srcId="{F9B9FC2A-95E4-4DB8-BC70-687346FDB929}" destId="{5897F250-CF84-48DA-A95C-BD8148985082}" srcOrd="0" destOrd="0" parTransId="{C6483298-76CC-4322-9692-32ED74973BE7}" sibTransId="{70C68A65-33D5-4B25-98C2-BF1B865DFE1B}"/>
    <dgm:cxn modelId="{F72633C9-081E-4393-81AC-79C36F1F0F13}" type="presOf" srcId="{E99B0EF7-498A-4D3C-A749-30C2B6B3BA54}" destId="{DA5FC007-EDBA-44B1-86F1-8EDA104DBC1F}" srcOrd="0" destOrd="0" presId="urn:microsoft.com/office/officeart/2018/2/layout/IconVerticalSolidList"/>
    <dgm:cxn modelId="{1F0589F3-6502-4FB8-9A2B-B75E551EE704}" type="presOf" srcId="{5897F250-CF84-48DA-A95C-BD8148985082}" destId="{D46ED023-9535-45DA-BA20-D0DE38069F85}" srcOrd="0" destOrd="0" presId="urn:microsoft.com/office/officeart/2018/2/layout/IconVerticalSolidList"/>
    <dgm:cxn modelId="{A6E711B6-A550-4498-ABE6-AEAC32D313A3}" type="presParOf" srcId="{4147953F-A707-4CBE-92FB-FA193B91A6F4}" destId="{3F633E74-D142-4AE8-BE7E-C78AE759C9FD}" srcOrd="0" destOrd="0" presId="urn:microsoft.com/office/officeart/2018/2/layout/IconVerticalSolidList"/>
    <dgm:cxn modelId="{5EE03EE6-949D-4FAC-BE80-41C2DF8DC792}" type="presParOf" srcId="{3F633E74-D142-4AE8-BE7E-C78AE759C9FD}" destId="{8141336F-7FA0-4A9A-A1FA-6C7EE13495DF}" srcOrd="0" destOrd="0" presId="urn:microsoft.com/office/officeart/2018/2/layout/IconVerticalSolidList"/>
    <dgm:cxn modelId="{1015BA3F-BA6E-447D-8B17-EC8040BC2E8A}" type="presParOf" srcId="{3F633E74-D142-4AE8-BE7E-C78AE759C9FD}" destId="{9560FCE5-5AFA-4646-8972-127F1FB0B7C9}" srcOrd="1" destOrd="0" presId="urn:microsoft.com/office/officeart/2018/2/layout/IconVerticalSolidList"/>
    <dgm:cxn modelId="{51F62681-9E21-46D1-AD60-8D8F488BC568}" type="presParOf" srcId="{3F633E74-D142-4AE8-BE7E-C78AE759C9FD}" destId="{ADB3CAA5-F527-4EFD-A3ED-9EC40214A577}" srcOrd="2" destOrd="0" presId="urn:microsoft.com/office/officeart/2018/2/layout/IconVerticalSolidList"/>
    <dgm:cxn modelId="{86605F8A-A2C6-4DD2-8D5B-38FED073888F}" type="presParOf" srcId="{3F633E74-D142-4AE8-BE7E-C78AE759C9FD}" destId="{D46ED023-9535-45DA-BA20-D0DE38069F85}" srcOrd="3" destOrd="0" presId="urn:microsoft.com/office/officeart/2018/2/layout/IconVerticalSolidList"/>
    <dgm:cxn modelId="{30A2E069-38E2-443C-AEFD-75E25F403ADE}" type="presParOf" srcId="{4147953F-A707-4CBE-92FB-FA193B91A6F4}" destId="{7D2444E2-2F3C-4F69-855A-53335378D6D1}" srcOrd="1" destOrd="0" presId="urn:microsoft.com/office/officeart/2018/2/layout/IconVerticalSolidList"/>
    <dgm:cxn modelId="{C9434A9D-B510-4495-BE65-5FE5F1B1E7A2}" type="presParOf" srcId="{4147953F-A707-4CBE-92FB-FA193B91A6F4}" destId="{507067B4-FC0D-4543-BDA2-45F28784D310}" srcOrd="2" destOrd="0" presId="urn:microsoft.com/office/officeart/2018/2/layout/IconVerticalSolidList"/>
    <dgm:cxn modelId="{B0A9801C-15CF-4137-854D-D6DC96BBD487}" type="presParOf" srcId="{507067B4-FC0D-4543-BDA2-45F28784D310}" destId="{899C9418-5BEE-493C-A169-220227FF4A96}" srcOrd="0" destOrd="0" presId="urn:microsoft.com/office/officeart/2018/2/layout/IconVerticalSolidList"/>
    <dgm:cxn modelId="{733DE59F-5227-4005-BA9D-6E6C665D289F}" type="presParOf" srcId="{507067B4-FC0D-4543-BDA2-45F28784D310}" destId="{26D309BF-2D7E-4E4B-97C1-B2FFDF742925}" srcOrd="1" destOrd="0" presId="urn:microsoft.com/office/officeart/2018/2/layout/IconVerticalSolidList"/>
    <dgm:cxn modelId="{C2C6BDFE-9D6D-40CE-B195-8CCB43D3EA37}" type="presParOf" srcId="{507067B4-FC0D-4543-BDA2-45F28784D310}" destId="{6B7A6452-252E-4A34-A88F-2B1B987D56D0}" srcOrd="2" destOrd="0" presId="urn:microsoft.com/office/officeart/2018/2/layout/IconVerticalSolidList"/>
    <dgm:cxn modelId="{F94E5BB3-843F-4F7D-8109-13200DB98AB4}" type="presParOf" srcId="{507067B4-FC0D-4543-BDA2-45F28784D310}" destId="{CF403347-5B35-401A-B7F8-DE9EC17165BF}" srcOrd="3" destOrd="0" presId="urn:microsoft.com/office/officeart/2018/2/layout/IconVerticalSolidList"/>
    <dgm:cxn modelId="{8D648FA4-6DBD-494A-B45E-CF92BDBEB12D}" type="presParOf" srcId="{4147953F-A707-4CBE-92FB-FA193B91A6F4}" destId="{EB3AC6C7-5701-4C00-B951-5C2B6A960075}" srcOrd="3" destOrd="0" presId="urn:microsoft.com/office/officeart/2018/2/layout/IconVerticalSolidList"/>
    <dgm:cxn modelId="{BCD6B6B1-CBD9-41C2-A3DB-6826CAF47124}" type="presParOf" srcId="{4147953F-A707-4CBE-92FB-FA193B91A6F4}" destId="{F22EEB47-6C94-4060-8F6E-AC8DD78F254B}" srcOrd="4" destOrd="0" presId="urn:microsoft.com/office/officeart/2018/2/layout/IconVerticalSolidList"/>
    <dgm:cxn modelId="{06C4D93F-03FA-455A-8D40-C5A13DD33A0E}" type="presParOf" srcId="{F22EEB47-6C94-4060-8F6E-AC8DD78F254B}" destId="{2EFF0738-11A0-43DC-8D7C-738BABE19843}" srcOrd="0" destOrd="0" presId="urn:microsoft.com/office/officeart/2018/2/layout/IconVerticalSolidList"/>
    <dgm:cxn modelId="{C9730CB7-5D11-49D7-A5E5-9332E3AEC85F}" type="presParOf" srcId="{F22EEB47-6C94-4060-8F6E-AC8DD78F254B}" destId="{F76DA1DF-DB94-4E8D-B024-209B9A01E561}" srcOrd="1" destOrd="0" presId="urn:microsoft.com/office/officeart/2018/2/layout/IconVerticalSolidList"/>
    <dgm:cxn modelId="{0D26271D-FB68-4C03-A941-00F1604BE77C}" type="presParOf" srcId="{F22EEB47-6C94-4060-8F6E-AC8DD78F254B}" destId="{A74188B4-E27B-4EF7-803C-9588D8BEBAAD}" srcOrd="2" destOrd="0" presId="urn:microsoft.com/office/officeart/2018/2/layout/IconVerticalSolidList"/>
    <dgm:cxn modelId="{D6B79408-A2D2-40AB-8ED7-2E9F5A3F04D7}" type="presParOf" srcId="{F22EEB47-6C94-4060-8F6E-AC8DD78F254B}" destId="{364E52F2-4052-4158-8313-E689274060E9}" srcOrd="3" destOrd="0" presId="urn:microsoft.com/office/officeart/2018/2/layout/IconVerticalSolidList"/>
    <dgm:cxn modelId="{45A73065-B74F-49A1-B55B-BE5EF63EA114}" type="presParOf" srcId="{4147953F-A707-4CBE-92FB-FA193B91A6F4}" destId="{8C441C46-A9E3-479B-B08E-E59F5D0F1737}" srcOrd="5" destOrd="0" presId="urn:microsoft.com/office/officeart/2018/2/layout/IconVerticalSolidList"/>
    <dgm:cxn modelId="{39C781E6-5C36-4090-8836-AF72019FC549}" type="presParOf" srcId="{4147953F-A707-4CBE-92FB-FA193B91A6F4}" destId="{FC4A4218-4F98-42AB-BD74-DF0D9EE73C23}" srcOrd="6" destOrd="0" presId="urn:microsoft.com/office/officeart/2018/2/layout/IconVerticalSolidList"/>
    <dgm:cxn modelId="{0F6F8E74-A148-4D0D-8E8E-2F4511BD2177}" type="presParOf" srcId="{FC4A4218-4F98-42AB-BD74-DF0D9EE73C23}" destId="{45DAF4A5-2D1D-4533-BB46-4638676CB424}" srcOrd="0" destOrd="0" presId="urn:microsoft.com/office/officeart/2018/2/layout/IconVerticalSolidList"/>
    <dgm:cxn modelId="{07A57F90-D987-4A15-A647-2083DCAF67EC}" type="presParOf" srcId="{FC4A4218-4F98-42AB-BD74-DF0D9EE73C23}" destId="{3547F566-E9CD-4B85-8584-D724F9234253}" srcOrd="1" destOrd="0" presId="urn:microsoft.com/office/officeart/2018/2/layout/IconVerticalSolidList"/>
    <dgm:cxn modelId="{90785BA3-74E5-40D6-829D-1B985C84E975}" type="presParOf" srcId="{FC4A4218-4F98-42AB-BD74-DF0D9EE73C23}" destId="{76AB773B-B9B2-4C51-A2D5-7A344CC32BBE}" srcOrd="2" destOrd="0" presId="urn:microsoft.com/office/officeart/2018/2/layout/IconVerticalSolidList"/>
    <dgm:cxn modelId="{8113BBAD-3B05-4ED7-B5B9-127DD3E7B323}" type="presParOf" srcId="{FC4A4218-4F98-42AB-BD74-DF0D9EE73C23}" destId="{DA5FC007-EDBA-44B1-86F1-8EDA104DBC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B0B5EB-0E60-4B5C-A584-21FEF030C20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4503758-8A30-4363-B1D2-A7855A21C8A5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Continue work with Markov Chain</a:t>
          </a:r>
          <a:endParaRPr lang="en-US"/>
        </a:p>
      </dgm:t>
    </dgm:pt>
    <dgm:pt modelId="{E37AD385-F314-4B19-9862-6F78117704B2}" type="parTrans" cxnId="{402E0988-73C6-46AF-AD7F-0A38C49FBFCF}">
      <dgm:prSet/>
      <dgm:spPr/>
      <dgm:t>
        <a:bodyPr/>
        <a:lstStyle/>
        <a:p>
          <a:endParaRPr lang="en-US"/>
        </a:p>
      </dgm:t>
    </dgm:pt>
    <dgm:pt modelId="{7E664AE6-1533-4CF3-BA0D-DD68EB91CACB}" type="sibTrans" cxnId="{402E0988-73C6-46AF-AD7F-0A38C49FBFCF}">
      <dgm:prSet/>
      <dgm:spPr/>
      <dgm:t>
        <a:bodyPr/>
        <a:lstStyle/>
        <a:p>
          <a:endParaRPr lang="en-US"/>
        </a:p>
      </dgm:t>
    </dgm:pt>
    <dgm:pt modelId="{08CDF594-CA3E-4979-B758-303167A34605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Research other prediction models</a:t>
          </a:r>
          <a:endParaRPr lang="en-US"/>
        </a:p>
      </dgm:t>
    </dgm:pt>
    <dgm:pt modelId="{95BD0C8D-6AE3-42A6-9BD4-0CF8447D9313}" type="parTrans" cxnId="{14382FA8-E646-4792-BA2B-DD63C5DF6DA0}">
      <dgm:prSet/>
      <dgm:spPr/>
      <dgm:t>
        <a:bodyPr/>
        <a:lstStyle/>
        <a:p>
          <a:endParaRPr lang="en-US"/>
        </a:p>
      </dgm:t>
    </dgm:pt>
    <dgm:pt modelId="{7C866C6D-6B57-480E-8899-063B1EA9A47D}" type="sibTrans" cxnId="{14382FA8-E646-4792-BA2B-DD63C5DF6DA0}">
      <dgm:prSet/>
      <dgm:spPr/>
      <dgm:t>
        <a:bodyPr/>
        <a:lstStyle/>
        <a:p>
          <a:endParaRPr lang="en-US"/>
        </a:p>
      </dgm:t>
    </dgm:pt>
    <dgm:pt modelId="{75DD3507-375B-48A0-8EF1-127801554C6C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Modify DMDP document (if necessary)</a:t>
          </a:r>
        </a:p>
      </dgm:t>
    </dgm:pt>
    <dgm:pt modelId="{FCC3EC71-22A6-4D91-9139-6D105DD23490}" type="parTrans" cxnId="{8C730ED1-F164-4580-AA4A-39F859FD1C7B}">
      <dgm:prSet/>
      <dgm:spPr/>
      <dgm:t>
        <a:bodyPr/>
        <a:lstStyle/>
        <a:p>
          <a:endParaRPr lang="en-US"/>
        </a:p>
      </dgm:t>
    </dgm:pt>
    <dgm:pt modelId="{70DE8060-B5B8-40C1-8574-B88021F53C7F}" type="sibTrans" cxnId="{8C730ED1-F164-4580-AA4A-39F859FD1C7B}">
      <dgm:prSet/>
      <dgm:spPr/>
      <dgm:t>
        <a:bodyPr/>
        <a:lstStyle/>
        <a:p>
          <a:endParaRPr lang="en-US"/>
        </a:p>
      </dgm:t>
    </dgm:pt>
    <dgm:pt modelId="{A153C699-A815-4456-8F40-F77AB829AB95}" type="pres">
      <dgm:prSet presAssocID="{73B0B5EB-0E60-4B5C-A584-21FEF030C204}" presName="root" presStyleCnt="0">
        <dgm:presLayoutVars>
          <dgm:dir/>
          <dgm:resizeHandles val="exact"/>
        </dgm:presLayoutVars>
      </dgm:prSet>
      <dgm:spPr/>
    </dgm:pt>
    <dgm:pt modelId="{71A98820-D6C0-4E2E-8345-4279B6F0C03E}" type="pres">
      <dgm:prSet presAssocID="{C4503758-8A30-4363-B1D2-A7855A21C8A5}" presName="compNode" presStyleCnt="0"/>
      <dgm:spPr/>
    </dgm:pt>
    <dgm:pt modelId="{063B5610-D17C-422D-B4E2-42C7C791A892}" type="pres">
      <dgm:prSet presAssocID="{C4503758-8A30-4363-B1D2-A7855A21C8A5}" presName="iconBgRect" presStyleLbl="bgShp" presStyleIdx="0" presStyleCnt="3"/>
      <dgm:spPr/>
    </dgm:pt>
    <dgm:pt modelId="{360D8617-609B-461F-8837-A560D1112660}" type="pres">
      <dgm:prSet presAssocID="{C4503758-8A30-4363-B1D2-A7855A21C8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 with solid fill"/>
        </a:ext>
      </dgm:extLst>
    </dgm:pt>
    <dgm:pt modelId="{438A0099-10EA-4829-92B6-F026FD576A1C}" type="pres">
      <dgm:prSet presAssocID="{C4503758-8A30-4363-B1D2-A7855A21C8A5}" presName="spaceRect" presStyleCnt="0"/>
      <dgm:spPr/>
    </dgm:pt>
    <dgm:pt modelId="{39D616EC-352D-42FD-8047-4BFD2FF83CE3}" type="pres">
      <dgm:prSet presAssocID="{C4503758-8A30-4363-B1D2-A7855A21C8A5}" presName="textRect" presStyleLbl="revTx" presStyleIdx="0" presStyleCnt="3">
        <dgm:presLayoutVars>
          <dgm:chMax val="1"/>
          <dgm:chPref val="1"/>
        </dgm:presLayoutVars>
      </dgm:prSet>
      <dgm:spPr/>
    </dgm:pt>
    <dgm:pt modelId="{EF7ED3E8-2E0F-487C-8E47-953FAF7139F1}" type="pres">
      <dgm:prSet presAssocID="{7E664AE6-1533-4CF3-BA0D-DD68EB91CACB}" presName="sibTrans" presStyleCnt="0"/>
      <dgm:spPr/>
    </dgm:pt>
    <dgm:pt modelId="{BD3C3A10-0F9E-49E2-A435-A5113D15EB70}" type="pres">
      <dgm:prSet presAssocID="{08CDF594-CA3E-4979-B758-303167A34605}" presName="compNode" presStyleCnt="0"/>
      <dgm:spPr/>
    </dgm:pt>
    <dgm:pt modelId="{B9E3CEEB-09CD-4570-8187-5E58C56A393A}" type="pres">
      <dgm:prSet presAssocID="{08CDF594-CA3E-4979-B758-303167A34605}" presName="iconBgRect" presStyleLbl="bgShp" presStyleIdx="1" presStyleCnt="3"/>
      <dgm:spPr/>
    </dgm:pt>
    <dgm:pt modelId="{FBC92A78-35D4-4F12-B718-1598FFA56A0C}" type="pres">
      <dgm:prSet presAssocID="{08CDF594-CA3E-4979-B758-303167A3460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 with solid fill"/>
        </a:ext>
      </dgm:extLst>
    </dgm:pt>
    <dgm:pt modelId="{A3E472CB-8CD2-4154-9858-8E0C64EF0739}" type="pres">
      <dgm:prSet presAssocID="{08CDF594-CA3E-4979-B758-303167A34605}" presName="spaceRect" presStyleCnt="0"/>
      <dgm:spPr/>
    </dgm:pt>
    <dgm:pt modelId="{3542F2B8-419D-4DAC-A71C-4BAB13B4225A}" type="pres">
      <dgm:prSet presAssocID="{08CDF594-CA3E-4979-B758-303167A34605}" presName="textRect" presStyleLbl="revTx" presStyleIdx="1" presStyleCnt="3">
        <dgm:presLayoutVars>
          <dgm:chMax val="1"/>
          <dgm:chPref val="1"/>
        </dgm:presLayoutVars>
      </dgm:prSet>
      <dgm:spPr/>
    </dgm:pt>
    <dgm:pt modelId="{C2CC25E8-DEAD-423E-87B6-DC8CEE68FECF}" type="pres">
      <dgm:prSet presAssocID="{7C866C6D-6B57-480E-8899-063B1EA9A47D}" presName="sibTrans" presStyleCnt="0"/>
      <dgm:spPr/>
    </dgm:pt>
    <dgm:pt modelId="{1A63FFAE-D884-480F-B7C4-50D8DB71B3A3}" type="pres">
      <dgm:prSet presAssocID="{75DD3507-375B-48A0-8EF1-127801554C6C}" presName="compNode" presStyleCnt="0"/>
      <dgm:spPr/>
    </dgm:pt>
    <dgm:pt modelId="{9542EF30-3D2C-47CE-9654-F968C7251D3E}" type="pres">
      <dgm:prSet presAssocID="{75DD3507-375B-48A0-8EF1-127801554C6C}" presName="iconBgRect" presStyleLbl="bgShp" presStyleIdx="2" presStyleCnt="3"/>
      <dgm:spPr/>
    </dgm:pt>
    <dgm:pt modelId="{23F80E00-A5AC-4BC7-8016-D8D1663D5330}" type="pres">
      <dgm:prSet presAssocID="{75DD3507-375B-48A0-8EF1-127801554C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6A6C916-735C-4D5E-8111-F1DC9935628F}" type="pres">
      <dgm:prSet presAssocID="{75DD3507-375B-48A0-8EF1-127801554C6C}" presName="spaceRect" presStyleCnt="0"/>
      <dgm:spPr/>
    </dgm:pt>
    <dgm:pt modelId="{3BAA5677-166F-4C87-B9E2-7FB8847652D0}" type="pres">
      <dgm:prSet presAssocID="{75DD3507-375B-48A0-8EF1-127801554C6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FB3FF5F-4153-4A79-9B14-3E8F028D92CD}" type="presOf" srcId="{75DD3507-375B-48A0-8EF1-127801554C6C}" destId="{3BAA5677-166F-4C87-B9E2-7FB8847652D0}" srcOrd="0" destOrd="0" presId="urn:microsoft.com/office/officeart/2018/5/layout/IconCircleLabelList"/>
    <dgm:cxn modelId="{050F6E6F-0A0A-4995-950B-4BF62C5BF7FA}" type="presOf" srcId="{C4503758-8A30-4363-B1D2-A7855A21C8A5}" destId="{39D616EC-352D-42FD-8047-4BFD2FF83CE3}" srcOrd="0" destOrd="0" presId="urn:microsoft.com/office/officeart/2018/5/layout/IconCircleLabelList"/>
    <dgm:cxn modelId="{402E0988-73C6-46AF-AD7F-0A38C49FBFCF}" srcId="{73B0B5EB-0E60-4B5C-A584-21FEF030C204}" destId="{C4503758-8A30-4363-B1D2-A7855A21C8A5}" srcOrd="0" destOrd="0" parTransId="{E37AD385-F314-4B19-9862-6F78117704B2}" sibTransId="{7E664AE6-1533-4CF3-BA0D-DD68EB91CACB}"/>
    <dgm:cxn modelId="{14382FA8-E646-4792-BA2B-DD63C5DF6DA0}" srcId="{73B0B5EB-0E60-4B5C-A584-21FEF030C204}" destId="{08CDF594-CA3E-4979-B758-303167A34605}" srcOrd="1" destOrd="0" parTransId="{95BD0C8D-6AE3-42A6-9BD4-0CF8447D9313}" sibTransId="{7C866C6D-6B57-480E-8899-063B1EA9A47D}"/>
    <dgm:cxn modelId="{8C730ED1-F164-4580-AA4A-39F859FD1C7B}" srcId="{73B0B5EB-0E60-4B5C-A584-21FEF030C204}" destId="{75DD3507-375B-48A0-8EF1-127801554C6C}" srcOrd="2" destOrd="0" parTransId="{FCC3EC71-22A6-4D91-9139-6D105DD23490}" sibTransId="{70DE8060-B5B8-40C1-8574-B88021F53C7F}"/>
    <dgm:cxn modelId="{52F4C1DC-0A1B-4902-AE72-6F038B53CE69}" type="presOf" srcId="{73B0B5EB-0E60-4B5C-A584-21FEF030C204}" destId="{A153C699-A815-4456-8F40-F77AB829AB95}" srcOrd="0" destOrd="0" presId="urn:microsoft.com/office/officeart/2018/5/layout/IconCircleLabelList"/>
    <dgm:cxn modelId="{790782FD-B024-4B27-B732-96F2580F7EEB}" type="presOf" srcId="{08CDF594-CA3E-4979-B758-303167A34605}" destId="{3542F2B8-419D-4DAC-A71C-4BAB13B4225A}" srcOrd="0" destOrd="0" presId="urn:microsoft.com/office/officeart/2018/5/layout/IconCircleLabelList"/>
    <dgm:cxn modelId="{377AA0B3-589B-4D06-BCA1-DDC986DBB770}" type="presParOf" srcId="{A153C699-A815-4456-8F40-F77AB829AB95}" destId="{71A98820-D6C0-4E2E-8345-4279B6F0C03E}" srcOrd="0" destOrd="0" presId="urn:microsoft.com/office/officeart/2018/5/layout/IconCircleLabelList"/>
    <dgm:cxn modelId="{ECB75820-AC68-4C91-8DA8-047ED60C6B43}" type="presParOf" srcId="{71A98820-D6C0-4E2E-8345-4279B6F0C03E}" destId="{063B5610-D17C-422D-B4E2-42C7C791A892}" srcOrd="0" destOrd="0" presId="urn:microsoft.com/office/officeart/2018/5/layout/IconCircleLabelList"/>
    <dgm:cxn modelId="{F33C0170-F0F4-443D-8B6F-BD0D15087C53}" type="presParOf" srcId="{71A98820-D6C0-4E2E-8345-4279B6F0C03E}" destId="{360D8617-609B-461F-8837-A560D1112660}" srcOrd="1" destOrd="0" presId="urn:microsoft.com/office/officeart/2018/5/layout/IconCircleLabelList"/>
    <dgm:cxn modelId="{DE12C556-64F0-4E16-8411-801D78D7B99C}" type="presParOf" srcId="{71A98820-D6C0-4E2E-8345-4279B6F0C03E}" destId="{438A0099-10EA-4829-92B6-F026FD576A1C}" srcOrd="2" destOrd="0" presId="urn:microsoft.com/office/officeart/2018/5/layout/IconCircleLabelList"/>
    <dgm:cxn modelId="{F81B205F-69BA-4D6D-A2BB-D38DCA54222C}" type="presParOf" srcId="{71A98820-D6C0-4E2E-8345-4279B6F0C03E}" destId="{39D616EC-352D-42FD-8047-4BFD2FF83CE3}" srcOrd="3" destOrd="0" presId="urn:microsoft.com/office/officeart/2018/5/layout/IconCircleLabelList"/>
    <dgm:cxn modelId="{E3468E09-228F-4D11-8965-0A2EF4B1D7A1}" type="presParOf" srcId="{A153C699-A815-4456-8F40-F77AB829AB95}" destId="{EF7ED3E8-2E0F-487C-8E47-953FAF7139F1}" srcOrd="1" destOrd="0" presId="urn:microsoft.com/office/officeart/2018/5/layout/IconCircleLabelList"/>
    <dgm:cxn modelId="{888E0110-51F1-41E7-9892-D53208E2C0EA}" type="presParOf" srcId="{A153C699-A815-4456-8F40-F77AB829AB95}" destId="{BD3C3A10-0F9E-49E2-A435-A5113D15EB70}" srcOrd="2" destOrd="0" presId="urn:microsoft.com/office/officeart/2018/5/layout/IconCircleLabelList"/>
    <dgm:cxn modelId="{255B7FE6-124F-4A09-8864-AFDBF7096E6F}" type="presParOf" srcId="{BD3C3A10-0F9E-49E2-A435-A5113D15EB70}" destId="{B9E3CEEB-09CD-4570-8187-5E58C56A393A}" srcOrd="0" destOrd="0" presId="urn:microsoft.com/office/officeart/2018/5/layout/IconCircleLabelList"/>
    <dgm:cxn modelId="{96954E92-4FA5-4DF5-85B0-69EB0EF612AA}" type="presParOf" srcId="{BD3C3A10-0F9E-49E2-A435-A5113D15EB70}" destId="{FBC92A78-35D4-4F12-B718-1598FFA56A0C}" srcOrd="1" destOrd="0" presId="urn:microsoft.com/office/officeart/2018/5/layout/IconCircleLabelList"/>
    <dgm:cxn modelId="{580A53B3-0D60-4E86-B677-C72B6C8B3C1D}" type="presParOf" srcId="{BD3C3A10-0F9E-49E2-A435-A5113D15EB70}" destId="{A3E472CB-8CD2-4154-9858-8E0C64EF0739}" srcOrd="2" destOrd="0" presId="urn:microsoft.com/office/officeart/2018/5/layout/IconCircleLabelList"/>
    <dgm:cxn modelId="{714C9F92-2453-4A25-9FA9-CDD61EF8855F}" type="presParOf" srcId="{BD3C3A10-0F9E-49E2-A435-A5113D15EB70}" destId="{3542F2B8-419D-4DAC-A71C-4BAB13B4225A}" srcOrd="3" destOrd="0" presId="urn:microsoft.com/office/officeart/2018/5/layout/IconCircleLabelList"/>
    <dgm:cxn modelId="{DECE906A-05E8-4332-BE2F-C3C265DF19BD}" type="presParOf" srcId="{A153C699-A815-4456-8F40-F77AB829AB95}" destId="{C2CC25E8-DEAD-423E-87B6-DC8CEE68FECF}" srcOrd="3" destOrd="0" presId="urn:microsoft.com/office/officeart/2018/5/layout/IconCircleLabelList"/>
    <dgm:cxn modelId="{424E6B24-CCC0-416E-A727-A98B3F2901BA}" type="presParOf" srcId="{A153C699-A815-4456-8F40-F77AB829AB95}" destId="{1A63FFAE-D884-480F-B7C4-50D8DB71B3A3}" srcOrd="4" destOrd="0" presId="urn:microsoft.com/office/officeart/2018/5/layout/IconCircleLabelList"/>
    <dgm:cxn modelId="{930BB175-D77B-479D-8613-5827EAF9BB81}" type="presParOf" srcId="{1A63FFAE-D884-480F-B7C4-50D8DB71B3A3}" destId="{9542EF30-3D2C-47CE-9654-F968C7251D3E}" srcOrd="0" destOrd="0" presId="urn:microsoft.com/office/officeart/2018/5/layout/IconCircleLabelList"/>
    <dgm:cxn modelId="{01826A2D-B96A-4D8A-A86E-79EB39046858}" type="presParOf" srcId="{1A63FFAE-D884-480F-B7C4-50D8DB71B3A3}" destId="{23F80E00-A5AC-4BC7-8016-D8D1663D5330}" srcOrd="1" destOrd="0" presId="urn:microsoft.com/office/officeart/2018/5/layout/IconCircleLabelList"/>
    <dgm:cxn modelId="{DECBE914-EA18-40C9-B465-F990322F88CA}" type="presParOf" srcId="{1A63FFAE-D884-480F-B7C4-50D8DB71B3A3}" destId="{B6A6C916-735C-4D5E-8111-F1DC9935628F}" srcOrd="2" destOrd="0" presId="urn:microsoft.com/office/officeart/2018/5/layout/IconCircleLabelList"/>
    <dgm:cxn modelId="{F7581780-676E-422B-A597-6F1CD3014AE7}" type="presParOf" srcId="{1A63FFAE-D884-480F-B7C4-50D8DB71B3A3}" destId="{3BAA5677-166F-4C87-B9E2-7FB8847652D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41336F-7FA0-4A9A-A1FA-6C7EE13495DF}">
      <dsp:nvSpPr>
        <dsp:cNvPr id="0" name=""/>
        <dsp:cNvSpPr/>
      </dsp:nvSpPr>
      <dsp:spPr>
        <a:xfrm>
          <a:off x="0" y="1657"/>
          <a:ext cx="10508339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60FCE5-5AFA-4646-8972-127F1FB0B7C9}">
      <dsp:nvSpPr>
        <dsp:cNvPr id="0" name=""/>
        <dsp:cNvSpPr/>
      </dsp:nvSpPr>
      <dsp:spPr>
        <a:xfrm>
          <a:off x="254049" y="190619"/>
          <a:ext cx="461907" cy="4619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ED023-9535-45DA-BA20-D0DE38069F85}">
      <dsp:nvSpPr>
        <dsp:cNvPr id="0" name=""/>
        <dsp:cNvSpPr/>
      </dsp:nvSpPr>
      <dsp:spPr>
        <a:xfrm>
          <a:off x="970006" y="1657"/>
          <a:ext cx="9538333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 panose="02040604050505020304"/>
            </a:rPr>
            <a:t>Model Results</a:t>
          </a:r>
        </a:p>
      </dsp:txBody>
      <dsp:txXfrm>
        <a:off x="970006" y="1657"/>
        <a:ext cx="9538333" cy="839832"/>
      </dsp:txXfrm>
    </dsp:sp>
    <dsp:sp modelId="{899C9418-5BEE-493C-A169-220227FF4A96}">
      <dsp:nvSpPr>
        <dsp:cNvPr id="0" name=""/>
        <dsp:cNvSpPr/>
      </dsp:nvSpPr>
      <dsp:spPr>
        <a:xfrm>
          <a:off x="0" y="1051447"/>
          <a:ext cx="10508339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309BF-2D7E-4E4B-97C1-B2FFDF742925}">
      <dsp:nvSpPr>
        <dsp:cNvPr id="0" name=""/>
        <dsp:cNvSpPr/>
      </dsp:nvSpPr>
      <dsp:spPr>
        <a:xfrm>
          <a:off x="254049" y="1240409"/>
          <a:ext cx="461907" cy="4619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03347-5B35-401A-B7F8-DE9EC17165BF}">
      <dsp:nvSpPr>
        <dsp:cNvPr id="0" name=""/>
        <dsp:cNvSpPr/>
      </dsp:nvSpPr>
      <dsp:spPr>
        <a:xfrm>
          <a:off x="970006" y="1051447"/>
          <a:ext cx="9538333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 panose="02040604050505020304"/>
            </a:rPr>
            <a:t>Model Selection</a:t>
          </a:r>
        </a:p>
      </dsp:txBody>
      <dsp:txXfrm>
        <a:off x="970006" y="1051447"/>
        <a:ext cx="9538333" cy="839832"/>
      </dsp:txXfrm>
    </dsp:sp>
    <dsp:sp modelId="{2EFF0738-11A0-43DC-8D7C-738BABE19843}">
      <dsp:nvSpPr>
        <dsp:cNvPr id="0" name=""/>
        <dsp:cNvSpPr/>
      </dsp:nvSpPr>
      <dsp:spPr>
        <a:xfrm>
          <a:off x="0" y="2101237"/>
          <a:ext cx="10508339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6DA1DF-DB94-4E8D-B024-209B9A01E561}">
      <dsp:nvSpPr>
        <dsp:cNvPr id="0" name=""/>
        <dsp:cNvSpPr/>
      </dsp:nvSpPr>
      <dsp:spPr>
        <a:xfrm>
          <a:off x="254049" y="2290199"/>
          <a:ext cx="461907" cy="4619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E52F2-4052-4158-8313-E689274060E9}">
      <dsp:nvSpPr>
        <dsp:cNvPr id="0" name=""/>
        <dsp:cNvSpPr/>
      </dsp:nvSpPr>
      <dsp:spPr>
        <a:xfrm>
          <a:off x="970006" y="2101237"/>
          <a:ext cx="9538333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rgbClr val="000000"/>
              </a:solidFill>
              <a:latin typeface="Century Schoolbook"/>
              <a:ea typeface="Calibri"/>
              <a:cs typeface="Calibri"/>
            </a:rPr>
            <a:t>Markov-chain</a:t>
          </a:r>
          <a:endParaRPr lang="en-US" sz="2200" kern="1200">
            <a:latin typeface="Century Schoolbook" panose="02040604050505020304"/>
          </a:endParaRPr>
        </a:p>
      </dsp:txBody>
      <dsp:txXfrm>
        <a:off x="970006" y="2101237"/>
        <a:ext cx="9538333" cy="839832"/>
      </dsp:txXfrm>
    </dsp:sp>
    <dsp:sp modelId="{45DAF4A5-2D1D-4533-BB46-4638676CB424}">
      <dsp:nvSpPr>
        <dsp:cNvPr id="0" name=""/>
        <dsp:cNvSpPr/>
      </dsp:nvSpPr>
      <dsp:spPr>
        <a:xfrm>
          <a:off x="0" y="3151027"/>
          <a:ext cx="10508339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7F566-E9CD-4B85-8584-D724F9234253}">
      <dsp:nvSpPr>
        <dsp:cNvPr id="0" name=""/>
        <dsp:cNvSpPr/>
      </dsp:nvSpPr>
      <dsp:spPr>
        <a:xfrm>
          <a:off x="254049" y="3339990"/>
          <a:ext cx="461907" cy="46190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FC007-EDBA-44B1-86F1-8EDA104DBC1F}">
      <dsp:nvSpPr>
        <dsp:cNvPr id="0" name=""/>
        <dsp:cNvSpPr/>
      </dsp:nvSpPr>
      <dsp:spPr>
        <a:xfrm>
          <a:off x="970006" y="3151027"/>
          <a:ext cx="9538333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 panose="02040604050505020304"/>
            </a:rPr>
            <a:t>Data Model Design Document</a:t>
          </a:r>
        </a:p>
      </dsp:txBody>
      <dsp:txXfrm>
        <a:off x="970006" y="3151027"/>
        <a:ext cx="9538333" cy="8398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B5610-D17C-422D-B4E2-42C7C791A892}">
      <dsp:nvSpPr>
        <dsp:cNvPr id="0" name=""/>
        <dsp:cNvSpPr/>
      </dsp:nvSpPr>
      <dsp:spPr>
        <a:xfrm>
          <a:off x="702434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D8617-609B-461F-8837-A560D1112660}">
      <dsp:nvSpPr>
        <dsp:cNvPr id="0" name=""/>
        <dsp:cNvSpPr/>
      </dsp:nvSpPr>
      <dsp:spPr>
        <a:xfrm>
          <a:off x="1119247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616EC-352D-42FD-8047-4BFD2FF83CE3}">
      <dsp:nvSpPr>
        <dsp:cNvPr id="0" name=""/>
        <dsp:cNvSpPr/>
      </dsp:nvSpPr>
      <dsp:spPr>
        <a:xfrm>
          <a:off x="77216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>
              <a:latin typeface="Century Gothic" panose="020B0502020202020204"/>
            </a:rPr>
            <a:t>Continue work with Markov Chain</a:t>
          </a:r>
          <a:endParaRPr lang="en-US" sz="1900" kern="1200"/>
        </a:p>
      </dsp:txBody>
      <dsp:txXfrm>
        <a:off x="77216" y="2624638"/>
        <a:ext cx="3206250" cy="720000"/>
      </dsp:txXfrm>
    </dsp:sp>
    <dsp:sp modelId="{B9E3CEEB-09CD-4570-8187-5E58C56A393A}">
      <dsp:nvSpPr>
        <dsp:cNvPr id="0" name=""/>
        <dsp:cNvSpPr/>
      </dsp:nvSpPr>
      <dsp:spPr>
        <a:xfrm>
          <a:off x="4469778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92A78-35D4-4F12-B718-1598FFA56A0C}">
      <dsp:nvSpPr>
        <dsp:cNvPr id="0" name=""/>
        <dsp:cNvSpPr/>
      </dsp:nvSpPr>
      <dsp:spPr>
        <a:xfrm>
          <a:off x="4886591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2F2B8-419D-4DAC-A71C-4BAB13B4225A}">
      <dsp:nvSpPr>
        <dsp:cNvPr id="0" name=""/>
        <dsp:cNvSpPr/>
      </dsp:nvSpPr>
      <dsp:spPr>
        <a:xfrm>
          <a:off x="3844559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>
              <a:latin typeface="Century Gothic" panose="020B0502020202020204"/>
            </a:rPr>
            <a:t>Research other prediction models</a:t>
          </a:r>
          <a:endParaRPr lang="en-US" sz="1900" kern="1200"/>
        </a:p>
      </dsp:txBody>
      <dsp:txXfrm>
        <a:off x="3844559" y="2624638"/>
        <a:ext cx="3206250" cy="720000"/>
      </dsp:txXfrm>
    </dsp:sp>
    <dsp:sp modelId="{9542EF30-3D2C-47CE-9654-F968C7251D3E}">
      <dsp:nvSpPr>
        <dsp:cNvPr id="0" name=""/>
        <dsp:cNvSpPr/>
      </dsp:nvSpPr>
      <dsp:spPr>
        <a:xfrm>
          <a:off x="8237122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F80E00-A5AC-4BC7-8016-D8D1663D5330}">
      <dsp:nvSpPr>
        <dsp:cNvPr id="0" name=""/>
        <dsp:cNvSpPr/>
      </dsp:nvSpPr>
      <dsp:spPr>
        <a:xfrm>
          <a:off x="8653935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A5677-166F-4C87-B9E2-7FB8847652D0}">
      <dsp:nvSpPr>
        <dsp:cNvPr id="0" name=""/>
        <dsp:cNvSpPr/>
      </dsp:nvSpPr>
      <dsp:spPr>
        <a:xfrm>
          <a:off x="7611903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>
              <a:latin typeface="Century Gothic" panose="020B0502020202020204"/>
            </a:rPr>
            <a:t>Modify DMDP document (if necessary)</a:t>
          </a:r>
        </a:p>
      </dsp:txBody>
      <dsp:txXfrm>
        <a:off x="7611903" y="2624638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E4F11-B5CA-431B-A843-3E591B366411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69538-DCC8-4800-8157-CCE6C805D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8450A-CE35-4E52-A39E-02D1523F11D6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9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FBBED-D673-4AE7-A8E2-82F853D23B4D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1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619-A5FD-4CC4-A94C-0F2D279BFCC1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5A1C-5E1D-4097-BF51-932E7C27C02A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52F42-8EDC-4568-BD72-B0A8788DD091}" type="datetime1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19FD-BE5F-46CF-B495-7438AC321EE4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6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16DB-8EF2-4CE7-B234-23696E50AB6A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1DBF-A95D-474B-99AE-32C1D634354B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9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2D43-93CD-4C99-A85D-7A5DB4FF4561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BEA3-9389-4237-B77E-0884DB9A956B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7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DCE9-F265-479B-A45E-05B7DC7F0DE9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83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4883-6331-437B-8C61-E01D82442D84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33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233C-BE84-40DB-BEEC-B4CC0B76B46E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61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977A-455B-4708-8D90-48D2C7C95D2B}" type="datetime1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35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5100-AD36-4E16-9834-B408245468FF}" type="datetime1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203B-8FFD-4F69-AA7E-002F8448E102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78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209C8-0164-460F-A507-F37915019906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6035E93-BCE5-4C5E-AAE6-A7A824B4CA7B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51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087643" cy="404164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err="1">
                <a:solidFill>
                  <a:srgbClr val="FFFFFF"/>
                </a:solidFill>
                <a:latin typeface="Century Schoolbook"/>
              </a:rPr>
              <a:t>Intuilize</a:t>
            </a:r>
            <a:r>
              <a:rPr lang="en-US" sz="4400">
                <a:solidFill>
                  <a:srgbClr val="FFFFFF"/>
                </a:solidFill>
                <a:latin typeface="Century Schoolbook"/>
              </a:rPr>
              <a:t> – Cluster Commanders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Customer Segmentation &amp; Prediction 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Weekly Meeting 3/21/2025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BFBFBF"/>
                </a:solidFill>
                <a:latin typeface="Century Schoolbook"/>
              </a:rPr>
              <a:t>Andy, Graham, Keertana, &amp; Shashank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F9164-7817-52B3-E8AB-968DD3B4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7E4204-E93C-417B-9ED0-F81552D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E4A00-82CC-4AD0-B631-F820AEE4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463665DF-25B8-4EE2-8F85-921EF38B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BB7F4E-CEB3-1DC9-D910-560961EB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Agenda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B3378DC2-950E-4B63-B833-32DE4719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E344-C0EF-6EF9-DF71-7586FD44B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83474"/>
              </p:ext>
            </p:extLst>
          </p:nvPr>
        </p:nvGraphicFramePr>
        <p:xfrm>
          <a:off x="980235" y="2535029"/>
          <a:ext cx="10508340" cy="3992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BB9FA-DF38-50E2-4D72-3ADA2A08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 smtClean="0">
                <a:solidFill>
                  <a:schemeClr val="bg1"/>
                </a:solidFill>
              </a:rPr>
              <a:t>2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379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6FC04-BAAA-F161-D2CC-CF6F439C9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Comparison(Segmentation)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2B6541C-7721-1340-B555-5E4B4D6B0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110778"/>
              </p:ext>
            </p:extLst>
          </p:nvPr>
        </p:nvGraphicFramePr>
        <p:xfrm>
          <a:off x="786302" y="1855078"/>
          <a:ext cx="10421760" cy="38697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5440">
                  <a:extLst>
                    <a:ext uri="{9D8B030D-6E8A-4147-A177-3AD203B41FA5}">
                      <a16:colId xmlns:a16="http://schemas.microsoft.com/office/drawing/2014/main" val="4059285561"/>
                    </a:ext>
                  </a:extLst>
                </a:gridCol>
                <a:gridCol w="2605440">
                  <a:extLst>
                    <a:ext uri="{9D8B030D-6E8A-4147-A177-3AD203B41FA5}">
                      <a16:colId xmlns:a16="http://schemas.microsoft.com/office/drawing/2014/main" val="1372488951"/>
                    </a:ext>
                  </a:extLst>
                </a:gridCol>
                <a:gridCol w="2605440">
                  <a:extLst>
                    <a:ext uri="{9D8B030D-6E8A-4147-A177-3AD203B41FA5}">
                      <a16:colId xmlns:a16="http://schemas.microsoft.com/office/drawing/2014/main" val="4104281786"/>
                    </a:ext>
                  </a:extLst>
                </a:gridCol>
                <a:gridCol w="2605440">
                  <a:extLst>
                    <a:ext uri="{9D8B030D-6E8A-4147-A177-3AD203B41FA5}">
                      <a16:colId xmlns:a16="http://schemas.microsoft.com/office/drawing/2014/main" val="3245939464"/>
                    </a:ext>
                  </a:extLst>
                </a:gridCol>
              </a:tblGrid>
              <a:tr h="852213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Hierarchical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Fuzzy Cmeans</a:t>
                      </a:r>
                      <a:endParaRPr lang="en-US" sz="200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044946"/>
                  </a:ext>
                </a:extLst>
              </a:tr>
              <a:tr h="852213">
                <a:tc>
                  <a:txBody>
                    <a:bodyPr/>
                    <a:lstStyle/>
                    <a:p>
                      <a:r>
                        <a:rPr lang="en-US" sz="2000"/>
                        <a:t>Silhouette Score </a:t>
                      </a:r>
                    </a:p>
                    <a:p>
                      <a:pPr lvl="0">
                        <a:buNone/>
                      </a:pPr>
                      <a:r>
                        <a:rPr lang="en-US" sz="2000" b="0"/>
                        <a:t>Range: -1 to 1</a:t>
                      </a:r>
                    </a:p>
                    <a:p>
                      <a:pPr lvl="0">
                        <a:buNone/>
                      </a:pPr>
                      <a:r>
                        <a:rPr lang="en-US" sz="2000" b="0"/>
                        <a:t>Higher is 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.886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.889 (Best)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.804 (Worst)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868697"/>
                  </a:ext>
                </a:extLst>
              </a:tr>
              <a:tr h="852213">
                <a:tc>
                  <a:txBody>
                    <a:bodyPr/>
                    <a:lstStyle/>
                    <a:p>
                      <a:r>
                        <a:rPr lang="en-US" sz="2000"/>
                        <a:t>DBI 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FFFFFF"/>
                          </a:solidFill>
                          <a:latin typeface="Century Gothic"/>
                        </a:rPr>
                        <a:t>Range: 0 to ∞ </a:t>
                      </a: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FFFFFF"/>
                          </a:solidFill>
                          <a:latin typeface="Century Gothic"/>
                        </a:rPr>
                        <a:t>Lower is 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.490 (Best)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.618 (Worst)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375924"/>
                  </a:ext>
                </a:extLst>
              </a:tr>
              <a:tr h="852213">
                <a:tc>
                  <a:txBody>
                    <a:bodyPr/>
                    <a:lstStyle/>
                    <a:p>
                      <a:r>
                        <a:rPr lang="en-US" sz="2000"/>
                        <a:t>CHI 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2000" b="0"/>
                        <a:t>Range: 0 to ∞</a:t>
                      </a:r>
                      <a:br>
                        <a:rPr lang="en-US" sz="2000"/>
                      </a:br>
                      <a:r>
                        <a:rPr lang="en-US" sz="2000" b="0"/>
                        <a:t>Higher is 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4258 (Best)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3845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3638 (Worst)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92367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EC074C-A5CF-98CF-574C-DC35FC12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1840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C391A-F73A-B70B-62CE-20E0E42F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FF65-261C-CCF6-A3D2-CEFEC608E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172F2-3E63-AAF5-65C0-36067AFB5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87" y="1731452"/>
            <a:ext cx="11175077" cy="40322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Based on model results, team has chosen hierarchal model for segmentation.</a:t>
            </a:r>
          </a:p>
          <a:p>
            <a:pPr lvl="1"/>
            <a:r>
              <a:rPr lang="en-US" sz="2600"/>
              <a:t>Best silhouette score (.889)</a:t>
            </a:r>
          </a:p>
        </p:txBody>
      </p:sp>
      <p:pic>
        <p:nvPicPr>
          <p:cNvPr id="4" name="Picture 3" descr="A green line with white text&#10;&#10;AI-generated content may be incorrect.">
            <a:extLst>
              <a:ext uri="{FF2B5EF4-FFF2-40B4-BE49-F238E27FC236}">
                <a16:creationId xmlns:a16="http://schemas.microsoft.com/office/drawing/2014/main" id="{B28D2C8D-0C83-CC71-F8F0-AB553355C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65" y="3599806"/>
            <a:ext cx="9039225" cy="242071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43766-19B1-0C6D-882D-06247467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93179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7BEE-0CC5-93A6-E221-8066FAB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Markov Chain (Prediction)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07757D-9A61-C17B-6695-738B0FAB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044439-8608-7924-B83B-ECBD38F26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695928"/>
              </p:ext>
            </p:extLst>
          </p:nvPr>
        </p:nvGraphicFramePr>
        <p:xfrm>
          <a:off x="8985887" y="1557682"/>
          <a:ext cx="304685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819">
                  <a:extLst>
                    <a:ext uri="{9D8B030D-6E8A-4147-A177-3AD203B41FA5}">
                      <a16:colId xmlns:a16="http://schemas.microsoft.com/office/drawing/2014/main" val="3133407043"/>
                    </a:ext>
                  </a:extLst>
                </a:gridCol>
                <a:gridCol w="1861038">
                  <a:extLst>
                    <a:ext uri="{9D8B030D-6E8A-4147-A177-3AD203B41FA5}">
                      <a16:colId xmlns:a16="http://schemas.microsoft.com/office/drawing/2014/main" val="2147138715"/>
                    </a:ext>
                  </a:extLst>
                </a:gridCol>
              </a:tblGrid>
              <a:tr h="358074">
                <a:tc>
                  <a:txBody>
                    <a:bodyPr/>
                    <a:lstStyle/>
                    <a:p>
                      <a:r>
                        <a:rPr lang="en-US" dirty="0"/>
                        <a:t>Cluster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Cluster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71935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Platinum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453537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Diamond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136172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53272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Silver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987100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Bronze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32697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Rock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21651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0080BD7-D8BB-B9E7-39AA-F7C33D7AEDBC}"/>
              </a:ext>
            </a:extLst>
          </p:cNvPr>
          <p:cNvSpPr txBox="1"/>
          <p:nvPr/>
        </p:nvSpPr>
        <p:spPr>
          <a:xfrm>
            <a:off x="210038" y="3861638"/>
            <a:ext cx="1182977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cs typeface="Segoe UI"/>
              </a:rPr>
              <a:t>​</a:t>
            </a:r>
            <a:endParaRPr lang="en-US" sz="2000" b="1">
              <a:cs typeface="Segoe UI"/>
            </a:endParaRPr>
          </a:p>
          <a:p>
            <a:pPr marL="228600" indent="-228600">
              <a:lnSpc>
                <a:spcPts val="2175"/>
              </a:lnSpc>
              <a:buFont typeface=""/>
              <a:buChar char="•"/>
            </a:pPr>
            <a:r>
              <a:rPr lang="en-US" sz="2400" b="1">
                <a:cs typeface="Arial"/>
              </a:rPr>
              <a:t>At Risk :</a:t>
            </a:r>
            <a:r>
              <a:rPr lang="en-US" sz="2400">
                <a:cs typeface="Arial"/>
              </a:rPr>
              <a:t> 25 Customers​</a:t>
            </a:r>
            <a:br>
              <a:rPr lang="en-US" sz="2400">
                <a:cs typeface="Arial"/>
              </a:rPr>
            </a:br>
            <a:endParaRPr lang="en-US" sz="2400">
              <a:cs typeface="Arial"/>
            </a:endParaRPr>
          </a:p>
          <a:p>
            <a:pPr marL="228600" indent="-228600">
              <a:lnSpc>
                <a:spcPts val="2175"/>
              </a:lnSpc>
              <a:buFont typeface=""/>
              <a:buChar char="•"/>
            </a:pPr>
            <a:r>
              <a:rPr lang="en-US" sz="2400" b="1">
                <a:cs typeface="Arial"/>
              </a:rPr>
              <a:t>Move Up:</a:t>
            </a:r>
            <a:r>
              <a:rPr lang="en-US" sz="2400">
                <a:cs typeface="Arial"/>
              </a:rPr>
              <a:t> 55 Customers</a:t>
            </a:r>
          </a:p>
          <a:p>
            <a:pPr marL="228600" indent="-228600">
              <a:lnSpc>
                <a:spcPts val="2175"/>
              </a:lnSpc>
              <a:buFont typeface=""/>
              <a:buChar char="•"/>
            </a:pPr>
            <a:endParaRPr lang="en-US" sz="2400">
              <a:cs typeface="Arial"/>
            </a:endParaRPr>
          </a:p>
          <a:p>
            <a:pPr>
              <a:lnSpc>
                <a:spcPts val="2175"/>
              </a:lnSpc>
            </a:pPr>
            <a:endParaRPr lang="en-US" sz="2400">
              <a:cs typeface="Arial"/>
            </a:endParaRPr>
          </a:p>
          <a:p>
            <a:pPr>
              <a:spcBef>
                <a:spcPts val="1000"/>
              </a:spcBef>
            </a:pPr>
            <a:r>
              <a:rPr lang="en-US" sz="2400" b="1">
                <a:solidFill>
                  <a:srgbClr val="FF0000"/>
                </a:solidFill>
                <a:cs typeface="Arial"/>
              </a:rPr>
              <a:t>Note:</a:t>
            </a:r>
            <a:r>
              <a:rPr lang="en-US" sz="2400">
                <a:cs typeface="Arial"/>
              </a:rPr>
              <a:t> Currently working on finding customer specific </a:t>
            </a:r>
            <a:r>
              <a:rPr lang="en-US" sz="2400" b="1" err="1">
                <a:cs typeface="Arial"/>
              </a:rPr>
              <a:t>MoveUp</a:t>
            </a:r>
            <a:r>
              <a:rPr lang="en-US" sz="2400">
                <a:cs typeface="Arial"/>
              </a:rPr>
              <a:t> probability and </a:t>
            </a:r>
            <a:r>
              <a:rPr lang="en-US" sz="2400" b="1" err="1">
                <a:cs typeface="Arial"/>
              </a:rPr>
              <a:t>AtRisk</a:t>
            </a:r>
            <a:r>
              <a:rPr lang="en-US" sz="2400">
                <a:cs typeface="Arial"/>
              </a:rPr>
              <a:t> Probability</a:t>
            </a:r>
            <a:endParaRPr lang="en-US" sz="240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061E4D3-28DD-20AC-AC20-9E6F9ABE0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647918"/>
              </p:ext>
            </p:extLst>
          </p:nvPr>
        </p:nvGraphicFramePr>
        <p:xfrm>
          <a:off x="392205" y="1714500"/>
          <a:ext cx="7632868" cy="212344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338648">
                  <a:extLst>
                    <a:ext uri="{9D8B030D-6E8A-4147-A177-3AD203B41FA5}">
                      <a16:colId xmlns:a16="http://schemas.microsoft.com/office/drawing/2014/main" val="2805924962"/>
                    </a:ext>
                  </a:extLst>
                </a:gridCol>
                <a:gridCol w="1454493">
                  <a:extLst>
                    <a:ext uri="{9D8B030D-6E8A-4147-A177-3AD203B41FA5}">
                      <a16:colId xmlns:a16="http://schemas.microsoft.com/office/drawing/2014/main" val="732463886"/>
                    </a:ext>
                  </a:extLst>
                </a:gridCol>
                <a:gridCol w="1660438">
                  <a:extLst>
                    <a:ext uri="{9D8B030D-6E8A-4147-A177-3AD203B41FA5}">
                      <a16:colId xmlns:a16="http://schemas.microsoft.com/office/drawing/2014/main" val="2395609637"/>
                    </a:ext>
                  </a:extLst>
                </a:gridCol>
                <a:gridCol w="1480235">
                  <a:extLst>
                    <a:ext uri="{9D8B030D-6E8A-4147-A177-3AD203B41FA5}">
                      <a16:colId xmlns:a16="http://schemas.microsoft.com/office/drawing/2014/main" val="1552609544"/>
                    </a:ext>
                  </a:extLst>
                </a:gridCol>
                <a:gridCol w="1699054">
                  <a:extLst>
                    <a:ext uri="{9D8B030D-6E8A-4147-A177-3AD203B41FA5}">
                      <a16:colId xmlns:a16="http://schemas.microsoft.com/office/drawing/2014/main" val="2728770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Transition 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Projected Next Tier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24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 Risk </a:t>
                      </a:r>
                      <a:r>
                        <a:rPr lang="en-US" sz="1800" b="0" i="0" u="none" strike="noStrike" noProof="0" dirty="0">
                          <a:latin typeface="Century Gothic"/>
                        </a:rPr>
                        <a:t>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Diamond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417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Safe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Platinum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Silver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449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Moving Up </a:t>
                      </a:r>
                      <a:r>
                        <a:rPr lang="en-US" sz="1800" b="0" i="0" u="none" strike="noStrike" noProof="0" dirty="0">
                          <a:latin typeface="Century Gothic"/>
                        </a:rPr>
                        <a:t>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Bronze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Silver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65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249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BD573-F593-A8C2-8259-B2082DAD6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08AF8-5DFC-680F-363D-9939D6AB4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Model Design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A3A65-7E07-E196-7479-E250D272D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87" y="1731452"/>
            <a:ext cx="11175077" cy="40322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Data Model Design Document has been sent</a:t>
            </a:r>
          </a:p>
          <a:p>
            <a:pPr>
              <a:buClr>
                <a:srgbClr val="8AD0D6"/>
              </a:buClr>
            </a:pPr>
            <a:r>
              <a:rPr lang="en-US" sz="2800"/>
              <a:t>Team will iterate on feedback</a:t>
            </a:r>
          </a:p>
          <a:p>
            <a:pPr marL="0" indent="0">
              <a:buClr>
                <a:srgbClr val="8AD0D6"/>
              </a:buClr>
              <a:buNone/>
            </a:pPr>
            <a:endParaRPr lang="en-US" sz="2800"/>
          </a:p>
          <a:p>
            <a:pPr marL="0" indent="0">
              <a:buNone/>
            </a:pP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/>
              <a:t>Question: Should we discuss prediction model in document?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BD1C5-36B9-9982-9197-74BE064E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94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D1CA8-4AF4-EE92-811B-E41F6860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Next Steps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5C2A7D-A2CA-3FC7-C810-CE0225A50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704070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0C7CA-C74A-47C3-E8E1-675A2D2D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 smtClean="0">
                <a:solidFill>
                  <a:schemeClr val="bg1"/>
                </a:solidFill>
              </a:rPr>
              <a:t>7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313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A33D-9372-9927-F8E7-2A49143B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958" y="2593703"/>
            <a:ext cx="4931955" cy="1340076"/>
          </a:xfrm>
        </p:spPr>
        <p:txBody>
          <a:bodyPr/>
          <a:lstStyle/>
          <a:p>
            <a:r>
              <a:rPr lang="en-US" b="1"/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7AA1C3-D07C-64CF-7189-5DC9C418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85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Ion</vt:lpstr>
      <vt:lpstr>Intuilize – Cluster Commanders Customer Segmentation &amp; Prediction  Weekly Meeting 3/21/2025</vt:lpstr>
      <vt:lpstr>Agenda</vt:lpstr>
      <vt:lpstr>Model Comparison(Segmentation)</vt:lpstr>
      <vt:lpstr>Model Selection</vt:lpstr>
      <vt:lpstr>Markov Chain (Prediction) </vt:lpstr>
      <vt:lpstr>Data Model Design Document</vt:lpstr>
      <vt:lpstr>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52</cp:revision>
  <dcterms:created xsi:type="dcterms:W3CDTF">2025-01-29T16:03:38Z</dcterms:created>
  <dcterms:modified xsi:type="dcterms:W3CDTF">2025-03-26T16:45:04Z</dcterms:modified>
</cp:coreProperties>
</file>