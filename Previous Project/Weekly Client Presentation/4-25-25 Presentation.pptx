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2"/>
  </p:notesMasterIdLst>
  <p:sldIdLst>
    <p:sldId id="256" r:id="rId2"/>
    <p:sldId id="257" r:id="rId3"/>
    <p:sldId id="276" r:id="rId4"/>
    <p:sldId id="277" r:id="rId5"/>
    <p:sldId id="278" r:id="rId6"/>
    <p:sldId id="273" r:id="rId7"/>
    <p:sldId id="274" r:id="rId8"/>
    <p:sldId id="275" r:id="rId9"/>
    <p:sldId id="27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AAB0"/>
    <a:srgbClr val="00B5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94860E-0656-3593-8543-8EAACD04ACE3}" v="830" dt="2025-04-25T15:16:42.199"/>
    <p1510:client id="{7F6B1B4B-2A05-42BB-8A66-1A888C9B3696}" v="180" dt="2025-04-25T16:19:59.812"/>
    <p1510:client id="{B2A084D6-C805-FA71-517A-56FD32DD3316}" v="2514" dt="2025-04-25T16:33:15.421"/>
    <p1510:client id="{B4A91B1A-2B5D-698A-FB93-46B746093AF9}" v="158" dt="2025-04-25T16:10:23.9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kins, Graham C" userId="S::bh5884is@go.minnstate.edu::d858373d-d4a5-4d5a-af0d-fcf67a33b3d5" providerId="AD" clId="Web-{075B4E62-D7F3-CD33-A683-43DD487AE97A}"/>
    <pc:docChg chg="modSld">
      <pc:chgData name="Wilkins, Graham C" userId="S::bh5884is@go.minnstate.edu::d858373d-d4a5-4d5a-af0d-fcf67a33b3d5" providerId="AD" clId="Web-{075B4E62-D7F3-CD33-A683-43DD487AE97A}" dt="2025-04-04T15:45:21.556" v="171"/>
      <pc:docMkLst>
        <pc:docMk/>
      </pc:docMkLst>
      <pc:sldChg chg="addSp modSp">
        <pc:chgData name="Wilkins, Graham C" userId="S::bh5884is@go.minnstate.edu::d858373d-d4a5-4d5a-af0d-fcf67a33b3d5" providerId="AD" clId="Web-{075B4E62-D7F3-CD33-A683-43DD487AE97A}" dt="2025-04-04T15:45:21.556" v="171"/>
        <pc:sldMkLst>
          <pc:docMk/>
          <pc:sldMk cId="2540521633" sldId="277"/>
        </pc:sldMkLst>
        <pc:graphicFrameChg chg="add mod modGraphic">
          <ac:chgData name="Wilkins, Graham C" userId="S::bh5884is@go.minnstate.edu::d858373d-d4a5-4d5a-af0d-fcf67a33b3d5" providerId="AD" clId="Web-{075B4E62-D7F3-CD33-A683-43DD487AE97A}" dt="2025-04-04T15:45:21.556" v="171"/>
          <ac:graphicFrameMkLst>
            <pc:docMk/>
            <pc:sldMk cId="2540521633" sldId="277"/>
            <ac:graphicFrameMk id="5" creationId="{16CBDFA9-66AB-1AE9-3361-56160F5DE90F}"/>
          </ac:graphicFrameMkLst>
        </pc:graphicFrameChg>
      </pc:sldChg>
    </pc:docChg>
  </pc:docChgLst>
  <pc:docChgLst>
    <pc:chgData name="Hjulberg, Andrew S" userId="S::hi6397ef@go.minnstate.edu::55255bf8-79f2-42d3-80cc-139b63d0776c" providerId="AD" clId="Web-{CAAF0768-A62F-24C3-04B6-29D14C7D3066}"/>
    <pc:docChg chg="modSld">
      <pc:chgData name="Hjulberg, Andrew S" userId="S::hi6397ef@go.minnstate.edu::55255bf8-79f2-42d3-80cc-139b63d0776c" providerId="AD" clId="Web-{CAAF0768-A62F-24C3-04B6-29D14C7D3066}" dt="2025-04-11T16:09:12.576" v="79"/>
      <pc:docMkLst>
        <pc:docMk/>
      </pc:docMkLst>
      <pc:sldChg chg="modSp">
        <pc:chgData name="Hjulberg, Andrew S" userId="S::hi6397ef@go.minnstate.edu::55255bf8-79f2-42d3-80cc-139b63d0776c" providerId="AD" clId="Web-{CAAF0768-A62F-24C3-04B6-29D14C7D3066}" dt="2025-04-11T15:19:09.873" v="1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CAAF0768-A62F-24C3-04B6-29D14C7D3066}" dt="2025-04-11T15:19:09.873" v="1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">
        <pc:chgData name="Hjulberg, Andrew S" userId="S::hi6397ef@go.minnstate.edu::55255bf8-79f2-42d3-80cc-139b63d0776c" providerId="AD" clId="Web-{CAAF0768-A62F-24C3-04B6-29D14C7D3066}" dt="2025-04-11T15:52:46.151" v="60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CAAF0768-A62F-24C3-04B6-29D14C7D3066}" dt="2025-04-11T15:52:46.151" v="60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modSp">
        <pc:chgData name="Hjulberg, Andrew S" userId="S::hi6397ef@go.minnstate.edu::55255bf8-79f2-42d3-80cc-139b63d0776c" providerId="AD" clId="Web-{CAAF0768-A62F-24C3-04B6-29D14C7D3066}" dt="2025-04-11T16:09:12.576" v="79"/>
        <pc:sldMkLst>
          <pc:docMk/>
          <pc:sldMk cId="1656249528" sldId="273"/>
        </pc:sldMkLst>
        <pc:graphicFrameChg chg="add mod modGraphic">
          <ac:chgData name="Hjulberg, Andrew S" userId="S::hi6397ef@go.minnstate.edu::55255bf8-79f2-42d3-80cc-139b63d0776c" providerId="AD" clId="Web-{CAAF0768-A62F-24C3-04B6-29D14C7D3066}" dt="2025-04-11T16:09:12.576" v="79"/>
          <ac:graphicFrameMkLst>
            <pc:docMk/>
            <pc:sldMk cId="1656249528" sldId="273"/>
            <ac:graphicFrameMk id="5" creationId="{EDD9A119-3DD9-0300-6BBF-93FBEC116511}"/>
          </ac:graphicFrameMkLst>
        </pc:graphicFrameChg>
      </pc:sldChg>
    </pc:docChg>
  </pc:docChgLst>
  <pc:docChgLst>
    <pc:chgData name="Hjulberg, Andrew S" userId="55255bf8-79f2-42d3-80cc-139b63d0776c" providerId="ADAL" clId="{7F6B1B4B-2A05-42BB-8A66-1A888C9B3696}"/>
    <pc:docChg chg="addSld modSld">
      <pc:chgData name="Hjulberg, Andrew S" userId="55255bf8-79f2-42d3-80cc-139b63d0776c" providerId="ADAL" clId="{7F6B1B4B-2A05-42BB-8A66-1A888C9B3696}" dt="2025-04-25T16:19:59.812" v="176" actId="20577"/>
      <pc:docMkLst>
        <pc:docMk/>
      </pc:docMkLst>
      <pc:sldChg chg="modSp add">
        <pc:chgData name="Hjulberg, Andrew S" userId="55255bf8-79f2-42d3-80cc-139b63d0776c" providerId="ADAL" clId="{7F6B1B4B-2A05-42BB-8A66-1A888C9B3696}" dt="2025-04-25T16:18:48.142" v="165"/>
        <pc:sldMkLst>
          <pc:docMk/>
          <pc:sldMk cId="886379872" sldId="257"/>
        </pc:sldMkLst>
        <pc:graphicFrameChg chg="mod">
          <ac:chgData name="Hjulberg, Andrew S" userId="55255bf8-79f2-42d3-80cc-139b63d0776c" providerId="ADAL" clId="{7F6B1B4B-2A05-42BB-8A66-1A888C9B3696}" dt="2025-04-25T16:18:48.142" v="165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 mod">
        <pc:chgData name="Hjulberg, Andrew S" userId="55255bf8-79f2-42d3-80cc-139b63d0776c" providerId="ADAL" clId="{7F6B1B4B-2A05-42BB-8A66-1A888C9B3696}" dt="2025-04-25T16:19:59.812" v="176" actId="20577"/>
        <pc:sldMkLst>
          <pc:docMk/>
          <pc:sldMk cId="1656249528" sldId="273"/>
        </pc:sldMkLst>
        <pc:graphicFrameChg chg="modGraphic">
          <ac:chgData name="Hjulberg, Andrew S" userId="55255bf8-79f2-42d3-80cc-139b63d0776c" providerId="ADAL" clId="{7F6B1B4B-2A05-42BB-8A66-1A888C9B3696}" dt="2025-04-25T16:19:59.812" v="176" actId="20577"/>
          <ac:graphicFrameMkLst>
            <pc:docMk/>
            <pc:sldMk cId="1656249528" sldId="273"/>
            <ac:graphicFrameMk id="10" creationId="{7AE5B471-F427-6845-89D9-E8A6135E270A}"/>
          </ac:graphicFrameMkLst>
        </pc:graphicFrameChg>
      </pc:sldChg>
      <pc:sldChg chg="modSp">
        <pc:chgData name="Hjulberg, Andrew S" userId="55255bf8-79f2-42d3-80cc-139b63d0776c" providerId="ADAL" clId="{7F6B1B4B-2A05-42BB-8A66-1A888C9B3696}" dt="2025-04-25T16:14:38.697" v="1"/>
        <pc:sldMkLst>
          <pc:docMk/>
          <pc:sldMk cId="2411652352" sldId="279"/>
        </pc:sldMkLst>
        <pc:graphicFrameChg chg="mod">
          <ac:chgData name="Hjulberg, Andrew S" userId="55255bf8-79f2-42d3-80cc-139b63d0776c" providerId="ADAL" clId="{7F6B1B4B-2A05-42BB-8A66-1A888C9B3696}" dt="2025-04-25T16:14:38.697" v="1"/>
          <ac:graphicFrameMkLst>
            <pc:docMk/>
            <pc:sldMk cId="2411652352" sldId="279"/>
            <ac:graphicFrameMk id="5" creationId="{635C2A7D-A2CA-3FC7-C810-CE0225A50F5B}"/>
          </ac:graphicFrameMkLst>
        </pc:graphicFrameChg>
      </pc:sldChg>
    </pc:docChg>
  </pc:docChgLst>
  <pc:docChgLst>
    <pc:chgData name="Srinivasa Reddy, Shashank reddy" userId="S::qn1833ep@go.minnstate.edu::5f8d5532-cbd8-40c0-aa18-97830f20e260" providerId="AD" clId="Web-{0A94860E-0656-3593-8543-8EAACD04ACE3}"/>
    <pc:docChg chg="addSld modSld">
      <pc:chgData name="Srinivasa Reddy, Shashank reddy" userId="S::qn1833ep@go.minnstate.edu::5f8d5532-cbd8-40c0-aa18-97830f20e260" providerId="AD" clId="Web-{0A94860E-0656-3593-8543-8EAACD04ACE3}" dt="2025-04-25T15:16:42.199" v="759"/>
      <pc:docMkLst>
        <pc:docMk/>
      </pc:docMkLst>
      <pc:sldChg chg="modSp">
        <pc:chgData name="Srinivasa Reddy, Shashank reddy" userId="S::qn1833ep@go.minnstate.edu::5f8d5532-cbd8-40c0-aa18-97830f20e260" providerId="AD" clId="Web-{0A94860E-0656-3593-8543-8EAACD04ACE3}" dt="2025-04-25T06:07:26.363" v="0" actId="20577"/>
        <pc:sldMkLst>
          <pc:docMk/>
          <pc:sldMk cId="109857222" sldId="256"/>
        </pc:sldMkLst>
        <pc:spChg chg="mod">
          <ac:chgData name="Srinivasa Reddy, Shashank reddy" userId="S::qn1833ep@go.minnstate.edu::5f8d5532-cbd8-40c0-aa18-97830f20e260" providerId="AD" clId="Web-{0A94860E-0656-3593-8543-8EAACD04ACE3}" dt="2025-04-25T06:07:26.363" v="0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">
        <pc:chgData name="Srinivasa Reddy, Shashank reddy" userId="S::qn1833ep@go.minnstate.edu::5f8d5532-cbd8-40c0-aa18-97830f20e260" providerId="AD" clId="Web-{0A94860E-0656-3593-8543-8EAACD04ACE3}" dt="2025-04-25T15:16:13.371" v="756" actId="1076"/>
        <pc:sldMkLst>
          <pc:docMk/>
          <pc:sldMk cId="1656249528" sldId="273"/>
        </pc:sldMkLst>
        <pc:spChg chg="mod">
          <ac:chgData name="Srinivasa Reddy, Shashank reddy" userId="S::qn1833ep@go.minnstate.edu::5f8d5532-cbd8-40c0-aa18-97830f20e260" providerId="AD" clId="Web-{0A94860E-0656-3593-8543-8EAACD04ACE3}" dt="2025-04-25T15:15:52.683" v="753" actId="20577"/>
          <ac:spMkLst>
            <pc:docMk/>
            <pc:sldMk cId="1656249528" sldId="273"/>
            <ac:spMk id="2" creationId="{7ADE7BEE-0CC5-93A6-E221-8066FAB3E767}"/>
          </ac:spMkLst>
        </pc:spChg>
        <pc:spChg chg="mod">
          <ac:chgData name="Srinivasa Reddy, Shashank reddy" userId="S::qn1833ep@go.minnstate.edu::5f8d5532-cbd8-40c0-aa18-97830f20e260" providerId="AD" clId="Web-{0A94860E-0656-3593-8543-8EAACD04ACE3}" dt="2025-04-25T15:16:13.371" v="756" actId="1076"/>
          <ac:spMkLst>
            <pc:docMk/>
            <pc:sldMk cId="1656249528" sldId="273"/>
            <ac:spMk id="7" creationId="{6F03BDD9-CE3A-6749-97AA-6DFBEAEE1CAE}"/>
          </ac:spMkLst>
        </pc:spChg>
      </pc:sldChg>
      <pc:sldChg chg="delSp modSp">
        <pc:chgData name="Srinivasa Reddy, Shashank reddy" userId="S::qn1833ep@go.minnstate.edu::5f8d5532-cbd8-40c0-aa18-97830f20e260" providerId="AD" clId="Web-{0A94860E-0656-3593-8543-8EAACD04ACE3}" dt="2025-04-25T15:16:27.449" v="758"/>
        <pc:sldMkLst>
          <pc:docMk/>
          <pc:sldMk cId="3580123019" sldId="274"/>
        </pc:sldMkLst>
        <pc:spChg chg="mod">
          <ac:chgData name="Srinivasa Reddy, Shashank reddy" userId="S::qn1833ep@go.minnstate.edu::5f8d5532-cbd8-40c0-aa18-97830f20e260" providerId="AD" clId="Web-{0A94860E-0656-3593-8543-8EAACD04ACE3}" dt="2025-04-25T15:16:20.105" v="757" actId="20577"/>
          <ac:spMkLst>
            <pc:docMk/>
            <pc:sldMk cId="3580123019" sldId="274"/>
            <ac:spMk id="2" creationId="{0422220A-DEF1-FFEB-FB70-ECAB1A06A7C3}"/>
          </ac:spMkLst>
        </pc:spChg>
        <pc:picChg chg="del">
          <ac:chgData name="Srinivasa Reddy, Shashank reddy" userId="S::qn1833ep@go.minnstate.edu::5f8d5532-cbd8-40c0-aa18-97830f20e260" providerId="AD" clId="Web-{0A94860E-0656-3593-8543-8EAACD04ACE3}" dt="2025-04-25T15:16:27.449" v="758"/>
          <ac:picMkLst>
            <pc:docMk/>
            <pc:sldMk cId="3580123019" sldId="274"/>
            <ac:picMk id="3" creationId="{7F36EC50-0CF4-C89B-B842-7E334FE734D5}"/>
          </ac:picMkLst>
        </pc:picChg>
      </pc:sldChg>
      <pc:sldChg chg="addSp delSp modSp">
        <pc:chgData name="Srinivasa Reddy, Shashank reddy" userId="S::qn1833ep@go.minnstate.edu::5f8d5532-cbd8-40c0-aa18-97830f20e260" providerId="AD" clId="Web-{0A94860E-0656-3593-8543-8EAACD04ACE3}" dt="2025-04-25T15:16:42.199" v="759"/>
        <pc:sldMkLst>
          <pc:docMk/>
          <pc:sldMk cId="634413027" sldId="275"/>
        </pc:sldMkLst>
        <pc:spChg chg="add mod">
          <ac:chgData name="Srinivasa Reddy, Shashank reddy" userId="S::qn1833ep@go.minnstate.edu::5f8d5532-cbd8-40c0-aa18-97830f20e260" providerId="AD" clId="Web-{0A94860E-0656-3593-8543-8EAACD04ACE3}" dt="2025-04-25T15:16:42.199" v="759"/>
          <ac:spMkLst>
            <pc:docMk/>
            <pc:sldMk cId="634413027" sldId="275"/>
            <ac:spMk id="3" creationId="{A7BEB64C-2345-945F-FB77-6CD89B984249}"/>
          </ac:spMkLst>
        </pc:spChg>
        <pc:picChg chg="del">
          <ac:chgData name="Srinivasa Reddy, Shashank reddy" userId="S::qn1833ep@go.minnstate.edu::5f8d5532-cbd8-40c0-aa18-97830f20e260" providerId="AD" clId="Web-{0A94860E-0656-3593-8543-8EAACD04ACE3}" dt="2025-04-25T15:16:42.199" v="759"/>
          <ac:picMkLst>
            <pc:docMk/>
            <pc:sldMk cId="634413027" sldId="275"/>
            <ac:picMk id="5" creationId="{7D3219F7-A379-762F-AE86-8EBAD8D5AC42}"/>
          </ac:picMkLst>
        </pc:picChg>
      </pc:sldChg>
      <pc:sldChg chg="addSp modSp new">
        <pc:chgData name="Srinivasa Reddy, Shashank reddy" userId="S::qn1833ep@go.minnstate.edu::5f8d5532-cbd8-40c0-aa18-97830f20e260" providerId="AD" clId="Web-{0A94860E-0656-3593-8543-8EAACD04ACE3}" dt="2025-04-25T15:15:17.527" v="752" actId="20577"/>
        <pc:sldMkLst>
          <pc:docMk/>
          <pc:sldMk cId="3089570185" sldId="276"/>
        </pc:sldMkLst>
        <pc:spChg chg="mod">
          <ac:chgData name="Srinivasa Reddy, Shashank reddy" userId="S::qn1833ep@go.minnstate.edu::5f8d5532-cbd8-40c0-aa18-97830f20e260" providerId="AD" clId="Web-{0A94860E-0656-3593-8543-8EAACD04ACE3}" dt="2025-04-25T06:51:54.926" v="745" actId="1076"/>
          <ac:spMkLst>
            <pc:docMk/>
            <pc:sldMk cId="3089570185" sldId="276"/>
            <ac:spMk id="2" creationId="{0E64590E-063C-8BA2-BC71-54735BADCABF}"/>
          </ac:spMkLst>
        </pc:spChg>
        <pc:spChg chg="mod">
          <ac:chgData name="Srinivasa Reddy, Shashank reddy" userId="S::qn1833ep@go.minnstate.edu::5f8d5532-cbd8-40c0-aa18-97830f20e260" providerId="AD" clId="Web-{0A94860E-0656-3593-8543-8EAACD04ACE3}" dt="2025-04-25T15:15:17.527" v="752" actId="20577"/>
          <ac:spMkLst>
            <pc:docMk/>
            <pc:sldMk cId="3089570185" sldId="276"/>
            <ac:spMk id="3" creationId="{5519649D-8F81-B0A7-33F7-FE6554A15A90}"/>
          </ac:spMkLst>
        </pc:spChg>
        <pc:graphicFrameChg chg="add mod modGraphic">
          <ac:chgData name="Srinivasa Reddy, Shashank reddy" userId="S::qn1833ep@go.minnstate.edu::5f8d5532-cbd8-40c0-aa18-97830f20e260" providerId="AD" clId="Web-{0A94860E-0656-3593-8543-8EAACD04ACE3}" dt="2025-04-25T06:45:25.791" v="569" actId="1076"/>
          <ac:graphicFrameMkLst>
            <pc:docMk/>
            <pc:sldMk cId="3089570185" sldId="276"/>
            <ac:graphicFrameMk id="5" creationId="{01E0B2C8-B718-B8AE-A2F0-E53E50AC93E9}"/>
          </ac:graphicFrameMkLst>
        </pc:graphicFrameChg>
        <pc:graphicFrameChg chg="add mod modGraphic">
          <ac:chgData name="Srinivasa Reddy, Shashank reddy" userId="S::qn1833ep@go.minnstate.edu::5f8d5532-cbd8-40c0-aa18-97830f20e260" providerId="AD" clId="Web-{0A94860E-0656-3593-8543-8EAACD04ACE3}" dt="2025-04-25T06:45:19.134" v="568" actId="1076"/>
          <ac:graphicFrameMkLst>
            <pc:docMk/>
            <pc:sldMk cId="3089570185" sldId="276"/>
            <ac:graphicFrameMk id="6" creationId="{E84E4DED-C3F7-C009-8AD1-03FA28FBD667}"/>
          </ac:graphicFrameMkLst>
        </pc:graphicFrameChg>
      </pc:sldChg>
      <pc:sldChg chg="addSp delSp modSp new">
        <pc:chgData name="Srinivasa Reddy, Shashank reddy" userId="S::qn1833ep@go.minnstate.edu::5f8d5532-cbd8-40c0-aa18-97830f20e260" providerId="AD" clId="Web-{0A94860E-0656-3593-8543-8EAACD04ACE3}" dt="2025-04-25T06:51:24.783" v="740"/>
        <pc:sldMkLst>
          <pc:docMk/>
          <pc:sldMk cId="1215494841" sldId="277"/>
        </pc:sldMkLst>
        <pc:spChg chg="mod">
          <ac:chgData name="Srinivasa Reddy, Shashank reddy" userId="S::qn1833ep@go.minnstate.edu::5f8d5532-cbd8-40c0-aa18-97830f20e260" providerId="AD" clId="Web-{0A94860E-0656-3593-8543-8EAACD04ACE3}" dt="2025-04-25T06:46:46.374" v="588" actId="20577"/>
          <ac:spMkLst>
            <pc:docMk/>
            <pc:sldMk cId="1215494841" sldId="277"/>
            <ac:spMk id="2" creationId="{25138F21-8B47-A0CE-29DF-593A08DF2086}"/>
          </ac:spMkLst>
        </pc:spChg>
        <pc:spChg chg="del mod">
          <ac:chgData name="Srinivasa Reddy, Shashank reddy" userId="S::qn1833ep@go.minnstate.edu::5f8d5532-cbd8-40c0-aa18-97830f20e260" providerId="AD" clId="Web-{0A94860E-0656-3593-8543-8EAACD04ACE3}" dt="2025-04-25T06:44:07.755" v="561"/>
          <ac:spMkLst>
            <pc:docMk/>
            <pc:sldMk cId="1215494841" sldId="277"/>
            <ac:spMk id="3" creationId="{B3A70AB4-989A-4F92-D13C-8EE0A051E81C}"/>
          </ac:spMkLst>
        </pc:spChg>
        <pc:spChg chg="add mod">
          <ac:chgData name="Srinivasa Reddy, Shashank reddy" userId="S::qn1833ep@go.minnstate.edu::5f8d5532-cbd8-40c0-aa18-97830f20e260" providerId="AD" clId="Web-{0A94860E-0656-3593-8543-8EAACD04ACE3}" dt="2025-04-25T06:46:23.560" v="584" actId="1076"/>
          <ac:spMkLst>
            <pc:docMk/>
            <pc:sldMk cId="1215494841" sldId="277"/>
            <ac:spMk id="11" creationId="{AE33113E-0E42-9689-D5CD-D00434E8F4D9}"/>
          </ac:spMkLst>
        </pc:spChg>
        <pc:graphicFrameChg chg="add mod modGraphic">
          <ac:chgData name="Srinivasa Reddy, Shashank reddy" userId="S::qn1833ep@go.minnstate.edu::5f8d5532-cbd8-40c0-aa18-97830f20e260" providerId="AD" clId="Web-{0A94860E-0656-3593-8543-8EAACD04ACE3}" dt="2025-04-25T06:51:24.783" v="740"/>
          <ac:graphicFrameMkLst>
            <pc:docMk/>
            <pc:sldMk cId="1215494841" sldId="277"/>
            <ac:graphicFrameMk id="6" creationId="{9C4513E7-DF16-ADE5-1BBD-5E9C61A28FD5}"/>
          </ac:graphicFrameMkLst>
        </pc:graphicFrameChg>
        <pc:graphicFrameChg chg="add mod modGraphic">
          <ac:chgData name="Srinivasa Reddy, Shashank reddy" userId="S::qn1833ep@go.minnstate.edu::5f8d5532-cbd8-40c0-aa18-97830f20e260" providerId="AD" clId="Web-{0A94860E-0656-3593-8543-8EAACD04ACE3}" dt="2025-04-25T06:51:07.845" v="739"/>
          <ac:graphicFrameMkLst>
            <pc:docMk/>
            <pc:sldMk cId="1215494841" sldId="277"/>
            <ac:graphicFrameMk id="8" creationId="{BB7D922B-7D17-0032-13F7-B59850A7EDE3}"/>
          </ac:graphicFrameMkLst>
        </pc:graphicFrameChg>
        <pc:picChg chg="add mod ord">
          <ac:chgData name="Srinivasa Reddy, Shashank reddy" userId="S::qn1833ep@go.minnstate.edu::5f8d5532-cbd8-40c0-aa18-97830f20e260" providerId="AD" clId="Web-{0A94860E-0656-3593-8543-8EAACD04ACE3}" dt="2025-04-25T06:44:07.755" v="561"/>
          <ac:picMkLst>
            <pc:docMk/>
            <pc:sldMk cId="1215494841" sldId="277"/>
            <ac:picMk id="9" creationId="{909C4309-1B55-82B5-7AC2-C70445857E36}"/>
          </ac:picMkLst>
        </pc:picChg>
        <pc:picChg chg="add mod">
          <ac:chgData name="Srinivasa Reddy, Shashank reddy" userId="S::qn1833ep@go.minnstate.edu::5f8d5532-cbd8-40c0-aa18-97830f20e260" providerId="AD" clId="Web-{0A94860E-0656-3593-8543-8EAACD04ACE3}" dt="2025-04-25T06:46:15.904" v="583" actId="1076"/>
          <ac:picMkLst>
            <pc:docMk/>
            <pc:sldMk cId="1215494841" sldId="277"/>
            <ac:picMk id="10" creationId="{DF505902-805B-AE77-87D7-915FA808400E}"/>
          </ac:picMkLst>
        </pc:picChg>
      </pc:sldChg>
      <pc:sldChg chg="modSp new">
        <pc:chgData name="Srinivasa Reddy, Shashank reddy" userId="S::qn1833ep@go.minnstate.edu::5f8d5532-cbd8-40c0-aa18-97830f20e260" providerId="AD" clId="Web-{0A94860E-0656-3593-8543-8EAACD04ACE3}" dt="2025-04-25T07:36:21.065" v="748" actId="20577"/>
        <pc:sldMkLst>
          <pc:docMk/>
          <pc:sldMk cId="3554419543" sldId="278"/>
        </pc:sldMkLst>
        <pc:spChg chg="mod">
          <ac:chgData name="Srinivasa Reddy, Shashank reddy" userId="S::qn1833ep@go.minnstate.edu::5f8d5532-cbd8-40c0-aa18-97830f20e260" providerId="AD" clId="Web-{0A94860E-0656-3593-8543-8EAACD04ACE3}" dt="2025-04-25T07:36:21.065" v="748" actId="20577"/>
          <ac:spMkLst>
            <pc:docMk/>
            <pc:sldMk cId="3554419543" sldId="278"/>
            <ac:spMk id="2" creationId="{E4CFDECB-572A-324A-9BA8-675EFD6BF01B}"/>
          </ac:spMkLst>
        </pc:spChg>
      </pc:sldChg>
    </pc:docChg>
  </pc:docChgLst>
  <pc:docChgLst>
    <pc:chgData name="Lakku, Sai Keertana R" userId="S::kb7924tj@go.minnstate.edu::aa713373-d62e-42be-a5fb-296135668942" providerId="AD" clId="Web-{C954ABAB-635E-242F-DD23-3A8A3340DF6B}"/>
    <pc:docChg chg="modSld">
      <pc:chgData name="Lakku, Sai Keertana R" userId="S::kb7924tj@go.minnstate.edu::aa713373-d62e-42be-a5fb-296135668942" providerId="AD" clId="Web-{C954ABAB-635E-242F-DD23-3A8A3340DF6B}" dt="2025-04-04T16:30:21.503" v="101"/>
      <pc:docMkLst>
        <pc:docMk/>
      </pc:docMkLst>
      <pc:sldChg chg="modSp">
        <pc:chgData name="Lakku, Sai Keertana R" userId="S::kb7924tj@go.minnstate.edu::aa713373-d62e-42be-a5fb-296135668942" providerId="AD" clId="Web-{C954ABAB-635E-242F-DD23-3A8A3340DF6B}" dt="2025-04-04T16:30:21.503" v="101"/>
        <pc:sldMkLst>
          <pc:docMk/>
          <pc:sldMk cId="3527744105" sldId="278"/>
        </pc:sldMkLst>
        <pc:graphicFrameChg chg="mod modGraphic">
          <ac:chgData name="Lakku, Sai Keertana R" userId="S::kb7924tj@go.minnstate.edu::aa713373-d62e-42be-a5fb-296135668942" providerId="AD" clId="Web-{C954ABAB-635E-242F-DD23-3A8A3340DF6B}" dt="2025-04-04T16:30:21.503" v="101"/>
          <ac:graphicFrameMkLst>
            <pc:docMk/>
            <pc:sldMk cId="3527744105" sldId="278"/>
            <ac:graphicFrameMk id="7" creationId="{8870527C-F4AC-F23D-09EC-920F85FB9532}"/>
          </ac:graphicFrameMkLst>
        </pc:graphicFrameChg>
      </pc:sldChg>
    </pc:docChg>
  </pc:docChgLst>
  <pc:docChgLst>
    <pc:chgData name="Srinivasa Reddy, Shashank reddy" userId="S::qn1833ep@go.minnstate.edu::5f8d5532-cbd8-40c0-aa18-97830f20e260" providerId="AD" clId="Web-{DDD9CB3A-D437-50AB-39BD-7C98B75F5347}"/>
    <pc:docChg chg="addSld modSld">
      <pc:chgData name="Srinivasa Reddy, Shashank reddy" userId="S::qn1833ep@go.minnstate.edu::5f8d5532-cbd8-40c0-aa18-97830f20e260" providerId="AD" clId="Web-{DDD9CB3A-D437-50AB-39BD-7C98B75F5347}" dt="2025-02-21T17:16:18.082" v="404" actId="20577"/>
      <pc:docMkLst>
        <pc:docMk/>
      </pc:docMkLst>
      <pc:sldChg chg="addSp delSp modSp">
        <pc:chgData name="Srinivasa Reddy, Shashank reddy" userId="S::qn1833ep@go.minnstate.edu::5f8d5532-cbd8-40c0-aa18-97830f20e260" providerId="AD" clId="Web-{DDD9CB3A-D437-50AB-39BD-7C98B75F5347}" dt="2025-02-21T17:16:18.082" v="404" actId="20577"/>
        <pc:sldMkLst>
          <pc:docMk/>
          <pc:sldMk cId="1987320157" sldId="267"/>
        </pc:sldMkLst>
        <pc:spChg chg="add mod">
          <ac:chgData name="Srinivasa Reddy, Shashank reddy" userId="S::qn1833ep@go.minnstate.edu::5f8d5532-cbd8-40c0-aa18-97830f20e260" providerId="AD" clId="Web-{DDD9CB3A-D437-50AB-39BD-7C98B75F5347}" dt="2025-02-21T17:16:18.082" v="404" actId="20577"/>
          <ac:spMkLst>
            <pc:docMk/>
            <pc:sldMk cId="1987320157" sldId="267"/>
            <ac:spMk id="4" creationId="{10BBC347-6A01-2036-1706-BF4065DE7D9F}"/>
          </ac:spMkLst>
        </pc:spChg>
      </pc:sldChg>
      <pc:sldChg chg="addSp delSp modSp">
        <pc:chgData name="Srinivasa Reddy, Shashank reddy" userId="S::qn1833ep@go.minnstate.edu::5f8d5532-cbd8-40c0-aa18-97830f20e260" providerId="AD" clId="Web-{DDD9CB3A-D437-50AB-39BD-7C98B75F5347}" dt="2025-02-21T17:01:37.968" v="4" actId="1076"/>
        <pc:sldMkLst>
          <pc:docMk/>
          <pc:sldMk cId="3515090267" sldId="270"/>
        </pc:sldMkLst>
        <pc:picChg chg="add mod">
          <ac:chgData name="Srinivasa Reddy, Shashank reddy" userId="S::qn1833ep@go.minnstate.edu::5f8d5532-cbd8-40c0-aa18-97830f20e260" providerId="AD" clId="Web-{DDD9CB3A-D437-50AB-39BD-7C98B75F5347}" dt="2025-02-21T17:01:37.968" v="4" actId="1076"/>
          <ac:picMkLst>
            <pc:docMk/>
            <pc:sldMk cId="3515090267" sldId="270"/>
            <ac:picMk id="4" creationId="{45642381-F90B-86C1-D45A-D89FB5E60EDA}"/>
          </ac:picMkLst>
        </pc:picChg>
      </pc:sldChg>
      <pc:sldChg chg="addSp delSp modSp new">
        <pc:chgData name="Srinivasa Reddy, Shashank reddy" userId="S::qn1833ep@go.minnstate.edu::5f8d5532-cbd8-40c0-aa18-97830f20e260" providerId="AD" clId="Web-{DDD9CB3A-D437-50AB-39BD-7C98B75F5347}" dt="2025-02-21T17:13:04.980" v="312" actId="20577"/>
        <pc:sldMkLst>
          <pc:docMk/>
          <pc:sldMk cId="1656249528" sldId="273"/>
        </pc:sldMkLst>
        <pc:spChg chg="mod">
          <ac:chgData name="Srinivasa Reddy, Shashank reddy" userId="S::qn1833ep@go.minnstate.edu::5f8d5532-cbd8-40c0-aa18-97830f20e260" providerId="AD" clId="Web-{DDD9CB3A-D437-50AB-39BD-7C98B75F5347}" dt="2025-02-21T17:02:28.939" v="16" actId="20577"/>
          <ac:spMkLst>
            <pc:docMk/>
            <pc:sldMk cId="1656249528" sldId="273"/>
            <ac:spMk id="2" creationId="{7ADE7BEE-0CC5-93A6-E221-8066FAB3E767}"/>
          </ac:spMkLst>
        </pc:spChg>
        <pc:spChg chg="mod">
          <ac:chgData name="Srinivasa Reddy, Shashank reddy" userId="S::qn1833ep@go.minnstate.edu::5f8d5532-cbd8-40c0-aa18-97830f20e260" providerId="AD" clId="Web-{DDD9CB3A-D437-50AB-39BD-7C98B75F5347}" dt="2025-02-21T17:09:45.878" v="243" actId="1076"/>
          <ac:spMkLst>
            <pc:docMk/>
            <pc:sldMk cId="1656249528" sldId="273"/>
            <ac:spMk id="3" creationId="{46A343F2-B698-48D2-FC3A-44822BF5DE6B}"/>
          </ac:spMkLst>
        </pc:spChg>
      </pc:sldChg>
    </pc:docChg>
  </pc:docChgLst>
  <pc:docChgLst>
    <pc:chgData name="Wilkins, Graham C" userId="S::bh5884is@go.minnstate.edu::d858373d-d4a5-4d5a-af0d-fcf67a33b3d5" providerId="AD" clId="Web-{E6B4D284-1BFD-BF64-F5B9-4BF631D16266}"/>
    <pc:docChg chg="modSld">
      <pc:chgData name="Wilkins, Graham C" userId="S::bh5884is@go.minnstate.edu::d858373d-d4a5-4d5a-af0d-fcf67a33b3d5" providerId="AD" clId="Web-{E6B4D284-1BFD-BF64-F5B9-4BF631D16266}" dt="2025-03-21T15:15:46.399" v="5" actId="1076"/>
      <pc:docMkLst>
        <pc:docMk/>
      </pc:docMkLst>
      <pc:sldChg chg="addSp modSp">
        <pc:chgData name="Wilkins, Graham C" userId="S::bh5884is@go.minnstate.edu::d858373d-d4a5-4d5a-af0d-fcf67a33b3d5" providerId="AD" clId="Web-{E6B4D284-1BFD-BF64-F5B9-4BF631D16266}" dt="2025-03-21T15:15:46.399" v="5" actId="1076"/>
        <pc:sldMkLst>
          <pc:docMk/>
          <pc:sldMk cId="1993179087" sldId="276"/>
        </pc:sldMkLst>
        <pc:picChg chg="add mod">
          <ac:chgData name="Wilkins, Graham C" userId="S::bh5884is@go.minnstate.edu::d858373d-d4a5-4d5a-af0d-fcf67a33b3d5" providerId="AD" clId="Web-{E6B4D284-1BFD-BF64-F5B9-4BF631D16266}" dt="2025-03-21T15:15:46.399" v="5" actId="1076"/>
          <ac:picMkLst>
            <pc:docMk/>
            <pc:sldMk cId="1993179087" sldId="276"/>
            <ac:picMk id="4" creationId="{B28D2C8D-0C83-CC71-F8F0-AB553355C13B}"/>
          </ac:picMkLst>
        </pc:picChg>
      </pc:sldChg>
    </pc:docChg>
  </pc:docChgLst>
  <pc:docChgLst>
    <pc:chgData name="Wilkins, Graham C" userId="S::bh5884is@go.minnstate.edu::d858373d-d4a5-4d5a-af0d-fcf67a33b3d5" providerId="AD" clId="Web-{31106DFC-D532-26BB-50FA-8A9ECCEE5849}"/>
    <pc:docChg chg="addSld delSld modSld">
      <pc:chgData name="Wilkins, Graham C" userId="S::bh5884is@go.minnstate.edu::d858373d-d4a5-4d5a-af0d-fcf67a33b3d5" providerId="AD" clId="Web-{31106DFC-D532-26BB-50FA-8A9ECCEE5849}" dt="2025-02-21T17:28:19.901" v="102" actId="20577"/>
      <pc:docMkLst>
        <pc:docMk/>
      </pc:docMkLst>
      <pc:sldChg chg="modSp">
        <pc:chgData name="Wilkins, Graham C" userId="S::bh5884is@go.minnstate.edu::d858373d-d4a5-4d5a-af0d-fcf67a33b3d5" providerId="AD" clId="Web-{31106DFC-D532-26BB-50FA-8A9ECCEE5849}" dt="2025-02-21T17:28:19.901" v="102" actId="20577"/>
        <pc:sldMkLst>
          <pc:docMk/>
          <pc:sldMk cId="38658698" sldId="258"/>
        </pc:sldMkLst>
        <pc:graphicFrameChg chg="modGraphic">
          <ac:chgData name="Wilkins, Graham C" userId="S::bh5884is@go.minnstate.edu::d858373d-d4a5-4d5a-af0d-fcf67a33b3d5" providerId="AD" clId="Web-{31106DFC-D532-26BB-50FA-8A9ECCEE5849}" dt="2025-02-21T17:28:19.901" v="102" actId="20577"/>
          <ac:graphicFrameMkLst>
            <pc:docMk/>
            <pc:sldMk cId="38658698" sldId="258"/>
            <ac:graphicFrameMk id="26" creationId="{71D73092-2A0E-E41D-454C-1CF0818F9866}"/>
          </ac:graphicFrameMkLst>
        </pc:graphicFrameChg>
      </pc:sldChg>
      <pc:sldChg chg="addSp delSp modSp add replId">
        <pc:chgData name="Wilkins, Graham C" userId="S::bh5884is@go.minnstate.edu::d858373d-d4a5-4d5a-af0d-fcf67a33b3d5" providerId="AD" clId="Web-{31106DFC-D532-26BB-50FA-8A9ECCEE5849}" dt="2025-02-21T17:02:19.754" v="13" actId="20577"/>
        <pc:sldMkLst>
          <pc:docMk/>
          <pc:sldMk cId="3503842829" sldId="272"/>
        </pc:sldMkLst>
        <pc:spChg chg="mod">
          <ac:chgData name="Wilkins, Graham C" userId="S::bh5884is@go.minnstate.edu::d858373d-d4a5-4d5a-af0d-fcf67a33b3d5" providerId="AD" clId="Web-{31106DFC-D532-26BB-50FA-8A9ECCEE5849}" dt="2025-02-21T17:02:19.754" v="13" actId="20577"/>
          <ac:spMkLst>
            <pc:docMk/>
            <pc:sldMk cId="3503842829" sldId="272"/>
            <ac:spMk id="2" creationId="{7EFF37DF-3C0E-0C94-5117-32E3B5470806}"/>
          </ac:spMkLst>
        </pc:spChg>
        <pc:picChg chg="add mod">
          <ac:chgData name="Wilkins, Graham C" userId="S::bh5884is@go.minnstate.edu::d858373d-d4a5-4d5a-af0d-fcf67a33b3d5" providerId="AD" clId="Web-{31106DFC-D532-26BB-50FA-8A9ECCEE5849}" dt="2025-02-21T16:46:37.423" v="7" actId="1076"/>
          <ac:picMkLst>
            <pc:docMk/>
            <pc:sldMk cId="3503842829" sldId="272"/>
            <ac:picMk id="4" creationId="{65AAB778-E52C-C44C-F751-5FC55CDB838D}"/>
          </ac:picMkLst>
        </pc:picChg>
      </pc:sldChg>
      <pc:sldChg chg="add del replId">
        <pc:chgData name="Wilkins, Graham C" userId="S::bh5884is@go.minnstate.edu::d858373d-d4a5-4d5a-af0d-fcf67a33b3d5" providerId="AD" clId="Web-{31106DFC-D532-26BB-50FA-8A9ECCEE5849}" dt="2025-02-21T16:46:28.157" v="3"/>
        <pc:sldMkLst>
          <pc:docMk/>
          <pc:sldMk cId="1675201661" sldId="273"/>
        </pc:sldMkLst>
      </pc:sldChg>
    </pc:docChg>
  </pc:docChgLst>
  <pc:docChgLst>
    <pc:chgData name="Wilkins, Graham C" userId="S::bh5884is@go.minnstate.edu::d858373d-d4a5-4d5a-af0d-fcf67a33b3d5" providerId="AD" clId="Web-{CFBBBEFA-DC75-5629-235C-1B6AE2DC98FC}"/>
    <pc:docChg chg="delSld modSld sldOrd">
      <pc:chgData name="Wilkins, Graham C" userId="S::bh5884is@go.minnstate.edu::d858373d-d4a5-4d5a-af0d-fcf67a33b3d5" providerId="AD" clId="Web-{CFBBBEFA-DC75-5629-235C-1B6AE2DC98FC}" dt="2025-03-19T16:05:26.362" v="964"/>
      <pc:docMkLst>
        <pc:docMk/>
      </pc:docMkLst>
      <pc:sldChg chg="ord">
        <pc:chgData name="Wilkins, Graham C" userId="S::bh5884is@go.minnstate.edu::d858373d-d4a5-4d5a-af0d-fcf67a33b3d5" providerId="AD" clId="Web-{CFBBBEFA-DC75-5629-235C-1B6AE2DC98FC}" dt="2025-03-19T16:05:26.362" v="964"/>
        <pc:sldMkLst>
          <pc:docMk/>
          <pc:sldMk cId="886379872" sldId="257"/>
        </pc:sldMkLst>
      </pc:sldChg>
      <pc:sldChg chg="del">
        <pc:chgData name="Wilkins, Graham C" userId="S::bh5884is@go.minnstate.edu::d858373d-d4a5-4d5a-af0d-fcf67a33b3d5" providerId="AD" clId="Web-{CFBBBEFA-DC75-5629-235C-1B6AE2DC98FC}" dt="2025-03-19T15:34:18.233" v="2"/>
        <pc:sldMkLst>
          <pc:docMk/>
          <pc:sldMk cId="1987320157" sldId="267"/>
        </pc:sldMkLst>
      </pc:sldChg>
      <pc:sldChg chg="addSp delSp modSp">
        <pc:chgData name="Wilkins, Graham C" userId="S::bh5884is@go.minnstate.edu::d858373d-d4a5-4d5a-af0d-fcf67a33b3d5" providerId="AD" clId="Web-{CFBBBEFA-DC75-5629-235C-1B6AE2DC98FC}" dt="2025-03-19T16:03:27.737" v="962"/>
        <pc:sldMkLst>
          <pc:docMk/>
          <pc:sldMk cId="401840768" sldId="275"/>
        </pc:sldMkLst>
        <pc:spChg chg="mod">
          <ac:chgData name="Wilkins, Graham C" userId="S::bh5884is@go.minnstate.edu::d858373d-d4a5-4d5a-af0d-fcf67a33b3d5" providerId="AD" clId="Web-{CFBBBEFA-DC75-5629-235C-1B6AE2DC98FC}" dt="2025-03-19T15:59:29.050" v="647" actId="20577"/>
          <ac:spMkLst>
            <pc:docMk/>
            <pc:sldMk cId="401840768" sldId="275"/>
            <ac:spMk id="2" creationId="{3EB6FC04-BAAA-F161-D2CC-CF6F439C9A15}"/>
          </ac:spMkLst>
        </pc:spChg>
        <pc:spChg chg="add del mod">
          <ac:chgData name="Wilkins, Graham C" userId="S::bh5884is@go.minnstate.edu::d858373d-d4a5-4d5a-af0d-fcf67a33b3d5" providerId="AD" clId="Web-{CFBBBEFA-DC75-5629-235C-1B6AE2DC98FC}" dt="2025-03-19T15:51:33.693" v="6"/>
          <ac:spMkLst>
            <pc:docMk/>
            <pc:sldMk cId="401840768" sldId="275"/>
            <ac:spMk id="6" creationId="{A8C0FF89-2B71-8575-07E1-79D79782C66C}"/>
          </ac:spMkLst>
        </pc:spChg>
        <pc:spChg chg="del">
          <ac:chgData name="Wilkins, Graham C" userId="S::bh5884is@go.minnstate.edu::d858373d-d4a5-4d5a-af0d-fcf67a33b3d5" providerId="AD" clId="Web-{CFBBBEFA-DC75-5629-235C-1B6AE2DC98FC}" dt="2025-03-19T15:51:37.615" v="8"/>
          <ac:spMkLst>
            <pc:docMk/>
            <pc:sldMk cId="401840768" sldId="275"/>
            <ac:spMk id="7" creationId="{6077AC48-BA9A-E26D-5B16-7578A2A2EB0B}"/>
          </ac:spMkLst>
        </pc:spChg>
        <pc:spChg chg="del">
          <ac:chgData name="Wilkins, Graham C" userId="S::bh5884is@go.minnstate.edu::d858373d-d4a5-4d5a-af0d-fcf67a33b3d5" providerId="AD" clId="Web-{CFBBBEFA-DC75-5629-235C-1B6AE2DC98FC}" dt="2025-03-19T15:51:41.411" v="9"/>
          <ac:spMkLst>
            <pc:docMk/>
            <pc:sldMk cId="401840768" sldId="275"/>
            <ac:spMk id="8" creationId="{A90DCF66-5BF6-0F5B-D13C-AEC37C82769C}"/>
          </ac:spMkLst>
        </pc:spChg>
        <pc:graphicFrameChg chg="add del mod modGraphic">
          <ac:chgData name="Wilkins, Graham C" userId="S::bh5884is@go.minnstate.edu::d858373d-d4a5-4d5a-af0d-fcf67a33b3d5" providerId="AD" clId="Web-{CFBBBEFA-DC75-5629-235C-1B6AE2DC98FC}" dt="2025-03-19T15:55:30.692" v="226"/>
          <ac:graphicFrameMkLst>
            <pc:docMk/>
            <pc:sldMk cId="401840768" sldId="275"/>
            <ac:graphicFrameMk id="9" creationId="{971A1658-3583-9C6D-4676-C0D390A57D78}"/>
          </ac:graphicFrameMkLst>
        </pc:graphicFrameChg>
        <pc:graphicFrameChg chg="add mod modGraphic">
          <ac:chgData name="Wilkins, Graham C" userId="S::bh5884is@go.minnstate.edu::d858373d-d4a5-4d5a-af0d-fcf67a33b3d5" providerId="AD" clId="Web-{CFBBBEFA-DC75-5629-235C-1B6AE2DC98FC}" dt="2025-03-19T16:03:27.737" v="962"/>
          <ac:graphicFrameMkLst>
            <pc:docMk/>
            <pc:sldMk cId="401840768" sldId="275"/>
            <ac:graphicFrameMk id="10" creationId="{E2B6541C-7721-1340-B555-5E4B4D6B0B2E}"/>
          </ac:graphicFrameMkLst>
        </pc:graphicFrameChg>
        <pc:picChg chg="del mod">
          <ac:chgData name="Wilkins, Graham C" userId="S::bh5884is@go.minnstate.edu::d858373d-d4a5-4d5a-af0d-fcf67a33b3d5" providerId="AD" clId="Web-{CFBBBEFA-DC75-5629-235C-1B6AE2DC98FC}" dt="2025-03-19T15:51:30.630" v="5"/>
          <ac:picMkLst>
            <pc:docMk/>
            <pc:sldMk cId="401840768" sldId="275"/>
            <ac:picMk id="4" creationId="{448E08A2-9CC6-254A-374C-EB9E6914CC7E}"/>
          </ac:picMkLst>
        </pc:picChg>
        <pc:picChg chg="del">
          <ac:chgData name="Wilkins, Graham C" userId="S::bh5884is@go.minnstate.edu::d858373d-d4a5-4d5a-af0d-fcf67a33b3d5" providerId="AD" clId="Web-{CFBBBEFA-DC75-5629-235C-1B6AE2DC98FC}" dt="2025-03-19T15:51:35.396" v="7"/>
          <ac:picMkLst>
            <pc:docMk/>
            <pc:sldMk cId="401840768" sldId="275"/>
            <ac:picMk id="5" creationId="{6A5363CA-460A-FF24-F57B-F2E5720B633A}"/>
          </ac:picMkLst>
        </pc:picChg>
      </pc:sldChg>
      <pc:sldChg chg="del">
        <pc:chgData name="Wilkins, Graham C" userId="S::bh5884is@go.minnstate.edu::d858373d-d4a5-4d5a-af0d-fcf67a33b3d5" providerId="AD" clId="Web-{CFBBBEFA-DC75-5629-235C-1B6AE2DC98FC}" dt="2025-03-19T15:59:08.535" v="639"/>
        <pc:sldMkLst>
          <pc:docMk/>
          <pc:sldMk cId="4168929902" sldId="276"/>
        </pc:sldMkLst>
      </pc:sldChg>
      <pc:sldChg chg="del ord">
        <pc:chgData name="Wilkins, Graham C" userId="S::bh5884is@go.minnstate.edu::d858373d-d4a5-4d5a-af0d-fcf67a33b3d5" providerId="AD" clId="Web-{CFBBBEFA-DC75-5629-235C-1B6AE2DC98FC}" dt="2025-03-19T15:59:09.988" v="640"/>
        <pc:sldMkLst>
          <pc:docMk/>
          <pc:sldMk cId="3273053664" sldId="277"/>
        </pc:sldMkLst>
      </pc:sldChg>
    </pc:docChg>
  </pc:docChgLst>
  <pc:docChgLst>
    <pc:chgData name="Srinivasa Reddy, Shashank reddy" userId="S::qn1833ep@go.minnstate.edu::5f8d5532-cbd8-40c0-aa18-97830f20e260" providerId="AD" clId="Web-{EEB066B7-D41F-B2DA-D373-F09D4300E200}"/>
    <pc:docChg chg="modSld">
      <pc:chgData name="Srinivasa Reddy, Shashank reddy" userId="S::qn1833ep@go.minnstate.edu::5f8d5532-cbd8-40c0-aa18-97830f20e260" providerId="AD" clId="Web-{EEB066B7-D41F-B2DA-D373-F09D4300E200}" dt="2025-04-01T19:28:28.788" v="0" actId="1076"/>
      <pc:docMkLst>
        <pc:docMk/>
      </pc:docMkLst>
      <pc:sldChg chg="modSp">
        <pc:chgData name="Srinivasa Reddy, Shashank reddy" userId="S::qn1833ep@go.minnstate.edu::5f8d5532-cbd8-40c0-aa18-97830f20e260" providerId="AD" clId="Web-{EEB066B7-D41F-B2DA-D373-F09D4300E200}" dt="2025-04-01T19:28:28.788" v="0" actId="1076"/>
        <pc:sldMkLst>
          <pc:docMk/>
          <pc:sldMk cId="1656249528" sldId="273"/>
        </pc:sldMkLst>
        <pc:picChg chg="mod">
          <ac:chgData name="Srinivasa Reddy, Shashank reddy" userId="S::qn1833ep@go.minnstate.edu::5f8d5532-cbd8-40c0-aa18-97830f20e260" providerId="AD" clId="Web-{EEB066B7-D41F-B2DA-D373-F09D4300E200}" dt="2025-04-01T19:28:28.788" v="0" actId="1076"/>
          <ac:picMkLst>
            <pc:docMk/>
            <pc:sldMk cId="1656249528" sldId="273"/>
            <ac:picMk id="4" creationId="{9D97BADF-57F1-970E-0764-ACAA77644D31}"/>
          </ac:picMkLst>
        </pc:picChg>
      </pc:sldChg>
    </pc:docChg>
  </pc:docChgLst>
  <pc:docChgLst>
    <pc:chgData clId="Web-{87C06292-1DAC-6B06-D1BF-913DCCB5227D}"/>
    <pc:docChg chg="modSld">
      <pc:chgData name="" userId="" providerId="" clId="Web-{87C06292-1DAC-6B06-D1BF-913DCCB5227D}" dt="2025-02-28T17:30:19.909" v="2" actId="20577"/>
      <pc:docMkLst>
        <pc:docMk/>
      </pc:docMkLst>
      <pc:sldChg chg="modSp">
        <pc:chgData name="" userId="" providerId="" clId="Web-{87C06292-1DAC-6B06-D1BF-913DCCB5227D}" dt="2025-02-28T17:30:19.909" v="2" actId="20577"/>
        <pc:sldMkLst>
          <pc:docMk/>
          <pc:sldMk cId="109857222" sldId="256"/>
        </pc:sldMkLst>
        <pc:spChg chg="mod">
          <ac:chgData name="" userId="" providerId="" clId="Web-{87C06292-1DAC-6B06-D1BF-913DCCB5227D}" dt="2025-02-28T17:30:19.909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Lakku, Sai Keertana R" userId="S::kb7924tj@go.minnstate.edu::aa713373-d62e-42be-a5fb-296135668942" providerId="AD" clId="Web-{21C7DA03-CA7E-CD3B-3EDF-5DD967C42C77}"/>
    <pc:docChg chg="addSld delSld modSld">
      <pc:chgData name="Lakku, Sai Keertana R" userId="S::kb7924tj@go.minnstate.edu::aa713373-d62e-42be-a5fb-296135668942" providerId="AD" clId="Web-{21C7DA03-CA7E-CD3B-3EDF-5DD967C42C77}" dt="2025-02-21T16:26:15.022" v="202"/>
      <pc:docMkLst>
        <pc:docMk/>
      </pc:docMkLst>
      <pc:sldChg chg="modSp">
        <pc:chgData name="Lakku, Sai Keertana R" userId="S::kb7924tj@go.minnstate.edu::aa713373-d62e-42be-a5fb-296135668942" providerId="AD" clId="Web-{21C7DA03-CA7E-CD3B-3EDF-5DD967C42C77}" dt="2025-02-21T16:13:23.852" v="32" actId="20577"/>
        <pc:sldMkLst>
          <pc:docMk/>
          <pc:sldMk cId="886379872" sldId="257"/>
        </pc:sldMkLst>
        <pc:graphicFrameChg chg="modGraphic">
          <ac:chgData name="Lakku, Sai Keertana R" userId="S::kb7924tj@go.minnstate.edu::aa713373-d62e-42be-a5fb-296135668942" providerId="AD" clId="Web-{21C7DA03-CA7E-CD3B-3EDF-5DD967C42C77}" dt="2025-02-21T16:13:23.852" v="32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">
        <pc:chgData name="Lakku, Sai Keertana R" userId="S::kb7924tj@go.minnstate.edu::aa713373-d62e-42be-a5fb-296135668942" providerId="AD" clId="Web-{21C7DA03-CA7E-CD3B-3EDF-5DD967C42C77}" dt="2025-02-21T16:26:06.694" v="201" actId="20577"/>
        <pc:sldMkLst>
          <pc:docMk/>
          <pc:sldMk cId="38658698" sldId="258"/>
        </pc:sldMkLst>
        <pc:spChg chg="mod">
          <ac:chgData name="Lakku, Sai Keertana R" userId="S::kb7924tj@go.minnstate.edu::aa713373-d62e-42be-a5fb-296135668942" providerId="AD" clId="Web-{21C7DA03-CA7E-CD3B-3EDF-5DD967C42C77}" dt="2025-02-21T16:25:16.332" v="199" actId="20577"/>
          <ac:spMkLst>
            <pc:docMk/>
            <pc:sldMk cId="38658698" sldId="258"/>
            <ac:spMk id="2" creationId="{688AC3B9-2A52-B51A-D8EE-90A85703DD3C}"/>
          </ac:spMkLst>
        </pc:spChg>
      </pc:sldChg>
      <pc:sldChg chg="del">
        <pc:chgData name="Lakku, Sai Keertana R" userId="S::kb7924tj@go.minnstate.edu::aa713373-d62e-42be-a5fb-296135668942" providerId="AD" clId="Web-{21C7DA03-CA7E-CD3B-3EDF-5DD967C42C77}" dt="2025-02-21T16:14:08.635" v="39"/>
        <pc:sldMkLst>
          <pc:docMk/>
          <pc:sldMk cId="2651625976" sldId="261"/>
        </pc:sldMkLst>
      </pc:sldChg>
      <pc:sldChg chg="modSp new">
        <pc:chgData name="Lakku, Sai Keertana R" userId="S::kb7924tj@go.minnstate.edu::aa713373-d62e-42be-a5fb-296135668942" providerId="AD" clId="Web-{21C7DA03-CA7E-CD3B-3EDF-5DD967C42C77}" dt="2025-02-21T16:14:55.699" v="54" actId="20577"/>
        <pc:sldMkLst>
          <pc:docMk/>
          <pc:sldMk cId="1987320157" sldId="267"/>
        </pc:sldMkLst>
        <pc:spChg chg="mod">
          <ac:chgData name="Lakku, Sai Keertana R" userId="S::kb7924tj@go.minnstate.edu::aa713373-d62e-42be-a5fb-296135668942" providerId="AD" clId="Web-{21C7DA03-CA7E-CD3B-3EDF-5DD967C42C77}" dt="2025-02-21T16:14:55.699" v="54" actId="20577"/>
          <ac:spMkLst>
            <pc:docMk/>
            <pc:sldMk cId="1987320157" sldId="267"/>
            <ac:spMk id="2" creationId="{97BAABD8-7260-4DFE-68DB-0632582C632D}"/>
          </ac:spMkLst>
        </pc:spChg>
      </pc:sldChg>
      <pc:sldChg chg="del">
        <pc:chgData name="Lakku, Sai Keertana R" userId="S::kb7924tj@go.minnstate.edu::aa713373-d62e-42be-a5fb-296135668942" providerId="AD" clId="Web-{21C7DA03-CA7E-CD3B-3EDF-5DD967C42C77}" dt="2025-02-21T16:14:12.104" v="40"/>
        <pc:sldMkLst>
          <pc:docMk/>
          <pc:sldMk cId="3700447520" sldId="267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2.885" v="37"/>
        <pc:sldMkLst>
          <pc:docMk/>
          <pc:sldMk cId="809836373" sldId="268"/>
        </pc:sldMkLst>
      </pc:sldChg>
      <pc:sldChg chg="new">
        <pc:chgData name="Lakku, Sai Keertana R" userId="S::kb7924tj@go.minnstate.edu::aa713373-d62e-42be-a5fb-296135668942" providerId="AD" clId="Web-{21C7DA03-CA7E-CD3B-3EDF-5DD967C42C77}" dt="2025-02-21T16:26:15.022" v="202"/>
        <pc:sldMkLst>
          <pc:docMk/>
          <pc:sldMk cId="1105610437" sldId="268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4.885" v="38"/>
        <pc:sldMkLst>
          <pc:docMk/>
          <pc:sldMk cId="2215554830" sldId="269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838" v="36"/>
        <pc:sldMkLst>
          <pc:docMk/>
          <pc:sldMk cId="3842570437" sldId="270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087" v="34"/>
        <pc:sldMkLst>
          <pc:docMk/>
          <pc:sldMk cId="1108363778" sldId="271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3:57.416" v="33"/>
        <pc:sldMkLst>
          <pc:docMk/>
          <pc:sldMk cId="2224434557" sldId="272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134" v="35"/>
        <pc:sldMkLst>
          <pc:docMk/>
          <pc:sldMk cId="986477362" sldId="273"/>
        </pc:sldMkLst>
      </pc:sldChg>
    </pc:docChg>
  </pc:docChgLst>
  <pc:docChgLst>
    <pc:chgData name="Lakku, Sai Keertana R" userId="S::kb7924tj@go.minnstate.edu::aa713373-d62e-42be-a5fb-296135668942" providerId="AD" clId="Web-{13F4CB66-695E-CDA0-669C-9BE6A8A311A6}"/>
    <pc:docChg chg="addSld delSld modSld sldOrd">
      <pc:chgData name="Lakku, Sai Keertana R" userId="S::kb7924tj@go.minnstate.edu::aa713373-d62e-42be-a5fb-296135668942" providerId="AD" clId="Web-{13F4CB66-695E-CDA0-669C-9BE6A8A311A6}" dt="2025-03-21T16:28:29.058" v="871" actId="20577"/>
      <pc:docMkLst>
        <pc:docMk/>
      </pc:docMkLst>
      <pc:sldChg chg="addSp delSp modSp">
        <pc:chgData name="Lakku, Sai Keertana R" userId="S::kb7924tj@go.minnstate.edu::aa713373-d62e-42be-a5fb-296135668942" providerId="AD" clId="Web-{13F4CB66-695E-CDA0-669C-9BE6A8A311A6}" dt="2025-03-21T15:52:48.532" v="46"/>
        <pc:sldMkLst>
          <pc:docMk/>
          <pc:sldMk cId="886379872" sldId="257"/>
        </pc:sldMkLst>
        <pc:spChg chg="mod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3" creationId="{518BB9FA-DF38-50E2-4D72-3ADA2A08B9C1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0" creationId="{B87E4204-E93C-417B-9ED0-F81552DE87E4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2" creationId="{068E4A00-82CC-4AD0-B631-F820AEE40F36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4" creationId="{463665DF-25B8-4EE2-8F85-921EF38BE2D0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6" creationId="{B3378DC2-950E-4B63-B833-32DE4719A85C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1" creationId="{F747F1B4-B831-4277-8AB0-32767F7EB7BF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3" creationId="{D80CFA21-AB7C-4BEB-9BFF-05764FBBF3C6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5" creationId="{12F7E335-851A-4CAE-B09F-E657819D4600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7" creationId="{10B541F0-7F6E-402E-84D8-CF96EACA5FBC}"/>
          </ac:spMkLst>
        </pc:spChg>
        <pc:graphicFrameChg chg="mod ord modGraphic">
          <ac:chgData name="Lakku, Sai Keertana R" userId="S::kb7924tj@go.minnstate.edu::aa713373-d62e-42be-a5fb-296135668942" providerId="AD" clId="Web-{13F4CB66-695E-CDA0-669C-9BE6A8A311A6}" dt="2025-03-21T15:52:48.532" v="46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Lakku, Sai Keertana R" userId="S::kb7924tj@go.minnstate.edu::aa713373-d62e-42be-a5fb-296135668942" providerId="AD" clId="Web-{13F4CB66-695E-CDA0-669C-9BE6A8A311A6}" dt="2025-03-21T16:09:08.909" v="552" actId="20577"/>
        <pc:sldMkLst>
          <pc:docMk/>
          <pc:sldMk cId="2639385583" sldId="260"/>
        </pc:sldMkLst>
        <pc:spChg chg="mod">
          <ac:chgData name="Lakku, Sai Keertana R" userId="S::kb7924tj@go.minnstate.edu::aa713373-d62e-42be-a5fb-296135668942" providerId="AD" clId="Web-{13F4CB66-695E-CDA0-669C-9BE6A8A311A6}" dt="2025-03-21T16:09:08.909" v="552" actId="20577"/>
          <ac:spMkLst>
            <pc:docMk/>
            <pc:sldMk cId="2639385583" sldId="260"/>
            <ac:spMk id="2" creationId="{F2ECA33D-9372-9927-F8E7-2A49143B39C6}"/>
          </ac:spMkLst>
        </pc:spChg>
      </pc:sldChg>
      <pc:sldChg chg="addSp delSp modSp mod ord setBg setClrOvrMap">
        <pc:chgData name="Lakku, Sai Keertana R" userId="S::kb7924tj@go.minnstate.edu::aa713373-d62e-42be-a5fb-296135668942" providerId="AD" clId="Web-{13F4CB66-695E-CDA0-669C-9BE6A8A311A6}" dt="2025-03-21T16:28:29.058" v="871" actId="20577"/>
        <pc:sldMkLst>
          <pc:docMk/>
          <pc:sldMk cId="1656249528" sldId="273"/>
        </pc:sldMkLst>
        <pc:spChg chg="mod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" creationId="{7ADE7BEE-0CC5-93A6-E221-8066FAB3E767}"/>
          </ac:spMkLst>
        </pc:spChg>
        <pc:spChg chg="mod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3" creationId="{BB07757D-9A61-C17B-6695-738B0FAB9965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6:10:43.788" v="561"/>
          <ac:spMkLst>
            <pc:docMk/>
            <pc:sldMk cId="1656249528" sldId="273"/>
            <ac:spMk id="8" creationId="{35EFA3AB-2126-396C-6F0E-D0360CAE6F8B}"/>
          </ac:spMkLst>
        </pc:spChg>
        <pc:spChg chg="add mod">
          <ac:chgData name="Lakku, Sai Keertana R" userId="S::kb7924tj@go.minnstate.edu::aa713373-d62e-42be-a5fb-296135668942" providerId="AD" clId="Web-{13F4CB66-695E-CDA0-669C-9BE6A8A311A6}" dt="2025-03-21T16:28:29.058" v="871" actId="20577"/>
          <ac:spMkLst>
            <pc:docMk/>
            <pc:sldMk cId="1656249528" sldId="273"/>
            <ac:spMk id="10" creationId="{D0080BD7-D8BB-B9E7-39AA-F7C33D7AEDBC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13" creationId="{4AC0CD9D-7610-4620-93B4-798CCD9AB581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19" creationId="{DE4D62F9-188E-4530-84C2-24BDEE4BEB82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1" creationId="{D67CA421-FA2B-47ED-A101-F8BBEBB2976B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3" creationId="{12425D82-CD5E-45A4-9542-70951E59F2D1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5" creationId="{221DB897-A621-4D5F-AC81-91199AC4370E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26.778" v="64"/>
          <ac:spMkLst>
            <pc:docMk/>
            <pc:sldMk cId="1656249528" sldId="273"/>
            <ac:spMk id="34" creationId="{989BE678-777B-482A-A616-FEDC47B162E5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26.778" v="64"/>
          <ac:spMkLst>
            <pc:docMk/>
            <pc:sldMk cId="1656249528" sldId="273"/>
            <ac:spMk id="40" creationId="{D28BE0C3-2102-4820-B88B-A448B1840D14}"/>
          </ac:spMkLst>
        </pc:spChg>
        <pc:graphicFrameChg chg="add mod modGraphic">
          <ac:chgData name="Lakku, Sai Keertana R" userId="S::kb7924tj@go.minnstate.edu::aa713373-d62e-42be-a5fb-296135668942" providerId="AD" clId="Web-{13F4CB66-695E-CDA0-669C-9BE6A8A311A6}" dt="2025-03-21T16:27:22.103" v="849" actId="1076"/>
          <ac:graphicFrameMkLst>
            <pc:docMk/>
            <pc:sldMk cId="1656249528" sldId="273"/>
            <ac:graphicFrameMk id="5" creationId="{AB044439-8608-7924-B83B-ECBD38F2645E}"/>
          </ac:graphicFrameMkLst>
        </pc:graphicFrameChg>
        <pc:graphicFrameChg chg="add mod modGraphic">
          <ac:chgData name="Lakku, Sai Keertana R" userId="S::kb7924tj@go.minnstate.edu::aa713373-d62e-42be-a5fb-296135668942" providerId="AD" clId="Web-{13F4CB66-695E-CDA0-669C-9BE6A8A311A6}" dt="2025-03-21T16:27:40.260" v="865"/>
          <ac:graphicFrameMkLst>
            <pc:docMk/>
            <pc:sldMk cId="1656249528" sldId="273"/>
            <ac:graphicFrameMk id="12" creationId="{4061E4D3-28DD-20AC-AC20-9E6F9ABE05F4}"/>
          </ac:graphicFrameMkLst>
        </pc:graphicFrameChg>
        <pc:picChg chg="add del mod">
          <ac:chgData name="Lakku, Sai Keertana R" userId="S::kb7924tj@go.minnstate.edu::aa713373-d62e-42be-a5fb-296135668942" providerId="AD" clId="Web-{13F4CB66-695E-CDA0-669C-9BE6A8A311A6}" dt="2025-03-21T16:03:34.679" v="296"/>
          <ac:picMkLst>
            <pc:docMk/>
            <pc:sldMk cId="1656249528" sldId="273"/>
            <ac:picMk id="4" creationId="{9E31FAAB-6511-163C-3039-50D9895F8C18}"/>
          </ac:picMkLst>
        </pc:picChg>
        <pc:picChg chg="add del mod">
          <ac:chgData name="Lakku, Sai Keertana R" userId="S::kb7924tj@go.minnstate.edu::aa713373-d62e-42be-a5fb-296135668942" providerId="AD" clId="Web-{13F4CB66-695E-CDA0-669C-9BE6A8A311A6}" dt="2025-03-21T16:09:57.427" v="554"/>
          <ac:picMkLst>
            <pc:docMk/>
            <pc:sldMk cId="1656249528" sldId="273"/>
            <ac:picMk id="6" creationId="{9407BD8E-DD55-7C68-BDF0-51C3E4EA3DD9}"/>
          </ac:picMkLst>
        </pc:picChg>
        <pc:picChg chg="add del mod">
          <ac:chgData name="Lakku, Sai Keertana R" userId="S::kb7924tj@go.minnstate.edu::aa713373-d62e-42be-a5fb-296135668942" providerId="AD" clId="Web-{13F4CB66-695E-CDA0-669C-9BE6A8A311A6}" dt="2025-03-21T16:26:20.054" v="830"/>
          <ac:picMkLst>
            <pc:docMk/>
            <pc:sldMk cId="1656249528" sldId="273"/>
            <ac:picMk id="7" creationId="{16C96141-AA10-A915-5157-FF1B2332C10B}"/>
          </ac:picMkLst>
        </pc:picChg>
        <pc:picChg chg="del">
          <ac:chgData name="Lakku, Sai Keertana R" userId="S::kb7924tj@go.minnstate.edu::aa713373-d62e-42be-a5fb-296135668942" providerId="AD" clId="Web-{13F4CB66-695E-CDA0-669C-9BE6A8A311A6}" dt="2025-03-21T15:58:31.247" v="66"/>
          <ac:picMkLst>
            <pc:docMk/>
            <pc:sldMk cId="1656249528" sldId="273"/>
            <ac:picMk id="11" creationId="{7C268552-D473-46ED-B1B8-422042C4DEF1}"/>
          </ac:picMkLst>
        </pc:picChg>
        <pc:picChg chg="add del">
          <ac:chgData name="Lakku, Sai Keertana R" userId="S::kb7924tj@go.minnstate.edu::aa713373-d62e-42be-a5fb-296135668942" providerId="AD" clId="Web-{13F4CB66-695E-CDA0-669C-9BE6A8A311A6}" dt="2025-03-21T15:58:31.247" v="66"/>
          <ac:picMkLst>
            <pc:docMk/>
            <pc:sldMk cId="1656249528" sldId="273"/>
            <ac:picMk id="15" creationId="{B9238B3E-24AA-439A-B527-6C5DF6D72145}"/>
          </ac:picMkLst>
        </pc:picChg>
        <pc:picChg chg="add del">
          <ac:chgData name="Lakku, Sai Keertana R" userId="S::kb7924tj@go.minnstate.edu::aa713373-d62e-42be-a5fb-296135668942" providerId="AD" clId="Web-{13F4CB66-695E-CDA0-669C-9BE6A8A311A6}" dt="2025-03-21T15:58:31.247" v="66"/>
          <ac:picMkLst>
            <pc:docMk/>
            <pc:sldMk cId="1656249528" sldId="273"/>
            <ac:picMk id="17" creationId="{69F01145-BEA3-4CBF-AA21-10077B948CA8}"/>
          </ac:picMkLst>
        </pc:picChg>
        <pc:picChg chg="del">
          <ac:chgData name="Lakku, Sai Keertana R" userId="S::kb7924tj@go.minnstate.edu::aa713373-d62e-42be-a5fb-296135668942" providerId="AD" clId="Web-{13F4CB66-695E-CDA0-669C-9BE6A8A311A6}" dt="2025-03-21T15:58:26.778" v="64"/>
          <ac:picMkLst>
            <pc:docMk/>
            <pc:sldMk cId="1656249528" sldId="273"/>
            <ac:picMk id="36" creationId="{CF1EB4BD-9C7E-4AA3-9681-C7EB0DA6250B}"/>
          </ac:picMkLst>
        </pc:picChg>
      </pc:sldChg>
      <pc:sldChg chg="modSp">
        <pc:chgData name="Lakku, Sai Keertana R" userId="S::kb7924tj@go.minnstate.edu::aa713373-d62e-42be-a5fb-296135668942" providerId="AD" clId="Web-{13F4CB66-695E-CDA0-669C-9BE6A8A311A6}" dt="2025-03-21T15:49:25.665" v="1" actId="20577"/>
        <pc:sldMkLst>
          <pc:docMk/>
          <pc:sldMk cId="893194236" sldId="274"/>
        </pc:sldMkLst>
        <pc:spChg chg="mod">
          <ac:chgData name="Lakku, Sai Keertana R" userId="S::kb7924tj@go.minnstate.edu::aa713373-d62e-42be-a5fb-296135668942" providerId="AD" clId="Web-{13F4CB66-695E-CDA0-669C-9BE6A8A311A6}" dt="2025-03-21T15:49:25.665" v="1" actId="20577"/>
          <ac:spMkLst>
            <pc:docMk/>
            <pc:sldMk cId="893194236" sldId="274"/>
            <ac:spMk id="3" creationId="{C5BA3A65-7E07-E196-7479-E250D272D1AE}"/>
          </ac:spMkLst>
        </pc:spChg>
      </pc:sldChg>
      <pc:sldChg chg="modSp">
        <pc:chgData name="Lakku, Sai Keertana R" userId="S::kb7924tj@go.minnstate.edu::aa713373-d62e-42be-a5fb-296135668942" providerId="AD" clId="Web-{13F4CB66-695E-CDA0-669C-9BE6A8A311A6}" dt="2025-03-21T15:50:40.480" v="28" actId="20577"/>
        <pc:sldMkLst>
          <pc:docMk/>
          <pc:sldMk cId="401840768" sldId="275"/>
        </pc:sldMkLst>
        <pc:spChg chg="mod">
          <ac:chgData name="Lakku, Sai Keertana R" userId="S::kb7924tj@go.minnstate.edu::aa713373-d62e-42be-a5fb-296135668942" providerId="AD" clId="Web-{13F4CB66-695E-CDA0-669C-9BE6A8A311A6}" dt="2025-03-21T15:50:40.480" v="28" actId="20577"/>
          <ac:spMkLst>
            <pc:docMk/>
            <pc:sldMk cId="401840768" sldId="275"/>
            <ac:spMk id="2" creationId="{3EB6FC04-BAAA-F161-D2CC-CF6F439C9A15}"/>
          </ac:spMkLst>
        </pc:spChg>
        <pc:graphicFrameChg chg="mod modGraphic">
          <ac:chgData name="Lakku, Sai Keertana R" userId="S::kb7924tj@go.minnstate.edu::aa713373-d62e-42be-a5fb-296135668942" providerId="AD" clId="Web-{13F4CB66-695E-CDA0-669C-9BE6A8A311A6}" dt="2025-03-21T15:50:25.011" v="13"/>
          <ac:graphicFrameMkLst>
            <pc:docMk/>
            <pc:sldMk cId="401840768" sldId="275"/>
            <ac:graphicFrameMk id="10" creationId="{E2B6541C-7721-1340-B555-5E4B4D6B0B2E}"/>
          </ac:graphicFrameMkLst>
        </pc:graphicFrameChg>
      </pc:sldChg>
      <pc:sldChg chg="modSp new del">
        <pc:chgData name="Lakku, Sai Keertana R" userId="S::kb7924tj@go.minnstate.edu::aa713373-d62e-42be-a5fb-296135668942" providerId="AD" clId="Web-{13F4CB66-695E-CDA0-669C-9BE6A8A311A6}" dt="2025-03-21T16:12:04.994" v="585"/>
        <pc:sldMkLst>
          <pc:docMk/>
          <pc:sldMk cId="1934876581" sldId="277"/>
        </pc:sldMkLst>
        <pc:spChg chg="mod">
          <ac:chgData name="Lakku, Sai Keertana R" userId="S::kb7924tj@go.minnstate.edu::aa713373-d62e-42be-a5fb-296135668942" providerId="AD" clId="Web-{13F4CB66-695E-CDA0-669C-9BE6A8A311A6}" dt="2025-03-21T16:07:17.421" v="495" actId="20577"/>
          <ac:spMkLst>
            <pc:docMk/>
            <pc:sldMk cId="1934876581" sldId="277"/>
            <ac:spMk id="2" creationId="{DAFE9434-2048-4025-D916-38325B838809}"/>
          </ac:spMkLst>
        </pc:spChg>
        <pc:spChg chg="mod">
          <ac:chgData name="Lakku, Sai Keertana R" userId="S::kb7924tj@go.minnstate.edu::aa713373-d62e-42be-a5fb-296135668942" providerId="AD" clId="Web-{13F4CB66-695E-CDA0-669C-9BE6A8A311A6}" dt="2025-03-21T16:08:53.565" v="551" actId="20577"/>
          <ac:spMkLst>
            <pc:docMk/>
            <pc:sldMk cId="1934876581" sldId="277"/>
            <ac:spMk id="3" creationId="{415F14D9-93E4-568F-B46C-BA9F0397D605}"/>
          </ac:spMkLst>
        </pc:spChg>
      </pc:sldChg>
    </pc:docChg>
  </pc:docChgLst>
  <pc:docChgLst>
    <pc:chgData name="Hjulberg, Andrew S" userId="S::hi6397ef@go.minnstate.edu::55255bf8-79f2-42d3-80cc-139b63d0776c" providerId="AD" clId="Web-{376CB649-3097-89C8-559B-AA01E4D4941F}"/>
    <pc:docChg chg="addSld delSld modSld sldOrd">
      <pc:chgData name="Hjulberg, Andrew S" userId="S::hi6397ef@go.minnstate.edu::55255bf8-79f2-42d3-80cc-139b63d0776c" providerId="AD" clId="Web-{376CB649-3097-89C8-559B-AA01E4D4941F}" dt="2025-02-28T17:24:34.060" v="337"/>
      <pc:docMkLst>
        <pc:docMk/>
      </pc:docMkLst>
      <pc:sldChg chg="modSp">
        <pc:chgData name="Hjulberg, Andrew S" userId="S::hi6397ef@go.minnstate.edu::55255bf8-79f2-42d3-80cc-139b63d0776c" providerId="AD" clId="Web-{376CB649-3097-89C8-559B-AA01E4D4941F}" dt="2025-02-28T16:22:23.532" v="67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376CB649-3097-89C8-559B-AA01E4D4941F}" dt="2025-02-28T16:22:23.532" v="67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del">
        <pc:chgData name="Hjulberg, Andrew S" userId="S::hi6397ef@go.minnstate.edu::55255bf8-79f2-42d3-80cc-139b63d0776c" providerId="AD" clId="Web-{376CB649-3097-89C8-559B-AA01E4D4941F}" dt="2025-02-28T17:12:37.375" v="224"/>
        <pc:sldMkLst>
          <pc:docMk/>
          <pc:sldMk cId="38658698" sldId="258"/>
        </pc:sldMkLst>
      </pc:sldChg>
      <pc:sldChg chg="modSp">
        <pc:chgData name="Hjulberg, Andrew S" userId="S::hi6397ef@go.minnstate.edu::55255bf8-79f2-42d3-80cc-139b63d0776c" providerId="AD" clId="Web-{376CB649-3097-89C8-559B-AA01E4D4941F}" dt="2025-02-28T17:14:43.577" v="334" actId="20577"/>
        <pc:sldMkLst>
          <pc:docMk/>
          <pc:sldMk cId="1258313468" sldId="269"/>
        </pc:sldMkLst>
        <pc:graphicFrameChg chg="modGraphic">
          <ac:chgData name="Hjulberg, Andrew S" userId="S::hi6397ef@go.minnstate.edu::55255bf8-79f2-42d3-80cc-139b63d0776c" providerId="AD" clId="Web-{376CB649-3097-89C8-559B-AA01E4D4941F}" dt="2025-02-28T17:14:43.577" v="334" actId="20577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del">
        <pc:chgData name="Hjulberg, Andrew S" userId="S::hi6397ef@go.minnstate.edu::55255bf8-79f2-42d3-80cc-139b63d0776c" providerId="AD" clId="Web-{376CB649-3097-89C8-559B-AA01E4D4941F}" dt="2025-02-28T17:12:48.375" v="225"/>
        <pc:sldMkLst>
          <pc:docMk/>
          <pc:sldMk cId="3503842829" sldId="272"/>
        </pc:sldMkLst>
      </pc:sldChg>
      <pc:sldChg chg="addSp delSp modSp">
        <pc:chgData name="Hjulberg, Andrew S" userId="S::hi6397ef@go.minnstate.edu::55255bf8-79f2-42d3-80cc-139b63d0776c" providerId="AD" clId="Web-{376CB649-3097-89C8-559B-AA01E4D4941F}" dt="2025-02-28T17:21:15.717" v="336"/>
        <pc:sldMkLst>
          <pc:docMk/>
          <pc:sldMk cId="1656249528" sldId="273"/>
        </pc:sldMkLst>
        <pc:spChg chg="mod">
          <ac:chgData name="Hjulberg, Andrew S" userId="S::hi6397ef@go.minnstate.edu::55255bf8-79f2-42d3-80cc-139b63d0776c" providerId="AD" clId="Web-{376CB649-3097-89C8-559B-AA01E4D4941F}" dt="2025-02-28T16:22:51.158" v="76" actId="20577"/>
          <ac:spMkLst>
            <pc:docMk/>
            <pc:sldMk cId="1656249528" sldId="273"/>
            <ac:spMk id="2" creationId="{7ADE7BEE-0CC5-93A6-E221-8066FAB3E767}"/>
          </ac:spMkLst>
        </pc:spChg>
        <pc:spChg chg="del mod">
          <ac:chgData name="Hjulberg, Andrew S" userId="S::hi6397ef@go.minnstate.edu::55255bf8-79f2-42d3-80cc-139b63d0776c" providerId="AD" clId="Web-{376CB649-3097-89C8-559B-AA01E4D4941F}" dt="2025-02-28T17:20:34.248" v="335"/>
          <ac:spMkLst>
            <pc:docMk/>
            <pc:sldMk cId="1656249528" sldId="273"/>
            <ac:spMk id="3" creationId="{46A343F2-B698-48D2-FC3A-44822BF5DE6B}"/>
          </ac:spMkLst>
        </pc:spChg>
        <pc:spChg chg="del mod">
          <ac:chgData name="Hjulberg, Andrew S" userId="S::hi6397ef@go.minnstate.edu::55255bf8-79f2-42d3-80cc-139b63d0776c" providerId="AD" clId="Web-{376CB649-3097-89C8-559B-AA01E4D4941F}" dt="2025-02-28T16:23:04.627" v="87"/>
          <ac:spMkLst>
            <pc:docMk/>
            <pc:sldMk cId="1656249528" sldId="273"/>
            <ac:spMk id="6" creationId="{517CD70C-E249-1C4A-7A66-32A36B4BB5CC}"/>
          </ac:spMkLst>
        </pc:spChg>
        <pc:spChg chg="del">
          <ac:chgData name="Hjulberg, Andrew S" userId="S::hi6397ef@go.minnstate.edu::55255bf8-79f2-42d3-80cc-139b63d0776c" providerId="AD" clId="Web-{376CB649-3097-89C8-559B-AA01E4D4941F}" dt="2025-02-28T16:23:06.549" v="88"/>
          <ac:spMkLst>
            <pc:docMk/>
            <pc:sldMk cId="1656249528" sldId="273"/>
            <ac:spMk id="7" creationId="{037204CA-53E4-FFCF-ECFA-2F596608CD9D}"/>
          </ac:spMkLst>
        </pc:spChg>
        <pc:picChg chg="add mod">
          <ac:chgData name="Hjulberg, Andrew S" userId="S::hi6397ef@go.minnstate.edu::55255bf8-79f2-42d3-80cc-139b63d0776c" providerId="AD" clId="Web-{376CB649-3097-89C8-559B-AA01E4D4941F}" dt="2025-02-28T17:21:15.717" v="336"/>
          <ac:picMkLst>
            <pc:docMk/>
            <pc:sldMk cId="1656249528" sldId="273"/>
            <ac:picMk id="4" creationId="{3CE9554B-8A7F-5658-1146-1B2D8E79C2FD}"/>
          </ac:picMkLst>
        </pc:picChg>
      </pc:sldChg>
      <pc:sldChg chg="modSp add ord replId">
        <pc:chgData name="Hjulberg, Andrew S" userId="S::hi6397ef@go.minnstate.edu::55255bf8-79f2-42d3-80cc-139b63d0776c" providerId="AD" clId="Web-{376CB649-3097-89C8-559B-AA01E4D4941F}" dt="2025-02-28T17:24:34.060" v="337"/>
        <pc:sldMkLst>
          <pc:docMk/>
          <pc:sldMk cId="893194236" sldId="274"/>
        </pc:sldMkLst>
        <pc:spChg chg="mod">
          <ac:chgData name="Hjulberg, Andrew S" userId="S::hi6397ef@go.minnstate.edu::55255bf8-79f2-42d3-80cc-139b63d0776c" providerId="AD" clId="Web-{376CB649-3097-89C8-559B-AA01E4D4941F}" dt="2025-02-28T16:24:05.395" v="105" actId="20577"/>
          <ac:spMkLst>
            <pc:docMk/>
            <pc:sldMk cId="893194236" sldId="274"/>
            <ac:spMk id="2" creationId="{FBE08AF8-5DFC-680F-363D-9939D6AB4E40}"/>
          </ac:spMkLst>
        </pc:spChg>
        <pc:spChg chg="mod">
          <ac:chgData name="Hjulberg, Andrew S" userId="S::hi6397ef@go.minnstate.edu::55255bf8-79f2-42d3-80cc-139b63d0776c" providerId="AD" clId="Web-{376CB649-3097-89C8-559B-AA01E4D4941F}" dt="2025-02-28T16:26:23.713" v="223" actId="20577"/>
          <ac:spMkLst>
            <pc:docMk/>
            <pc:sldMk cId="893194236" sldId="274"/>
            <ac:spMk id="3" creationId="{C5BA3A65-7E07-E196-7479-E250D272D1AE}"/>
          </ac:spMkLst>
        </pc:spChg>
      </pc:sldChg>
    </pc:docChg>
  </pc:docChgLst>
  <pc:docChgLst>
    <pc:chgData name="Hjulberg, Andrew S" userId="S::hi6397ef@go.minnstate.edu::55255bf8-79f2-42d3-80cc-139b63d0776c" providerId="AD" clId="Web-{EC2EBB38-317D-B8A7-503F-CD041CCF43A0}"/>
    <pc:docChg chg="delSld modSld sldOrd">
      <pc:chgData name="Hjulberg, Andrew S" userId="S::hi6397ef@go.minnstate.edu::55255bf8-79f2-42d3-80cc-139b63d0776c" providerId="AD" clId="Web-{EC2EBB38-317D-B8A7-503F-CD041CCF43A0}" dt="2025-03-26T16:37:07.440" v="160" actId="1076"/>
      <pc:docMkLst>
        <pc:docMk/>
      </pc:docMkLst>
      <pc:sldChg chg="modSp">
        <pc:chgData name="Hjulberg, Andrew S" userId="S::hi6397ef@go.minnstate.edu::55255bf8-79f2-42d3-80cc-139b63d0776c" providerId="AD" clId="Web-{EC2EBB38-317D-B8A7-503F-CD041CCF43A0}" dt="2025-03-26T15:11:12.094" v="0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EC2EBB38-317D-B8A7-503F-CD041CCF43A0}" dt="2025-03-26T15:11:12.094" v="0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">
        <pc:chgData name="Hjulberg, Andrew S" userId="S::hi6397ef@go.minnstate.edu::55255bf8-79f2-42d3-80cc-139b63d0776c" providerId="AD" clId="Web-{EC2EBB38-317D-B8A7-503F-CD041CCF43A0}" dt="2025-03-26T16:08:12.194" v="146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EC2EBB38-317D-B8A7-503F-CD041CCF43A0}" dt="2025-03-26T16:08:12.194" v="146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Hjulberg, Andrew S" userId="S::hi6397ef@go.minnstate.edu::55255bf8-79f2-42d3-80cc-139b63d0776c" providerId="AD" clId="Web-{EC2EBB38-317D-B8A7-503F-CD041CCF43A0}" dt="2025-03-26T15:18:16.147" v="110" actId="20577"/>
        <pc:sldMkLst>
          <pc:docMk/>
          <pc:sldMk cId="1258313468" sldId="269"/>
        </pc:sldMkLst>
        <pc:graphicFrameChg chg="modGraphic">
          <ac:chgData name="Hjulberg, Andrew S" userId="S::hi6397ef@go.minnstate.edu::55255bf8-79f2-42d3-80cc-139b63d0776c" providerId="AD" clId="Web-{EC2EBB38-317D-B8A7-503F-CD041CCF43A0}" dt="2025-03-26T15:18:16.147" v="110" actId="20577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addSp delSp modSp ord">
        <pc:chgData name="Hjulberg, Andrew S" userId="S::hi6397ef@go.minnstate.edu::55255bf8-79f2-42d3-80cc-139b63d0776c" providerId="AD" clId="Web-{EC2EBB38-317D-B8A7-503F-CD041CCF43A0}" dt="2025-03-26T16:37:07.440" v="160" actId="1076"/>
        <pc:sldMkLst>
          <pc:docMk/>
          <pc:sldMk cId="1656249528" sldId="273"/>
        </pc:sldMkLst>
        <pc:graphicFrameChg chg="del">
          <ac:chgData name="Hjulberg, Andrew S" userId="S::hi6397ef@go.minnstate.edu::55255bf8-79f2-42d3-80cc-139b63d0776c" providerId="AD" clId="Web-{EC2EBB38-317D-B8A7-503F-CD041CCF43A0}" dt="2025-03-26T16:36:32.391" v="156"/>
          <ac:graphicFrameMkLst>
            <pc:docMk/>
            <pc:sldMk cId="1656249528" sldId="273"/>
            <ac:graphicFrameMk id="12" creationId="{4061E4D3-28DD-20AC-AC20-9E6F9ABE05F4}"/>
          </ac:graphicFrameMkLst>
        </pc:graphicFrameChg>
        <pc:picChg chg="add mod">
          <ac:chgData name="Hjulberg, Andrew S" userId="S::hi6397ef@go.minnstate.edu::55255bf8-79f2-42d3-80cc-139b63d0776c" providerId="AD" clId="Web-{EC2EBB38-317D-B8A7-503F-CD041CCF43A0}" dt="2025-03-26T16:37:07.440" v="160" actId="1076"/>
          <ac:picMkLst>
            <pc:docMk/>
            <pc:sldMk cId="1656249528" sldId="273"/>
            <ac:picMk id="4" creationId="{9D97BADF-57F1-970E-0764-ACAA77644D31}"/>
          </ac:picMkLst>
        </pc:picChg>
      </pc:sldChg>
      <pc:sldChg chg="modSp">
        <pc:chgData name="Hjulberg, Andrew S" userId="S::hi6397ef@go.minnstate.edu::55255bf8-79f2-42d3-80cc-139b63d0776c" providerId="AD" clId="Web-{EC2EBB38-317D-B8A7-503F-CD041CCF43A0}" dt="2025-03-26T15:13:34.711" v="98" actId="20577"/>
        <pc:sldMkLst>
          <pc:docMk/>
          <pc:sldMk cId="893194236" sldId="274"/>
        </pc:sldMkLst>
        <pc:spChg chg="mod">
          <ac:chgData name="Hjulberg, Andrew S" userId="S::hi6397ef@go.minnstate.edu::55255bf8-79f2-42d3-80cc-139b63d0776c" providerId="AD" clId="Web-{EC2EBB38-317D-B8A7-503F-CD041CCF43A0}" dt="2025-03-26T15:12:07.972" v="13" actId="20577"/>
          <ac:spMkLst>
            <pc:docMk/>
            <pc:sldMk cId="893194236" sldId="274"/>
            <ac:spMk id="2" creationId="{FBE08AF8-5DFC-680F-363D-9939D6AB4E40}"/>
          </ac:spMkLst>
        </pc:spChg>
        <pc:spChg chg="mod">
          <ac:chgData name="Hjulberg, Andrew S" userId="S::hi6397ef@go.minnstate.edu::55255bf8-79f2-42d3-80cc-139b63d0776c" providerId="AD" clId="Web-{EC2EBB38-317D-B8A7-503F-CD041CCF43A0}" dt="2025-03-26T15:13:34.711" v="98" actId="20577"/>
          <ac:spMkLst>
            <pc:docMk/>
            <pc:sldMk cId="893194236" sldId="274"/>
            <ac:spMk id="3" creationId="{C5BA3A65-7E07-E196-7479-E250D272D1AE}"/>
          </ac:spMkLst>
        </pc:spChg>
      </pc:sldChg>
      <pc:sldChg chg="delSp modSp">
        <pc:chgData name="Hjulberg, Andrew S" userId="S::hi6397ef@go.minnstate.edu::55255bf8-79f2-42d3-80cc-139b63d0776c" providerId="AD" clId="Web-{EC2EBB38-317D-B8A7-503F-CD041CCF43A0}" dt="2025-03-26T16:09:41.573" v="155"/>
        <pc:sldMkLst>
          <pc:docMk/>
          <pc:sldMk cId="401840768" sldId="275"/>
        </pc:sldMkLst>
        <pc:spChg chg="mod">
          <ac:chgData name="Hjulberg, Andrew S" userId="S::hi6397ef@go.minnstate.edu::55255bf8-79f2-42d3-80cc-139b63d0776c" providerId="AD" clId="Web-{EC2EBB38-317D-B8A7-503F-CD041CCF43A0}" dt="2025-03-26T16:08:57.946" v="154" actId="20577"/>
          <ac:spMkLst>
            <pc:docMk/>
            <pc:sldMk cId="401840768" sldId="275"/>
            <ac:spMk id="2" creationId="{3EB6FC04-BAAA-F161-D2CC-CF6F439C9A15}"/>
          </ac:spMkLst>
        </pc:spChg>
        <pc:graphicFrameChg chg="del">
          <ac:chgData name="Hjulberg, Andrew S" userId="S::hi6397ef@go.minnstate.edu::55255bf8-79f2-42d3-80cc-139b63d0776c" providerId="AD" clId="Web-{EC2EBB38-317D-B8A7-503F-CD041CCF43A0}" dt="2025-03-26T16:09:41.573" v="155"/>
          <ac:graphicFrameMkLst>
            <pc:docMk/>
            <pc:sldMk cId="401840768" sldId="275"/>
            <ac:graphicFrameMk id="10" creationId="{E2B6541C-7721-1340-B555-5E4B4D6B0B2E}"/>
          </ac:graphicFrameMkLst>
        </pc:graphicFrameChg>
      </pc:sldChg>
      <pc:sldChg chg="del">
        <pc:chgData name="Hjulberg, Andrew S" userId="S::hi6397ef@go.minnstate.edu::55255bf8-79f2-42d3-80cc-139b63d0776c" providerId="AD" clId="Web-{EC2EBB38-317D-B8A7-503F-CD041CCF43A0}" dt="2025-03-26T16:08:45.586" v="148"/>
        <pc:sldMkLst>
          <pc:docMk/>
          <pc:sldMk cId="1993179087" sldId="276"/>
        </pc:sldMkLst>
      </pc:sldChg>
    </pc:docChg>
  </pc:docChgLst>
  <pc:docChgLst>
    <pc:chgData name="Wilkins, Graham C" userId="S::bh5884is@go.minnstate.edu::d858373d-d4a5-4d5a-af0d-fcf67a33b3d5" providerId="AD" clId="Web-{F469CC04-FB1E-2DAA-4F04-B64666841111}"/>
    <pc:docChg chg="modSld">
      <pc:chgData name="Wilkins, Graham C" userId="S::bh5884is@go.minnstate.edu::d858373d-d4a5-4d5a-af0d-fcf67a33b3d5" providerId="AD" clId="Web-{F469CC04-FB1E-2DAA-4F04-B64666841111}" dt="2025-04-23T15:41:43.722" v="36" actId="20577"/>
      <pc:docMkLst>
        <pc:docMk/>
      </pc:docMkLst>
      <pc:sldChg chg="modSp">
        <pc:chgData name="Wilkins, Graham C" userId="S::bh5884is@go.minnstate.edu::d858373d-d4a5-4d5a-af0d-fcf67a33b3d5" providerId="AD" clId="Web-{F469CC04-FB1E-2DAA-4F04-B64666841111}" dt="2025-04-23T15:41:43.722" v="36" actId="20577"/>
        <pc:sldMkLst>
          <pc:docMk/>
          <pc:sldMk cId="1656249528" sldId="273"/>
        </pc:sldMkLst>
        <pc:spChg chg="mod">
          <ac:chgData name="Wilkins, Graham C" userId="S::bh5884is@go.minnstate.edu::d858373d-d4a5-4d5a-af0d-fcf67a33b3d5" providerId="AD" clId="Web-{F469CC04-FB1E-2DAA-4F04-B64666841111}" dt="2025-04-23T15:41:43.722" v="36" actId="20577"/>
          <ac:spMkLst>
            <pc:docMk/>
            <pc:sldMk cId="1656249528" sldId="273"/>
            <ac:spMk id="7" creationId="{6F03BDD9-CE3A-6749-97AA-6DFBEAEE1CAE}"/>
          </ac:spMkLst>
        </pc:spChg>
      </pc:sldChg>
    </pc:docChg>
  </pc:docChgLst>
  <pc:docChgLst>
    <pc:chgData name="Lakku, Sai Keertana R" userId="S::kb7924tj@go.minnstate.edu::aa713373-d62e-42be-a5fb-296135668942" providerId="AD" clId="Web-{55809949-4BA6-31A0-30FC-BD82EA129E1F}"/>
    <pc:docChg chg="addSld delSld modSld">
      <pc:chgData name="Lakku, Sai Keertana R" userId="S::kb7924tj@go.minnstate.edu::aa713373-d62e-42be-a5fb-296135668942" providerId="AD" clId="Web-{55809949-4BA6-31A0-30FC-BD82EA129E1F}" dt="2025-02-21T16:41:10.613" v="434" actId="20577"/>
      <pc:docMkLst>
        <pc:docMk/>
      </pc:docMkLst>
      <pc:sldChg chg="modSp">
        <pc:chgData name="Lakku, Sai Keertana R" userId="S::kb7924tj@go.minnstate.edu::aa713373-d62e-42be-a5fb-296135668942" providerId="AD" clId="Web-{55809949-4BA6-31A0-30FC-BD82EA129E1F}" dt="2025-02-21T16:41:10.613" v="434" actId="20577"/>
        <pc:sldMkLst>
          <pc:docMk/>
          <pc:sldMk cId="886379872" sldId="257"/>
        </pc:sldMkLst>
        <pc:graphicFrameChg chg="modGraphic">
          <ac:chgData name="Lakku, Sai Keertana R" userId="S::kb7924tj@go.minnstate.edu::aa713373-d62e-42be-a5fb-296135668942" providerId="AD" clId="Web-{55809949-4BA6-31A0-30FC-BD82EA129E1F}" dt="2025-02-21T16:41:10.613" v="434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">
        <pc:chgData name="Lakku, Sai Keertana R" userId="S::kb7924tj@go.minnstate.edu::aa713373-d62e-42be-a5fb-296135668942" providerId="AD" clId="Web-{55809949-4BA6-31A0-30FC-BD82EA129E1F}" dt="2025-02-21T16:39:34.876" v="414"/>
        <pc:sldMkLst>
          <pc:docMk/>
          <pc:sldMk cId="38658698" sldId="258"/>
        </pc:sldMkLst>
        <pc:spChg chg="mo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2" creationId="{688AC3B9-2A52-B51A-D8EE-90A85703DD3C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0" creationId="{4E78424C-6FD0-41F8-9CAA-5DC19C42359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2" creationId="{DD136760-57DC-4301-8BEA-B71AD2D13905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4" creationId="{BDC58DEA-1307-4F44-AD47-E613D8B76A89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6" creationId="{C99B912D-1E4B-42AF-A2BE-CFEFEC916EE7}"/>
          </ac:spMkLst>
        </pc:spChg>
      </pc:sldChg>
      <pc:sldChg chg="modSp del">
        <pc:chgData name="Lakku, Sai Keertana R" userId="S::kb7924tj@go.minnstate.edu::aa713373-d62e-42be-a5fb-296135668942" providerId="AD" clId="Web-{55809949-4BA6-31A0-30FC-BD82EA129E1F}" dt="2025-02-21T16:30:02.022" v="58"/>
        <pc:sldMkLst>
          <pc:docMk/>
          <pc:sldMk cId="3481272266" sldId="266"/>
        </pc:sldMkLst>
      </pc:sldChg>
      <pc:sldChg chg="modSp">
        <pc:chgData name="Lakku, Sai Keertana R" userId="S::kb7924tj@go.minnstate.edu::aa713373-d62e-42be-a5fb-296135668942" providerId="AD" clId="Web-{55809949-4BA6-31A0-30FC-BD82EA129E1F}" dt="2025-02-21T16:32:59.947" v="284" actId="20577"/>
        <pc:sldMkLst>
          <pc:docMk/>
          <pc:sldMk cId="1987320157" sldId="267"/>
        </pc:sldMkLst>
        <pc:spChg chg="mod">
          <ac:chgData name="Lakku, Sai Keertana R" userId="S::kb7924tj@go.minnstate.edu::aa713373-d62e-42be-a5fb-296135668942" providerId="AD" clId="Web-{55809949-4BA6-31A0-30FC-BD82EA129E1F}" dt="2025-02-21T16:32:59.947" v="284" actId="20577"/>
          <ac:spMkLst>
            <pc:docMk/>
            <pc:sldMk cId="1987320157" sldId="267"/>
            <ac:spMk id="2" creationId="{97BAABD8-7260-4DFE-68DB-0632582C632D}"/>
          </ac:spMkLst>
        </pc:spChg>
      </pc:sldChg>
      <pc:sldChg chg="modSp">
        <pc:chgData name="Lakku, Sai Keertana R" userId="S::kb7924tj@go.minnstate.edu::aa713373-d62e-42be-a5fb-296135668942" providerId="AD" clId="Web-{55809949-4BA6-31A0-30FC-BD82EA129E1F}" dt="2025-02-21T16:29:21.912" v="52" actId="20577"/>
        <pc:sldMkLst>
          <pc:docMk/>
          <pc:sldMk cId="1105610437" sldId="268"/>
        </pc:sldMkLst>
      </pc:sldChg>
      <pc:sldChg chg="new del">
        <pc:chgData name="Lakku, Sai Keertana R" userId="S::kb7924tj@go.minnstate.edu::aa713373-d62e-42be-a5fb-296135668942" providerId="AD" clId="Web-{55809949-4BA6-31A0-30FC-BD82EA129E1F}" dt="2025-02-21T16:27:20.159" v="1"/>
        <pc:sldMkLst>
          <pc:docMk/>
          <pc:sldMk cId="1086306751" sldId="269"/>
        </pc:sldMkLst>
      </pc:sldChg>
      <pc:sldChg chg="addSp delSp modSp new mod setBg setClrOvrMap">
        <pc:chgData name="Lakku, Sai Keertana R" userId="S::kb7924tj@go.minnstate.edu::aa713373-d62e-42be-a5fb-296135668942" providerId="AD" clId="Web-{55809949-4BA6-31A0-30FC-BD82EA129E1F}" dt="2025-02-21T16:39:54.158" v="415"/>
        <pc:sldMkLst>
          <pc:docMk/>
          <pc:sldMk cId="1258313468" sldId="269"/>
        </pc:sldMkLst>
        <pc:spChg chg="mo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2" creationId="{802D1CA8-4AF4-EE92-811B-E41F68602FF1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9" creationId="{F747F1B4-B831-4277-8AB0-32767F7EB7B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1" creationId="{D80CFA21-AB7C-4BEB-9BFF-05764FBBF3C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3" creationId="{12F7E335-851A-4CAE-B09F-E657819D4600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5" creationId="{10B541F0-7F6E-402E-84D8-CF96EACA5FBC}"/>
          </ac:spMkLst>
        </pc:spChg>
        <pc:graphicFrameChg chg="add">
          <ac:chgData name="Lakku, Sai Keertana R" userId="S::kb7924tj@go.minnstate.edu::aa713373-d62e-42be-a5fb-296135668942" providerId="AD" clId="Web-{55809949-4BA6-31A0-30FC-BD82EA129E1F}" dt="2025-02-21T16:39:54.158" v="415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modSp new">
        <pc:chgData name="Lakku, Sai Keertana R" userId="S::kb7924tj@go.minnstate.edu::aa713373-d62e-42be-a5fb-296135668942" providerId="AD" clId="Web-{55809949-4BA6-31A0-30FC-BD82EA129E1F}" dt="2025-02-21T16:32:51.744" v="280" actId="20577"/>
        <pc:sldMkLst>
          <pc:docMk/>
          <pc:sldMk cId="3515090267" sldId="270"/>
        </pc:sldMkLst>
        <pc:spChg chg="mod">
          <ac:chgData name="Lakku, Sai Keertana R" userId="S::kb7924tj@go.minnstate.edu::aa713373-d62e-42be-a5fb-296135668942" providerId="AD" clId="Web-{55809949-4BA6-31A0-30FC-BD82EA129E1F}" dt="2025-02-21T16:32:51.744" v="280" actId="20577"/>
          <ac:spMkLst>
            <pc:docMk/>
            <pc:sldMk cId="3515090267" sldId="270"/>
            <ac:spMk id="2" creationId="{EA09EF9F-3A87-3E44-CB5B-EDCC40297D43}"/>
          </ac:spMkLst>
        </pc:spChg>
      </pc:sldChg>
      <pc:sldChg chg="addSp delSp modSp new mod setBg setClrOvrMap">
        <pc:chgData name="Lakku, Sai Keertana R" userId="S::kb7924tj@go.minnstate.edu::aa713373-d62e-42be-a5fb-296135668942" providerId="AD" clId="Web-{55809949-4BA6-31A0-30FC-BD82EA129E1F}" dt="2025-02-21T16:40:25.237" v="416"/>
        <pc:sldMkLst>
          <pc:docMk/>
          <pc:sldMk cId="1340975371" sldId="271"/>
        </pc:sldMkLst>
        <pc:spChg chg="mo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2" creationId="{E58A1520-60AF-0E6B-03F1-3A8E2623E3E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9" creationId="{F747F1B4-B831-4277-8AB0-32767F7EB7B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1" creationId="{D80CFA21-AB7C-4BEB-9BFF-05764FBBF3C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3" creationId="{12F7E335-851A-4CAE-B09F-E657819D4600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5" creationId="{10B541F0-7F6E-402E-84D8-CF96EACA5FBC}"/>
          </ac:spMkLst>
        </pc:spChg>
        <pc:graphicFrameChg chg="add">
          <ac:chgData name="Lakku, Sai Keertana R" userId="S::kb7924tj@go.minnstate.edu::aa713373-d62e-42be-a5fb-296135668942" providerId="AD" clId="Web-{55809949-4BA6-31A0-30FC-BD82EA129E1F}" dt="2025-02-21T16:40:25.237" v="416"/>
          <ac:graphicFrameMkLst>
            <pc:docMk/>
            <pc:sldMk cId="1340975371" sldId="271"/>
            <ac:graphicFrameMk id="5" creationId="{D7A5384F-0122-3104-7460-473A31760BA4}"/>
          </ac:graphicFrameMkLst>
        </pc:graphicFrameChg>
      </pc:sldChg>
    </pc:docChg>
  </pc:docChgLst>
  <pc:docChgLst>
    <pc:chgData name="Wilkins, Graham C" userId="S::bh5884is@go.minnstate.edu::d858373d-d4a5-4d5a-af0d-fcf67a33b3d5" providerId="AD" clId="Web-{64159B3A-8EC3-1548-AB78-74344C4AE6CE}"/>
    <pc:docChg chg="addSld delSld modSld sldOrd">
      <pc:chgData name="Wilkins, Graham C" userId="S::bh5884is@go.minnstate.edu::d858373d-d4a5-4d5a-af0d-fcf67a33b3d5" providerId="AD" clId="Web-{64159B3A-8EC3-1548-AB78-74344C4AE6CE}" dt="2025-02-28T17:29:58.939" v="370"/>
      <pc:docMkLst>
        <pc:docMk/>
      </pc:docMkLst>
      <pc:sldChg chg="modSp">
        <pc:chgData name="Wilkins, Graham C" userId="S::bh5884is@go.minnstate.edu::d858373d-d4a5-4d5a-af0d-fcf67a33b3d5" providerId="AD" clId="Web-{64159B3A-8EC3-1548-AB78-74344C4AE6CE}" dt="2025-02-28T17:24:56.491" v="205" actId="20577"/>
        <pc:sldMkLst>
          <pc:docMk/>
          <pc:sldMk cId="886379872" sldId="257"/>
        </pc:sldMkLst>
        <pc:graphicFrameChg chg="modGraphic">
          <ac:chgData name="Wilkins, Graham C" userId="S::bh5884is@go.minnstate.edu::d858373d-d4a5-4d5a-af0d-fcf67a33b3d5" providerId="AD" clId="Web-{64159B3A-8EC3-1548-AB78-74344C4AE6CE}" dt="2025-02-28T17:24:56.491" v="205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 ord">
        <pc:chgData name="Wilkins, Graham C" userId="S::bh5884is@go.minnstate.edu::d858373d-d4a5-4d5a-af0d-fcf67a33b3d5" providerId="AD" clId="Web-{64159B3A-8EC3-1548-AB78-74344C4AE6CE}" dt="2025-02-28T17:29:36.782" v="348" actId="20577"/>
        <pc:sldMkLst>
          <pc:docMk/>
          <pc:sldMk cId="1987320157" sldId="267"/>
        </pc:sldMkLst>
        <pc:spChg chg="mod">
          <ac:chgData name="Wilkins, Graham C" userId="S::bh5884is@go.minnstate.edu::d858373d-d4a5-4d5a-af0d-fcf67a33b3d5" providerId="AD" clId="Web-{64159B3A-8EC3-1548-AB78-74344C4AE6CE}" dt="2025-02-28T17:29:05.063" v="315" actId="20577"/>
          <ac:spMkLst>
            <pc:docMk/>
            <pc:sldMk cId="1987320157" sldId="267"/>
            <ac:spMk id="2" creationId="{97BAABD8-7260-4DFE-68DB-0632582C632D}"/>
          </ac:spMkLst>
        </pc:spChg>
        <pc:spChg chg="mod">
          <ac:chgData name="Wilkins, Graham C" userId="S::bh5884is@go.minnstate.edu::d858373d-d4a5-4d5a-af0d-fcf67a33b3d5" providerId="AD" clId="Web-{64159B3A-8EC3-1548-AB78-74344C4AE6CE}" dt="2025-02-28T17:29:36.782" v="348" actId="20577"/>
          <ac:spMkLst>
            <pc:docMk/>
            <pc:sldMk cId="1987320157" sldId="267"/>
            <ac:spMk id="4" creationId="{10BBC347-6A01-2036-1706-BF4065DE7D9F}"/>
          </ac:spMkLst>
        </pc:spChg>
      </pc:sldChg>
      <pc:sldChg chg="del">
        <pc:chgData name="Wilkins, Graham C" userId="S::bh5884is@go.minnstate.edu::d858373d-d4a5-4d5a-af0d-fcf67a33b3d5" providerId="AD" clId="Web-{64159B3A-8EC3-1548-AB78-74344C4AE6CE}" dt="2025-02-28T17:00:46.813" v="0"/>
        <pc:sldMkLst>
          <pc:docMk/>
          <pc:sldMk cId="3515090267" sldId="270"/>
        </pc:sldMkLst>
      </pc:sldChg>
      <pc:sldChg chg="del">
        <pc:chgData name="Wilkins, Graham C" userId="S::bh5884is@go.minnstate.edu::d858373d-d4a5-4d5a-af0d-fcf67a33b3d5" providerId="AD" clId="Web-{64159B3A-8EC3-1548-AB78-74344C4AE6CE}" dt="2025-02-28T17:00:48.719" v="1"/>
        <pc:sldMkLst>
          <pc:docMk/>
          <pc:sldMk cId="1340975371" sldId="271"/>
        </pc:sldMkLst>
      </pc:sldChg>
      <pc:sldChg chg="addSp delSp modSp new">
        <pc:chgData name="Wilkins, Graham C" userId="S::bh5884is@go.minnstate.edu::d858373d-d4a5-4d5a-af0d-fcf67a33b3d5" providerId="AD" clId="Web-{64159B3A-8EC3-1548-AB78-74344C4AE6CE}" dt="2025-02-28T17:23:58.270" v="117" actId="14100"/>
        <pc:sldMkLst>
          <pc:docMk/>
          <pc:sldMk cId="401840768" sldId="275"/>
        </pc:sldMkLst>
        <pc:spChg chg="mod">
          <ac:chgData name="Wilkins, Graham C" userId="S::bh5884is@go.minnstate.edu::d858373d-d4a5-4d5a-af0d-fcf67a33b3d5" providerId="AD" clId="Web-{64159B3A-8EC3-1548-AB78-74344C4AE6CE}" dt="2025-02-28T17:13:04.496" v="74" actId="20577"/>
          <ac:spMkLst>
            <pc:docMk/>
            <pc:sldMk cId="401840768" sldId="275"/>
            <ac:spMk id="2" creationId="{3EB6FC04-BAAA-F161-D2CC-CF6F439C9A15}"/>
          </ac:spMkLst>
        </pc:spChg>
        <pc:spChg chg="del">
          <ac:chgData name="Wilkins, Graham C" userId="S::bh5884is@go.minnstate.edu::d858373d-d4a5-4d5a-af0d-fcf67a33b3d5" providerId="AD" clId="Web-{64159B3A-8EC3-1548-AB78-74344C4AE6CE}" dt="2025-02-28T17:08:47.393" v="3"/>
          <ac:spMkLst>
            <pc:docMk/>
            <pc:sldMk cId="401840768" sldId="275"/>
            <ac:spMk id="3" creationId="{6F83B398-1AD6-7017-7723-9C1A1EEEA1D5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3:46.473" v="111" actId="20577"/>
          <ac:spMkLst>
            <pc:docMk/>
            <pc:sldMk cId="401840768" sldId="275"/>
            <ac:spMk id="7" creationId="{6077AC48-BA9A-E26D-5B16-7578A2A2EB0B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3:58.270" v="117" actId="14100"/>
          <ac:spMkLst>
            <pc:docMk/>
            <pc:sldMk cId="401840768" sldId="275"/>
            <ac:spMk id="8" creationId="{A90DCF66-5BF6-0F5B-D13C-AEC37C82769C}"/>
          </ac:spMkLst>
        </pc:spChg>
        <pc:picChg chg="add mod ord">
          <ac:chgData name="Wilkins, Graham C" userId="S::bh5884is@go.minnstate.edu::d858373d-d4a5-4d5a-af0d-fcf67a33b3d5" providerId="AD" clId="Web-{64159B3A-8EC3-1548-AB78-74344C4AE6CE}" dt="2025-02-28T17:16:59.817" v="101" actId="14100"/>
          <ac:picMkLst>
            <pc:docMk/>
            <pc:sldMk cId="401840768" sldId="275"/>
            <ac:picMk id="4" creationId="{448E08A2-9CC6-254A-374C-EB9E6914CC7E}"/>
          </ac:picMkLst>
        </pc:picChg>
        <pc:picChg chg="add mod">
          <ac:chgData name="Wilkins, Graham C" userId="S::bh5884is@go.minnstate.edu::d858373d-d4a5-4d5a-af0d-fcf67a33b3d5" providerId="AD" clId="Web-{64159B3A-8EC3-1548-AB78-74344C4AE6CE}" dt="2025-02-28T17:16:55.567" v="99" actId="14100"/>
          <ac:picMkLst>
            <pc:docMk/>
            <pc:sldMk cId="401840768" sldId="275"/>
            <ac:picMk id="5" creationId="{6A5363CA-460A-FF24-F57B-F2E5720B633A}"/>
          </ac:picMkLst>
        </pc:picChg>
      </pc:sldChg>
      <pc:sldChg chg="addSp delSp modSp new">
        <pc:chgData name="Wilkins, Graham C" userId="S::bh5884is@go.minnstate.edu::d858373d-d4a5-4d5a-af0d-fcf67a33b3d5" providerId="AD" clId="Web-{64159B3A-8EC3-1548-AB78-74344C4AE6CE}" dt="2025-02-28T17:24:07.552" v="119"/>
        <pc:sldMkLst>
          <pc:docMk/>
          <pc:sldMk cId="4168929902" sldId="276"/>
        </pc:sldMkLst>
        <pc:spChg chg="mod">
          <ac:chgData name="Wilkins, Graham C" userId="S::bh5884is@go.minnstate.edu::d858373d-d4a5-4d5a-af0d-fcf67a33b3d5" providerId="AD" clId="Web-{64159B3A-8EC3-1548-AB78-74344C4AE6CE}" dt="2025-02-28T17:13:30.372" v="86" actId="14100"/>
          <ac:spMkLst>
            <pc:docMk/>
            <pc:sldMk cId="4168929902" sldId="276"/>
            <ac:spMk id="2" creationId="{3A947105-7D2A-E830-EE7F-E416842FDEE4}"/>
          </ac:spMkLst>
        </pc:spChg>
        <pc:spChg chg="del">
          <ac:chgData name="Wilkins, Graham C" userId="S::bh5884is@go.minnstate.edu::d858373d-d4a5-4d5a-af0d-fcf67a33b3d5" providerId="AD" clId="Web-{64159B3A-8EC3-1548-AB78-74344C4AE6CE}" dt="2025-02-28T17:11:39.556" v="57"/>
          <ac:spMkLst>
            <pc:docMk/>
            <pc:sldMk cId="4168929902" sldId="276"/>
            <ac:spMk id="3" creationId="{18D0C8DF-B480-26D9-2E60-79DAA1167776}"/>
          </ac:spMkLst>
        </pc:spChg>
        <pc:spChg chg="add del mod">
          <ac:chgData name="Wilkins, Graham C" userId="S::bh5884is@go.minnstate.edu::d858373d-d4a5-4d5a-af0d-fcf67a33b3d5" providerId="AD" clId="Web-{64159B3A-8EC3-1548-AB78-74344C4AE6CE}" dt="2025-02-28T17:16:39.973" v="94"/>
          <ac:spMkLst>
            <pc:docMk/>
            <pc:sldMk cId="4168929902" sldId="276"/>
            <ac:spMk id="7" creationId="{6B3EE8B4-DAE5-4780-4432-C0D953C1DAF3}"/>
          </ac:spMkLst>
        </pc:spChg>
        <pc:spChg chg="add">
          <ac:chgData name="Wilkins, Graham C" userId="S::bh5884is@go.minnstate.edu::d858373d-d4a5-4d5a-af0d-fcf67a33b3d5" providerId="AD" clId="Web-{64159B3A-8EC3-1548-AB78-74344C4AE6CE}" dt="2025-02-28T17:24:07.536" v="118"/>
          <ac:spMkLst>
            <pc:docMk/>
            <pc:sldMk cId="4168929902" sldId="276"/>
            <ac:spMk id="9" creationId="{687004A1-EE7B-234F-1EE6-93037565BE2B}"/>
          </ac:spMkLst>
        </pc:spChg>
        <pc:spChg chg="add">
          <ac:chgData name="Wilkins, Graham C" userId="S::bh5884is@go.minnstate.edu::d858373d-d4a5-4d5a-af0d-fcf67a33b3d5" providerId="AD" clId="Web-{64159B3A-8EC3-1548-AB78-74344C4AE6CE}" dt="2025-02-28T17:24:07.552" v="119"/>
          <ac:spMkLst>
            <pc:docMk/>
            <pc:sldMk cId="4168929902" sldId="276"/>
            <ac:spMk id="11" creationId="{765B3B5E-5AE2-B14D-9D4B-983E86C0F11C}"/>
          </ac:spMkLst>
        </pc:spChg>
        <pc:picChg chg="add mod">
          <ac:chgData name="Wilkins, Graham C" userId="S::bh5884is@go.minnstate.edu::d858373d-d4a5-4d5a-af0d-fcf67a33b3d5" providerId="AD" clId="Web-{64159B3A-8EC3-1548-AB78-74344C4AE6CE}" dt="2025-02-28T17:12:04.947" v="63" actId="14100"/>
          <ac:picMkLst>
            <pc:docMk/>
            <pc:sldMk cId="4168929902" sldId="276"/>
            <ac:picMk id="4" creationId="{C94739E7-ABB8-213B-651F-CA410C30A4F5}"/>
          </ac:picMkLst>
        </pc:picChg>
        <pc:picChg chg="add mod">
          <ac:chgData name="Wilkins, Graham C" userId="S::bh5884is@go.minnstate.edu::d858373d-d4a5-4d5a-af0d-fcf67a33b3d5" providerId="AD" clId="Web-{64159B3A-8EC3-1548-AB78-74344C4AE6CE}" dt="2025-02-28T17:12:02.525" v="62" actId="1076"/>
          <ac:picMkLst>
            <pc:docMk/>
            <pc:sldMk cId="4168929902" sldId="276"/>
            <ac:picMk id="5" creationId="{BAB3F4F4-2AD0-6F01-26E7-4086FD9B8BC3}"/>
          </ac:picMkLst>
        </pc:picChg>
      </pc:sldChg>
      <pc:sldChg chg="addSp delSp modSp new">
        <pc:chgData name="Wilkins, Graham C" userId="S::bh5884is@go.minnstate.edu::d858373d-d4a5-4d5a-af0d-fcf67a33b3d5" providerId="AD" clId="Web-{64159B3A-8EC3-1548-AB78-74344C4AE6CE}" dt="2025-02-28T17:28:44.812" v="310" actId="1076"/>
        <pc:sldMkLst>
          <pc:docMk/>
          <pc:sldMk cId="3273053664" sldId="277"/>
        </pc:sldMkLst>
        <pc:spChg chg="mod">
          <ac:chgData name="Wilkins, Graham C" userId="S::bh5884is@go.minnstate.edu::d858373d-d4a5-4d5a-af0d-fcf67a33b3d5" providerId="AD" clId="Web-{64159B3A-8EC3-1548-AB78-74344C4AE6CE}" dt="2025-02-28T17:24:31.756" v="161" actId="20577"/>
          <ac:spMkLst>
            <pc:docMk/>
            <pc:sldMk cId="3273053664" sldId="277"/>
            <ac:spMk id="2" creationId="{2F10C5DD-05A8-2437-33E3-AED0D9720D31}"/>
          </ac:spMkLst>
        </pc:spChg>
        <pc:spChg chg="del">
          <ac:chgData name="Wilkins, Graham C" userId="S::bh5884is@go.minnstate.edu::d858373d-d4a5-4d5a-af0d-fcf67a33b3d5" providerId="AD" clId="Web-{64159B3A-8EC3-1548-AB78-74344C4AE6CE}" dt="2025-02-28T17:16:24.097" v="92"/>
          <ac:spMkLst>
            <pc:docMk/>
            <pc:sldMk cId="3273053664" sldId="277"/>
            <ac:spMk id="3" creationId="{D8F6224C-D7F3-C5DD-56A2-F33AD227EEB2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8:33.936" v="289" actId="20577"/>
          <ac:spMkLst>
            <pc:docMk/>
            <pc:sldMk cId="3273053664" sldId="277"/>
            <ac:spMk id="8" creationId="{B0A20924-784F-1448-9D0D-0EA3DDC0ADA4}"/>
          </ac:spMkLst>
        </pc:spChg>
        <pc:spChg chg="add del mod">
          <ac:chgData name="Wilkins, Graham C" userId="S::bh5884is@go.minnstate.edu::d858373d-d4a5-4d5a-af0d-fcf67a33b3d5" providerId="AD" clId="Web-{64159B3A-8EC3-1548-AB78-74344C4AE6CE}" dt="2025-02-28T17:28:31.514" v="288"/>
          <ac:spMkLst>
            <pc:docMk/>
            <pc:sldMk cId="3273053664" sldId="277"/>
            <ac:spMk id="10" creationId="{8094D909-0ACB-3D19-0ADB-FB3B72D9447C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8:44.812" v="310" actId="1076"/>
          <ac:spMkLst>
            <pc:docMk/>
            <pc:sldMk cId="3273053664" sldId="277"/>
            <ac:spMk id="11" creationId="{4110D6CC-5486-E90F-79C8-E5628EF62ABB}"/>
          </ac:spMkLst>
        </pc:spChg>
        <pc:picChg chg="add mod ord">
          <ac:chgData name="Wilkins, Graham C" userId="S::bh5884is@go.minnstate.edu::d858373d-d4a5-4d5a-af0d-fcf67a33b3d5" providerId="AD" clId="Web-{64159B3A-8EC3-1548-AB78-74344C4AE6CE}" dt="2025-02-28T17:16:25.363" v="93" actId="1076"/>
          <ac:picMkLst>
            <pc:docMk/>
            <pc:sldMk cId="3273053664" sldId="277"/>
            <ac:picMk id="4" creationId="{4DF34ACB-364E-F7A2-3102-E8646AA9BBFC}"/>
          </ac:picMkLst>
        </pc:picChg>
        <pc:picChg chg="add mod">
          <ac:chgData name="Wilkins, Graham C" userId="S::bh5884is@go.minnstate.edu::d858373d-d4a5-4d5a-af0d-fcf67a33b3d5" providerId="AD" clId="Web-{64159B3A-8EC3-1548-AB78-74344C4AE6CE}" dt="2025-02-28T17:16:45.207" v="96" actId="1076"/>
          <ac:picMkLst>
            <pc:docMk/>
            <pc:sldMk cId="3273053664" sldId="277"/>
            <ac:picMk id="6" creationId="{CDBFF1CC-BAAD-4ABC-F244-842708F371DB}"/>
          </ac:picMkLst>
        </pc:picChg>
      </pc:sldChg>
      <pc:sldChg chg="modSp add del replId">
        <pc:chgData name="Wilkins, Graham C" userId="S::bh5884is@go.minnstate.edu::d858373d-d4a5-4d5a-af0d-fcf67a33b3d5" providerId="AD" clId="Web-{64159B3A-8EC3-1548-AB78-74344C4AE6CE}" dt="2025-02-28T17:29:58.939" v="370"/>
        <pc:sldMkLst>
          <pc:docMk/>
          <pc:sldMk cId="3060660367" sldId="278"/>
        </pc:sldMkLst>
        <pc:spChg chg="mod">
          <ac:chgData name="Wilkins, Graham C" userId="S::bh5884is@go.minnstate.edu::d858373d-d4a5-4d5a-af0d-fcf67a33b3d5" providerId="AD" clId="Web-{64159B3A-8EC3-1548-AB78-74344C4AE6CE}" dt="2025-02-28T17:29:56.846" v="369" actId="20577"/>
          <ac:spMkLst>
            <pc:docMk/>
            <pc:sldMk cId="3060660367" sldId="278"/>
            <ac:spMk id="4" creationId="{8EDDE56B-E950-2D20-EBBA-B3CAD92EA217}"/>
          </ac:spMkLst>
        </pc:spChg>
      </pc:sldChg>
    </pc:docChg>
  </pc:docChgLst>
  <pc:docChgLst>
    <pc:chgData name="Srinivasa Reddy, Shashank reddy" userId="S::qn1833ep@go.minnstate.edu::5f8d5532-cbd8-40c0-aa18-97830f20e260" providerId="AD" clId="Web-{C8060422-C3F0-BE59-8305-B28CD494688C}"/>
    <pc:docChg chg="addSld delSld modSld">
      <pc:chgData name="Srinivasa Reddy, Shashank reddy" userId="S::qn1833ep@go.minnstate.edu::5f8d5532-cbd8-40c0-aa18-97830f20e260" providerId="AD" clId="Web-{C8060422-C3F0-BE59-8305-B28CD494688C}" dt="2025-03-28T15:24:34.646" v="376" actId="20577"/>
      <pc:docMkLst>
        <pc:docMk/>
      </pc:docMkLst>
      <pc:sldChg chg="modSp">
        <pc:chgData name="Srinivasa Reddy, Shashank reddy" userId="S::qn1833ep@go.minnstate.edu::5f8d5532-cbd8-40c0-aa18-97830f20e260" providerId="AD" clId="Web-{C8060422-C3F0-BE59-8305-B28CD494688C}" dt="2025-03-28T15:23:59.067" v="373" actId="20577"/>
        <pc:sldMkLst>
          <pc:docMk/>
          <pc:sldMk cId="1258313468" sldId="269"/>
        </pc:sldMkLst>
        <pc:spChg chg="mod">
          <ac:chgData name="Srinivasa Reddy, Shashank reddy" userId="S::qn1833ep@go.minnstate.edu::5f8d5532-cbd8-40c0-aa18-97830f20e260" providerId="AD" clId="Web-{C8060422-C3F0-BE59-8305-B28CD494688C}" dt="2025-03-28T15:23:59.067" v="373" actId="20577"/>
          <ac:spMkLst>
            <pc:docMk/>
            <pc:sldMk cId="1258313468" sldId="269"/>
            <ac:spMk id="6" creationId="{F460C7CA-C74A-47C3-E8E1-675A2D2DFD09}"/>
          </ac:spMkLst>
        </pc:spChg>
      </pc:sldChg>
      <pc:sldChg chg="addSp delSp modSp mod setBg setClrOvrMap">
        <pc:chgData name="Srinivasa Reddy, Shashank reddy" userId="S::qn1833ep@go.minnstate.edu::5f8d5532-cbd8-40c0-aa18-97830f20e260" providerId="AD" clId="Web-{C8060422-C3F0-BE59-8305-B28CD494688C}" dt="2025-03-28T15:24:34.646" v="376" actId="20577"/>
        <pc:sldMkLst>
          <pc:docMk/>
          <pc:sldMk cId="401840768" sldId="275"/>
        </pc:sldMkLst>
        <pc:spChg chg="mo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2" creationId="{3EB6FC04-BAAA-F161-D2CC-CF6F439C9A15}"/>
          </ac:spMkLst>
        </pc:spChg>
        <pc:spChg chg="mod">
          <ac:chgData name="Srinivasa Reddy, Shashank reddy" userId="S::qn1833ep@go.minnstate.edu::5f8d5532-cbd8-40c0-aa18-97830f20e260" providerId="AD" clId="Web-{C8060422-C3F0-BE59-8305-B28CD494688C}" dt="2025-03-28T15:24:03.207" v="374" actId="20577"/>
          <ac:spMkLst>
            <pc:docMk/>
            <pc:sldMk cId="401840768" sldId="275"/>
            <ac:spMk id="3" creationId="{28EC074C-A5CF-98CF-574C-DC35FC12E44B}"/>
          </ac:spMkLst>
        </pc:spChg>
        <pc:spChg chg="add del mod">
          <ac:chgData name="Srinivasa Reddy, Shashank reddy" userId="S::qn1833ep@go.minnstate.edu::5f8d5532-cbd8-40c0-aa18-97830f20e260" providerId="AD" clId="Web-{C8060422-C3F0-BE59-8305-B28CD494688C}" dt="2025-03-27T19:42:43.488" v="153"/>
          <ac:spMkLst>
            <pc:docMk/>
            <pc:sldMk cId="401840768" sldId="275"/>
            <ac:spMk id="4" creationId="{0F24E42C-C15F-DA9A-8303-BDD4D972FC5B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14.004" v="146"/>
          <ac:spMkLst>
            <pc:docMk/>
            <pc:sldMk cId="401840768" sldId="275"/>
            <ac:spMk id="11" creationId="{4E78424C-6FD0-41F8-9CAA-5DC19C42359F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14.004" v="146"/>
          <ac:spMkLst>
            <pc:docMk/>
            <pc:sldMk cId="401840768" sldId="275"/>
            <ac:spMk id="12" creationId="{DD136760-57DC-4301-8BEA-B71AD2D13905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14.004" v="146"/>
          <ac:spMkLst>
            <pc:docMk/>
            <pc:sldMk cId="401840768" sldId="275"/>
            <ac:spMk id="14" creationId="{BDC58DEA-1307-4F44-AD47-E613D8B76A89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14.004" v="146"/>
          <ac:spMkLst>
            <pc:docMk/>
            <pc:sldMk cId="401840768" sldId="275"/>
            <ac:spMk id="16" creationId="{C99B912D-1E4B-42AF-A2BE-CFEFEC916EE7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36.566" v="150"/>
          <ac:spMkLst>
            <pc:docMk/>
            <pc:sldMk cId="401840768" sldId="275"/>
            <ac:spMk id="20" creationId="{F747F1B4-B831-4277-8AB0-32767F7EB7BF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36.566" v="150"/>
          <ac:spMkLst>
            <pc:docMk/>
            <pc:sldMk cId="401840768" sldId="275"/>
            <ac:spMk id="21" creationId="{D80CFA21-AB7C-4BEB-9BFF-05764FBBF3C6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36.566" v="150"/>
          <ac:spMkLst>
            <pc:docMk/>
            <pc:sldMk cId="401840768" sldId="275"/>
            <ac:spMk id="22" creationId="{12F7E335-851A-4CAE-B09F-E657819D4600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36.566" v="150"/>
          <ac:spMkLst>
            <pc:docMk/>
            <pc:sldMk cId="401840768" sldId="275"/>
            <ac:spMk id="23" creationId="{10B541F0-7F6E-402E-84D8-CF96EACA5FBC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28" creationId="{F747F1B4-B831-4277-8AB0-32767F7EB7BF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29" creationId="{D80CFA21-AB7C-4BEB-9BFF-05764FBBF3C6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30" creationId="{12F7E335-851A-4CAE-B09F-E657819D4600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31" creationId="{10B541F0-7F6E-402E-84D8-CF96EACA5FBC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1:55:11.457" v="169"/>
          <ac:spMkLst>
            <pc:docMk/>
            <pc:sldMk cId="401840768" sldId="275"/>
            <ac:spMk id="35" creationId="{D2236FAB-CEB5-356E-760F-284D1192362F}"/>
          </ac:spMkLst>
        </pc:spChg>
        <pc:spChg chg="add del mod">
          <ac:chgData name="Srinivasa Reddy, Shashank reddy" userId="S::qn1833ep@go.minnstate.edu::5f8d5532-cbd8-40c0-aa18-97830f20e260" providerId="AD" clId="Web-{C8060422-C3F0-BE59-8305-B28CD494688C}" dt="2025-03-28T12:08:49.002" v="249"/>
          <ac:spMkLst>
            <pc:docMk/>
            <pc:sldMk cId="401840768" sldId="275"/>
            <ac:spMk id="36" creationId="{A586D533-223B-8EA3-B0D9-1A98A6C15040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37" creationId="{4E78424C-6FD0-41F8-9CAA-5DC19C42359F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39" creationId="{DD136760-57DC-4301-8BEA-B71AD2D13905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41" creationId="{BDC58DEA-1307-4F44-AD47-E613D8B76A89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43" creationId="{C99B912D-1E4B-42AF-A2BE-CFEFEC916EE7}"/>
          </ac:spMkLst>
        </pc:spChg>
        <pc:spChg chg="add mod">
          <ac:chgData name="Srinivasa Reddy, Shashank reddy" userId="S::qn1833ep@go.minnstate.edu::5f8d5532-cbd8-40c0-aa18-97830f20e260" providerId="AD" clId="Web-{C8060422-C3F0-BE59-8305-B28CD494688C}" dt="2025-03-28T15:23:00.111" v="371" actId="1076"/>
          <ac:spMkLst>
            <pc:docMk/>
            <pc:sldMk cId="401840768" sldId="275"/>
            <ac:spMk id="988" creationId="{2761B5EE-4776-46A5-56B2-AD14F95BDDCD}"/>
          </ac:spMkLst>
        </pc:spChg>
        <pc:graphicFrameChg chg="add del">
          <ac:chgData name="Srinivasa Reddy, Shashank reddy" userId="S::qn1833ep@go.minnstate.edu::5f8d5532-cbd8-40c0-aa18-97830f20e260" providerId="AD" clId="Web-{C8060422-C3F0-BE59-8305-B28CD494688C}" dt="2025-03-27T19:42:14.004" v="146"/>
          <ac:graphicFrameMkLst>
            <pc:docMk/>
            <pc:sldMk cId="401840768" sldId="275"/>
            <ac:graphicFrameMk id="13" creationId="{3CBD1CCC-25DF-76FE-4707-4352BD2BBA2C}"/>
          </ac:graphicFrameMkLst>
        </pc:graphicFrameChg>
        <pc:graphicFrameChg chg="add del">
          <ac:chgData name="Srinivasa Reddy, Shashank reddy" userId="S::qn1833ep@go.minnstate.edu::5f8d5532-cbd8-40c0-aa18-97830f20e260" providerId="AD" clId="Web-{C8060422-C3F0-BE59-8305-B28CD494688C}" dt="2025-03-27T19:42:23.644" v="148"/>
          <ac:graphicFrameMkLst>
            <pc:docMk/>
            <pc:sldMk cId="401840768" sldId="275"/>
            <ac:graphicFrameMk id="18" creationId="{DD4F60BD-3697-4696-53EF-85961AAA66C1}"/>
          </ac:graphicFrameMkLst>
        </pc:graphicFrameChg>
        <pc:graphicFrameChg chg="add del">
          <ac:chgData name="Srinivasa Reddy, Shashank reddy" userId="S::qn1833ep@go.minnstate.edu::5f8d5532-cbd8-40c0-aa18-97830f20e260" providerId="AD" clId="Web-{C8060422-C3F0-BE59-8305-B28CD494688C}" dt="2025-03-27T19:42:36.566" v="150"/>
          <ac:graphicFrameMkLst>
            <pc:docMk/>
            <pc:sldMk cId="401840768" sldId="275"/>
            <ac:graphicFrameMk id="24" creationId="{30A8635A-E7E5-1E6F-F2BA-A213A75CB5F7}"/>
          </ac:graphicFrameMkLst>
        </pc:graphicFrameChg>
        <pc:graphicFrameChg chg="add del">
          <ac:chgData name="Srinivasa Reddy, Shashank reddy" userId="S::qn1833ep@go.minnstate.edu::5f8d5532-cbd8-40c0-aa18-97830f20e260" providerId="AD" clId="Web-{C8060422-C3F0-BE59-8305-B28CD494688C}" dt="2025-03-27T19:42:43.441" v="152"/>
          <ac:graphicFrameMkLst>
            <pc:docMk/>
            <pc:sldMk cId="401840768" sldId="275"/>
            <ac:graphicFrameMk id="26" creationId="{B4C181F6-1896-DD8B-D4EB-F1E7AB3D2609}"/>
          </ac:graphicFrameMkLst>
        </pc:graphicFrameChg>
        <pc:graphicFrameChg chg="add del mod modGraphic">
          <ac:chgData name="Srinivasa Reddy, Shashank reddy" userId="S::qn1833ep@go.minnstate.edu::5f8d5532-cbd8-40c0-aa18-97830f20e260" providerId="AD" clId="Web-{C8060422-C3F0-BE59-8305-B28CD494688C}" dt="2025-03-28T15:24:34.646" v="376" actId="20577"/>
          <ac:graphicFrameMkLst>
            <pc:docMk/>
            <pc:sldMk cId="401840768" sldId="275"/>
            <ac:graphicFrameMk id="32" creationId="{30A8635A-E7E5-1E6F-F2BA-A213A75CB5F7}"/>
          </ac:graphicFrameMkLst>
        </pc:graphicFrameChg>
        <pc:graphicFrameChg chg="add del mod modGraphic">
          <ac:chgData name="Srinivasa Reddy, Shashank reddy" userId="S::qn1833ep@go.minnstate.edu::5f8d5532-cbd8-40c0-aa18-97830f20e260" providerId="AD" clId="Web-{C8060422-C3F0-BE59-8305-B28CD494688C}" dt="2025-03-28T11:58:36.862" v="210"/>
          <ac:graphicFrameMkLst>
            <pc:docMk/>
            <pc:sldMk cId="401840768" sldId="275"/>
            <ac:graphicFrameMk id="50" creationId="{5962AFF4-8A9D-D70E-C1EF-061B52473A08}"/>
          </ac:graphicFrameMkLst>
        </pc:graphicFrameChg>
        <pc:graphicFrameChg chg="add del mod modGraphic">
          <ac:chgData name="Srinivasa Reddy, Shashank reddy" userId="S::qn1833ep@go.minnstate.edu::5f8d5532-cbd8-40c0-aa18-97830f20e260" providerId="AD" clId="Web-{C8060422-C3F0-BE59-8305-B28CD494688C}" dt="2025-03-28T12:08:44.096" v="247"/>
          <ac:graphicFrameMkLst>
            <pc:docMk/>
            <pc:sldMk cId="401840768" sldId="275"/>
            <ac:graphicFrameMk id="184" creationId="{EA302DCA-5093-9B88-16DC-C95EE5D05E4E}"/>
          </ac:graphicFrameMkLst>
        </pc:graphicFrameChg>
        <pc:picChg chg="add mod">
          <ac:chgData name="Srinivasa Reddy, Shashank reddy" userId="S::qn1833ep@go.minnstate.edu::5f8d5532-cbd8-40c0-aa18-97830f20e260" providerId="AD" clId="Web-{C8060422-C3F0-BE59-8305-B28CD494688C}" dt="2025-03-28T12:08:57.127" v="251" actId="1076"/>
          <ac:picMkLst>
            <pc:docMk/>
            <pc:sldMk cId="401840768" sldId="275"/>
            <ac:picMk id="188" creationId="{4DAD31B7-A61A-FC1E-1C1C-B6AFF45BFC57}"/>
          </ac:picMkLst>
        </pc:picChg>
        <pc:picChg chg="add mod">
          <ac:chgData name="Srinivasa Reddy, Shashank reddy" userId="S::qn1833ep@go.minnstate.edu::5f8d5532-cbd8-40c0-aa18-97830f20e260" providerId="AD" clId="Web-{C8060422-C3F0-BE59-8305-B28CD494688C}" dt="2025-03-28T12:08:58.955" v="252" actId="1076"/>
          <ac:picMkLst>
            <pc:docMk/>
            <pc:sldMk cId="401840768" sldId="275"/>
            <ac:picMk id="189" creationId="{115EB99F-115F-2690-F36D-72C366D09D1C}"/>
          </ac:picMkLst>
        </pc:picChg>
      </pc:sldChg>
      <pc:sldChg chg="addSp delSp modSp add del mod replId setBg setClrOvrMap">
        <pc:chgData name="Srinivasa Reddy, Shashank reddy" userId="S::qn1833ep@go.minnstate.edu::5f8d5532-cbd8-40c0-aa18-97830f20e260" providerId="AD" clId="Web-{C8060422-C3F0-BE59-8305-B28CD494688C}" dt="2025-03-28T15:23:45.581" v="372"/>
        <pc:sldMkLst>
          <pc:docMk/>
          <pc:sldMk cId="2139809473" sldId="276"/>
        </pc:sldMkLst>
        <pc:spChg chg="mo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2" creationId="{573AD977-AB01-2EDA-73EE-2B783FF06D4B}"/>
          </ac:spMkLst>
        </pc:spChg>
        <pc:spChg chg="mo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3" creationId="{CA71B766-BD54-AD95-ADB6-7CDFFFE8CDB9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28" creationId="{A17BD42C-700A-EAAA-C4BD-7D5F6337235C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29" creationId="{0117900B-F2EF-D5B7-4AAA-6449D57B4C25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30" creationId="{CF9A13FB-419A-E888-7259-6A8F8C51E4BE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31" creationId="{79CE6DEC-832D-B5D8-E5D8-F792E0547EA6}"/>
          </ac:spMkLst>
        </pc:spChg>
        <pc:spChg chg="del mod">
          <ac:chgData name="Srinivasa Reddy, Shashank reddy" userId="S::qn1833ep@go.minnstate.edu::5f8d5532-cbd8-40c0-aa18-97830f20e260" providerId="AD" clId="Web-{C8060422-C3F0-BE59-8305-B28CD494688C}" dt="2025-03-28T12:05:57.785" v="227"/>
          <ac:spMkLst>
            <pc:docMk/>
            <pc:sldMk cId="2139809473" sldId="276"/>
            <ac:spMk id="36" creationId="{2A45D4D8-B14C-7533-6A52-DA8CF7F9147D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186" creationId="{F747F1B4-B831-4277-8AB0-32767F7EB7BF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191" creationId="{D80CFA21-AB7C-4BEB-9BFF-05764FBBF3C6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193" creationId="{12F7E335-851A-4CAE-B09F-E657819D4600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195" creationId="{10B541F0-7F6E-402E-84D8-CF96EACA5FBC}"/>
          </ac:spMkLst>
        </pc:spChg>
        <pc:graphicFrameChg chg="del">
          <ac:chgData name="Srinivasa Reddy, Shashank reddy" userId="S::qn1833ep@go.minnstate.edu::5f8d5532-cbd8-40c0-aa18-97830f20e260" providerId="AD" clId="Web-{C8060422-C3F0-BE59-8305-B28CD494688C}" dt="2025-03-28T12:05:52.597" v="225"/>
          <ac:graphicFrameMkLst>
            <pc:docMk/>
            <pc:sldMk cId="2139809473" sldId="276"/>
            <ac:graphicFrameMk id="32" creationId="{54D925BD-05CF-F2DD-C13B-46D3C9AAAF63}"/>
          </ac:graphicFrameMkLst>
        </pc:graphicFrameChg>
        <pc:graphicFrameChg chg="mod modGraphic">
          <ac:chgData name="Srinivasa Reddy, Shashank reddy" userId="S::qn1833ep@go.minnstate.edu::5f8d5532-cbd8-40c0-aa18-97830f20e260" providerId="AD" clId="Web-{C8060422-C3F0-BE59-8305-B28CD494688C}" dt="2025-03-28T15:04:34.552" v="274"/>
          <ac:graphicFrameMkLst>
            <pc:docMk/>
            <pc:sldMk cId="2139809473" sldId="276"/>
            <ac:graphicFrameMk id="184" creationId="{F2AF92F0-6286-E001-E1D2-78A757B709AB}"/>
          </ac:graphicFrameMkLst>
        </pc:graphicFrameChg>
        <pc:picChg chg="del mod">
          <ac:chgData name="Srinivasa Reddy, Shashank reddy" userId="S::qn1833ep@go.minnstate.edu::5f8d5532-cbd8-40c0-aa18-97830f20e260" providerId="AD" clId="Web-{C8060422-C3F0-BE59-8305-B28CD494688C}" dt="2025-03-28T12:06:10.300" v="233"/>
          <ac:picMkLst>
            <pc:docMk/>
            <pc:sldMk cId="2139809473" sldId="276"/>
            <ac:picMk id="188" creationId="{121D234A-3127-0941-657E-ADD9EF79DD08}"/>
          </ac:picMkLst>
        </pc:picChg>
        <pc:picChg chg="del mod">
          <ac:chgData name="Srinivasa Reddy, Shashank reddy" userId="S::qn1833ep@go.minnstate.edu::5f8d5532-cbd8-40c0-aa18-97830f20e260" providerId="AD" clId="Web-{C8060422-C3F0-BE59-8305-B28CD494688C}" dt="2025-03-28T12:06:08.019" v="231"/>
          <ac:picMkLst>
            <pc:docMk/>
            <pc:sldMk cId="2139809473" sldId="276"/>
            <ac:picMk id="189" creationId="{B76E71FD-03A4-BBF6-43DD-846A3C6B196F}"/>
          </ac:picMkLst>
        </pc:picChg>
      </pc:sldChg>
    </pc:docChg>
  </pc:docChgLst>
  <pc:docChgLst>
    <pc:chgData name="Srinivasa Reddy, Shashank reddy" userId="S::qn1833ep@go.minnstate.edu::5f8d5532-cbd8-40c0-aa18-97830f20e260" providerId="AD" clId="Web-{7F68ABDE-D9CA-E551-DBB2-2C078D1481C3}"/>
    <pc:docChg chg="modSld">
      <pc:chgData name="Srinivasa Reddy, Shashank reddy" userId="S::qn1833ep@go.minnstate.edu::5f8d5532-cbd8-40c0-aa18-97830f20e260" providerId="AD" clId="Web-{7F68ABDE-D9CA-E551-DBB2-2C078D1481C3}" dt="2025-04-04T16:26:33.242" v="68" actId="20577"/>
      <pc:docMkLst>
        <pc:docMk/>
      </pc:docMkLst>
      <pc:sldChg chg="delSp modSp">
        <pc:chgData name="Srinivasa Reddy, Shashank reddy" userId="S::qn1833ep@go.minnstate.edu::5f8d5532-cbd8-40c0-aa18-97830f20e260" providerId="AD" clId="Web-{7F68ABDE-D9CA-E551-DBB2-2C078D1481C3}" dt="2025-04-04T16:17:51.975" v="54"/>
        <pc:sldMkLst>
          <pc:docMk/>
          <pc:sldMk cId="401840768" sldId="275"/>
        </pc:sldMkLst>
        <pc:spChg chg="mod">
          <ac:chgData name="Srinivasa Reddy, Shashank reddy" userId="S::qn1833ep@go.minnstate.edu::5f8d5532-cbd8-40c0-aa18-97830f20e260" providerId="AD" clId="Web-{7F68ABDE-D9CA-E551-DBB2-2C078D1481C3}" dt="2025-04-04T16:00:37.550" v="0" actId="20577"/>
          <ac:spMkLst>
            <pc:docMk/>
            <pc:sldMk cId="401840768" sldId="275"/>
            <ac:spMk id="3" creationId="{28EC074C-A5CF-98CF-574C-DC35FC12E44B}"/>
          </ac:spMkLst>
        </pc:spChg>
        <pc:spChg chg="del mod">
          <ac:chgData name="Srinivasa Reddy, Shashank reddy" userId="S::qn1833ep@go.minnstate.edu::5f8d5532-cbd8-40c0-aa18-97830f20e260" providerId="AD" clId="Web-{7F68ABDE-D9CA-E551-DBB2-2C078D1481C3}" dt="2025-04-04T16:17:51.975" v="54"/>
          <ac:spMkLst>
            <pc:docMk/>
            <pc:sldMk cId="401840768" sldId="275"/>
            <ac:spMk id="988" creationId="{2761B5EE-4776-46A5-56B2-AD14F95BDDCD}"/>
          </ac:spMkLst>
        </pc:spChg>
        <pc:graphicFrameChg chg="modGraphic">
          <ac:chgData name="Srinivasa Reddy, Shashank reddy" userId="S::qn1833ep@go.minnstate.edu::5f8d5532-cbd8-40c0-aa18-97830f20e260" providerId="AD" clId="Web-{7F68ABDE-D9CA-E551-DBB2-2C078D1481C3}" dt="2025-04-04T16:17:24.819" v="52" actId="20577"/>
          <ac:graphicFrameMkLst>
            <pc:docMk/>
            <pc:sldMk cId="401840768" sldId="275"/>
            <ac:graphicFrameMk id="32" creationId="{30A8635A-E7E5-1E6F-F2BA-A213A75CB5F7}"/>
          </ac:graphicFrameMkLst>
        </pc:graphicFrameChg>
      </pc:sldChg>
      <pc:sldChg chg="addSp delSp modSp">
        <pc:chgData name="Srinivasa Reddy, Shashank reddy" userId="S::qn1833ep@go.minnstate.edu::5f8d5532-cbd8-40c0-aa18-97830f20e260" providerId="AD" clId="Web-{7F68ABDE-D9CA-E551-DBB2-2C078D1481C3}" dt="2025-04-04T16:26:33.242" v="68" actId="20577"/>
        <pc:sldMkLst>
          <pc:docMk/>
          <pc:sldMk cId="3527744105" sldId="278"/>
        </pc:sldMkLst>
        <pc:spChg chg="mod">
          <ac:chgData name="Srinivasa Reddy, Shashank reddy" userId="S::qn1833ep@go.minnstate.edu::5f8d5532-cbd8-40c0-aa18-97830f20e260" providerId="AD" clId="Web-{7F68ABDE-D9CA-E551-DBB2-2C078D1481C3}" dt="2025-04-04T16:26:33.242" v="68" actId="20577"/>
          <ac:spMkLst>
            <pc:docMk/>
            <pc:sldMk cId="3527744105" sldId="278"/>
            <ac:spMk id="3" creationId="{0BDB1C9D-2287-4F40-FE5D-B4414C3B939A}"/>
          </ac:spMkLst>
        </pc:spChg>
        <pc:spChg chg="add del">
          <ac:chgData name="Srinivasa Reddy, Shashank reddy" userId="S::qn1833ep@go.minnstate.edu::5f8d5532-cbd8-40c0-aa18-97830f20e260" providerId="AD" clId="Web-{7F68ABDE-D9CA-E551-DBB2-2C078D1481C3}" dt="2025-04-04T16:25:30.664" v="56"/>
          <ac:spMkLst>
            <pc:docMk/>
            <pc:sldMk cId="3527744105" sldId="278"/>
            <ac:spMk id="4" creationId="{7D011B50-C42F-11F9-0237-00757B5581C3}"/>
          </ac:spMkLst>
        </pc:spChg>
        <pc:spChg chg="add mod">
          <ac:chgData name="Srinivasa Reddy, Shashank reddy" userId="S::qn1833ep@go.minnstate.edu::5f8d5532-cbd8-40c0-aa18-97830f20e260" providerId="AD" clId="Web-{7F68ABDE-D9CA-E551-DBB2-2C078D1481C3}" dt="2025-04-04T16:26:27.586" v="66" actId="1076"/>
          <ac:spMkLst>
            <pc:docMk/>
            <pc:sldMk cId="3527744105" sldId="278"/>
            <ac:spMk id="6" creationId="{0BCDEF71-B9B1-67A2-90AB-C0A2C812AA7E}"/>
          </ac:spMkLst>
        </pc:spChg>
      </pc:sldChg>
    </pc:docChg>
  </pc:docChgLst>
  <pc:docChgLst>
    <pc:chgData clId="Web-{21C7DA03-CA7E-CD3B-3EDF-5DD967C42C77}"/>
    <pc:docChg chg="modSld">
      <pc:chgData name="" userId="" providerId="" clId="Web-{21C7DA03-CA7E-CD3B-3EDF-5DD967C42C77}" dt="2025-02-21T16:12:25.209" v="2" actId="20577"/>
      <pc:docMkLst>
        <pc:docMk/>
      </pc:docMkLst>
      <pc:sldChg chg="modSp">
        <pc:chgData name="" userId="" providerId="" clId="Web-{21C7DA03-CA7E-CD3B-3EDF-5DD967C42C77}" dt="2025-02-21T16:12:25.209" v="2" actId="20577"/>
        <pc:sldMkLst>
          <pc:docMk/>
          <pc:sldMk cId="109857222" sldId="256"/>
        </pc:sldMkLst>
        <pc:spChg chg="mod">
          <ac:chgData name="" userId="" providerId="" clId="Web-{21C7DA03-CA7E-CD3B-3EDF-5DD967C42C77}" dt="2025-02-21T16:12:25.209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Hjulberg, Andrew S" userId="S::hi6397ef@go.minnstate.edu::55255bf8-79f2-42d3-80cc-139b63d0776c" providerId="AD" clId="Web-{87C06292-1DAC-6B06-D1BF-913DCCB5227D}"/>
    <pc:docChg chg="modSld">
      <pc:chgData name="Hjulberg, Andrew S" userId="S::hi6397ef@go.minnstate.edu::55255bf8-79f2-42d3-80cc-139b63d0776c" providerId="AD" clId="Web-{87C06292-1DAC-6B06-D1BF-913DCCB5227D}" dt="2025-02-28T17:30:24.971" v="2" actId="20577"/>
      <pc:docMkLst>
        <pc:docMk/>
      </pc:docMkLst>
      <pc:sldChg chg="modSp">
        <pc:chgData name="Hjulberg, Andrew S" userId="S::hi6397ef@go.minnstate.edu::55255bf8-79f2-42d3-80cc-139b63d0776c" providerId="AD" clId="Web-{87C06292-1DAC-6B06-D1BF-913DCCB5227D}" dt="2025-02-28T17:30:24.971" v="2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87C06292-1DAC-6B06-D1BF-913DCCB5227D}" dt="2025-02-28T17:30:24.971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Lakku, Sai Keertana R" userId="S::kb7924tj@go.minnstate.edu::aa713373-d62e-42be-a5fb-296135668942" providerId="AD" clId="Web-{0123EC3D-3BB0-52C3-C8DB-E95146AB2338}"/>
    <pc:docChg chg="modSld">
      <pc:chgData name="Lakku, Sai Keertana R" userId="S::kb7924tj@go.minnstate.edu::aa713373-d62e-42be-a5fb-296135668942" providerId="AD" clId="Web-{0123EC3D-3BB0-52C3-C8DB-E95146AB2338}" dt="2025-03-28T16:19:55.937" v="123" actId="1076"/>
      <pc:docMkLst>
        <pc:docMk/>
      </pc:docMkLst>
      <pc:sldChg chg="modSp">
        <pc:chgData name="Lakku, Sai Keertana R" userId="S::kb7924tj@go.minnstate.edu::aa713373-d62e-42be-a5fb-296135668942" providerId="AD" clId="Web-{0123EC3D-3BB0-52C3-C8DB-E95146AB2338}" dt="2025-03-28T16:19:55.937" v="123" actId="1076"/>
        <pc:sldMkLst>
          <pc:docMk/>
          <pc:sldMk cId="893194236" sldId="274"/>
        </pc:sldMkLst>
        <pc:picChg chg="mod">
          <ac:chgData name="Lakku, Sai Keertana R" userId="S::kb7924tj@go.minnstate.edu::aa713373-d62e-42be-a5fb-296135668942" providerId="AD" clId="Web-{0123EC3D-3BB0-52C3-C8DB-E95146AB2338}" dt="2025-03-28T16:19:55.937" v="123" actId="1076"/>
          <ac:picMkLst>
            <pc:docMk/>
            <pc:sldMk cId="893194236" sldId="274"/>
            <ac:picMk id="8" creationId="{D7CF06B1-5685-17BF-BD1A-E7E02255C33F}"/>
          </ac:picMkLst>
        </pc:picChg>
      </pc:sldChg>
      <pc:sldChg chg="modSp">
        <pc:chgData name="Lakku, Sai Keertana R" userId="S::kb7924tj@go.minnstate.edu::aa713373-d62e-42be-a5fb-296135668942" providerId="AD" clId="Web-{0123EC3D-3BB0-52C3-C8DB-E95146AB2338}" dt="2025-03-28T16:18:41.620" v="119"/>
        <pc:sldMkLst>
          <pc:docMk/>
          <pc:sldMk cId="2540521633" sldId="277"/>
        </pc:sldMkLst>
        <pc:graphicFrameChg chg="mod modGraphic">
          <ac:chgData name="Lakku, Sai Keertana R" userId="S::kb7924tj@go.minnstate.edu::aa713373-d62e-42be-a5fb-296135668942" providerId="AD" clId="Web-{0123EC3D-3BB0-52C3-C8DB-E95146AB2338}" dt="2025-03-28T16:18:41.620" v="119"/>
          <ac:graphicFrameMkLst>
            <pc:docMk/>
            <pc:sldMk cId="2540521633" sldId="277"/>
            <ac:graphicFrameMk id="6" creationId="{E8C4FCBE-AB17-F054-AA9D-2771819AF527}"/>
          </ac:graphicFrameMkLst>
        </pc:graphicFrameChg>
      </pc:sldChg>
    </pc:docChg>
  </pc:docChgLst>
  <pc:docChgLst>
    <pc:chgData name="Hjulberg, Andrew S" userId="55255bf8-79f2-42d3-80cc-139b63d0776c" providerId="ADAL" clId="{BF91F376-D513-407B-90DF-F66CF7546839}"/>
    <pc:docChg chg="custSel addSld modSld sldOrd">
      <pc:chgData name="Hjulberg, Andrew S" userId="55255bf8-79f2-42d3-80cc-139b63d0776c" providerId="ADAL" clId="{BF91F376-D513-407B-90DF-F66CF7546839}" dt="2025-03-21T15:54:34.060" v="141"/>
      <pc:docMkLst>
        <pc:docMk/>
      </pc:docMkLst>
      <pc:sldChg chg="modSp">
        <pc:chgData name="Hjulberg, Andrew S" userId="55255bf8-79f2-42d3-80cc-139b63d0776c" providerId="ADAL" clId="{BF91F376-D513-407B-90DF-F66CF7546839}" dt="2025-03-21T15:54:02.674" v="140"/>
        <pc:sldMkLst>
          <pc:docMk/>
          <pc:sldMk cId="886379872" sldId="257"/>
        </pc:sldMkLst>
        <pc:graphicFrameChg chg="mod">
          <ac:chgData name="Hjulberg, Andrew S" userId="55255bf8-79f2-42d3-80cc-139b63d0776c" providerId="ADAL" clId="{BF91F376-D513-407B-90DF-F66CF7546839}" dt="2025-03-21T15:54:02.674" v="14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 mod">
        <pc:chgData name="Hjulberg, Andrew S" userId="55255bf8-79f2-42d3-80cc-139b63d0776c" providerId="ADAL" clId="{BF91F376-D513-407B-90DF-F66CF7546839}" dt="2025-03-21T15:54:34.060" v="141"/>
        <pc:sldMkLst>
          <pc:docMk/>
          <pc:sldMk cId="1258313468" sldId="269"/>
        </pc:sldMkLst>
        <pc:graphicFrameChg chg="add mod">
          <ac:chgData name="Hjulberg, Andrew S" userId="55255bf8-79f2-42d3-80cc-139b63d0776c" providerId="ADAL" clId="{BF91F376-D513-407B-90DF-F66CF7546839}" dt="2025-03-21T15:54:34.060" v="141"/>
          <ac:graphicFrameMkLst>
            <pc:docMk/>
            <pc:sldMk cId="1258313468" sldId="269"/>
            <ac:graphicFrameMk id="5" creationId="{635C2A7D-A2CA-3FC7-C810-CE0225A50F5B}"/>
          </ac:graphicFrameMkLst>
        </pc:graphicFrameChg>
        <pc:picChg chg="add del mod">
          <ac:chgData name="Hjulberg, Andrew S" userId="55255bf8-79f2-42d3-80cc-139b63d0776c" providerId="ADAL" clId="{BF91F376-D513-407B-90DF-F66CF7546839}" dt="2025-03-19T15:38:33.278" v="2" actId="21"/>
          <ac:picMkLst>
            <pc:docMk/>
            <pc:sldMk cId="1258313468" sldId="269"/>
            <ac:picMk id="4" creationId="{B404D528-2AD9-F19E-84A4-8479A7EE7449}"/>
          </ac:picMkLst>
        </pc:picChg>
      </pc:sldChg>
      <pc:sldChg chg="modSp add mod ord">
        <pc:chgData name="Hjulberg, Andrew S" userId="55255bf8-79f2-42d3-80cc-139b63d0776c" providerId="ADAL" clId="{BF91F376-D513-407B-90DF-F66CF7546839}" dt="2025-03-19T16:00:46.577" v="138" actId="20577"/>
        <pc:sldMkLst>
          <pc:docMk/>
          <pc:sldMk cId="1993179087" sldId="276"/>
        </pc:sldMkLst>
        <pc:spChg chg="mod">
          <ac:chgData name="Hjulberg, Andrew S" userId="55255bf8-79f2-42d3-80cc-139b63d0776c" providerId="ADAL" clId="{BF91F376-D513-407B-90DF-F66CF7546839}" dt="2025-03-19T15:59:50.656" v="29" actId="20577"/>
          <ac:spMkLst>
            <pc:docMk/>
            <pc:sldMk cId="1993179087" sldId="276"/>
            <ac:spMk id="2" creationId="{49C1FF65-261C-CCF6-A3D2-CEFEC608E079}"/>
          </ac:spMkLst>
        </pc:spChg>
        <pc:spChg chg="mod">
          <ac:chgData name="Hjulberg, Andrew S" userId="55255bf8-79f2-42d3-80cc-139b63d0776c" providerId="ADAL" clId="{BF91F376-D513-407B-90DF-F66CF7546839}" dt="2025-03-19T16:00:46.577" v="138" actId="20577"/>
          <ac:spMkLst>
            <pc:docMk/>
            <pc:sldMk cId="1993179087" sldId="276"/>
            <ac:spMk id="3" creationId="{DB5172F2-3E63-AAF5-65C0-36067AFB5F54}"/>
          </ac:spMkLst>
        </pc:spChg>
      </pc:sldChg>
    </pc:docChg>
  </pc:docChgLst>
  <pc:docChgLst>
    <pc:chgData name="Hjulberg, Andrew S" userId="S::hi6397ef@go.minnstate.edu::55255bf8-79f2-42d3-80cc-139b63d0776c" providerId="AD" clId="Web-{DA280D64-8C6E-6FD6-99FB-9D715F437396}"/>
    <pc:docChg chg="modSld">
      <pc:chgData name="Hjulberg, Andrew S" userId="S::hi6397ef@go.minnstate.edu::55255bf8-79f2-42d3-80cc-139b63d0776c" providerId="AD" clId="Web-{DA280D64-8C6E-6FD6-99FB-9D715F437396}" dt="2025-03-28T16:12:53.305" v="54" actId="20577"/>
      <pc:docMkLst>
        <pc:docMk/>
      </pc:docMkLst>
      <pc:sldChg chg="modSp">
        <pc:chgData name="Hjulberg, Andrew S" userId="S::hi6397ef@go.minnstate.edu::55255bf8-79f2-42d3-80cc-139b63d0776c" providerId="AD" clId="Web-{DA280D64-8C6E-6FD6-99FB-9D715F437396}" dt="2025-03-28T16:12:53.305" v="54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DA280D64-8C6E-6FD6-99FB-9D715F437396}" dt="2025-03-28T16:12:53.305" v="54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</pc:docChg>
  </pc:docChgLst>
  <pc:docChgLst>
    <pc:chgData name="Hjulberg, Andrew S" userId="S::hi6397ef@go.minnstate.edu::55255bf8-79f2-42d3-80cc-139b63d0776c" providerId="AD" clId="Web-{EF1A6D5F-665E-057D-4E7B-7E7BC612AC41}"/>
    <pc:docChg chg="modSld">
      <pc:chgData name="Hjulberg, Andrew S" userId="S::hi6397ef@go.minnstate.edu::55255bf8-79f2-42d3-80cc-139b63d0776c" providerId="AD" clId="Web-{EF1A6D5F-665E-057D-4E7B-7E7BC612AC41}" dt="2025-03-21T16:02:00.433" v="7" actId="20577"/>
      <pc:docMkLst>
        <pc:docMk/>
      </pc:docMkLst>
      <pc:sldChg chg="modSp">
        <pc:chgData name="Hjulberg, Andrew S" userId="S::hi6397ef@go.minnstate.edu::55255bf8-79f2-42d3-80cc-139b63d0776c" providerId="AD" clId="Web-{EF1A6D5F-665E-057D-4E7B-7E7BC612AC41}" dt="2025-03-21T15:52:16.802" v="3" actId="20577"/>
        <pc:sldMkLst>
          <pc:docMk/>
          <pc:sldMk cId="886379872" sldId="257"/>
        </pc:sldMkLst>
        <pc:spChg chg="mod">
          <ac:chgData name="Hjulberg, Andrew S" userId="S::hi6397ef@go.minnstate.edu::55255bf8-79f2-42d3-80cc-139b63d0776c" providerId="AD" clId="Web-{EF1A6D5F-665E-057D-4E7B-7E7BC612AC41}" dt="2025-03-21T15:52:16.802" v="3" actId="20577"/>
          <ac:spMkLst>
            <pc:docMk/>
            <pc:sldMk cId="886379872" sldId="257"/>
            <ac:spMk id="3" creationId="{518BB9FA-DF38-50E2-4D72-3ADA2A08B9C1}"/>
          </ac:spMkLst>
        </pc:spChg>
      </pc:sldChg>
      <pc:sldChg chg="modSp">
        <pc:chgData name="Hjulberg, Andrew S" userId="S::hi6397ef@go.minnstate.edu::55255bf8-79f2-42d3-80cc-139b63d0776c" providerId="AD" clId="Web-{EF1A6D5F-665E-057D-4E7B-7E7BC612AC41}" dt="2025-03-21T15:52:08.068" v="2" actId="20577"/>
        <pc:sldMkLst>
          <pc:docMk/>
          <pc:sldMk cId="1258313468" sldId="269"/>
        </pc:sldMkLst>
        <pc:spChg chg="mod">
          <ac:chgData name="Hjulberg, Andrew S" userId="S::hi6397ef@go.minnstate.edu::55255bf8-79f2-42d3-80cc-139b63d0776c" providerId="AD" clId="Web-{EF1A6D5F-665E-057D-4E7B-7E7BC612AC41}" dt="2025-03-21T15:52:08.068" v="2" actId="20577"/>
          <ac:spMkLst>
            <pc:docMk/>
            <pc:sldMk cId="1258313468" sldId="269"/>
            <ac:spMk id="6" creationId="{F460C7CA-C74A-47C3-E8E1-675A2D2DFD09}"/>
          </ac:spMkLst>
        </pc:spChg>
      </pc:sldChg>
      <pc:sldChg chg="modSp">
        <pc:chgData name="Hjulberg, Andrew S" userId="S::hi6397ef@go.minnstate.edu::55255bf8-79f2-42d3-80cc-139b63d0776c" providerId="AD" clId="Web-{EF1A6D5F-665E-057D-4E7B-7E7BC612AC41}" dt="2025-03-21T16:01:52.729" v="5" actId="20577"/>
        <pc:sldMkLst>
          <pc:docMk/>
          <pc:sldMk cId="401840768" sldId="275"/>
        </pc:sldMkLst>
        <pc:spChg chg="mod">
          <ac:chgData name="Hjulberg, Andrew S" userId="S::hi6397ef@go.minnstate.edu::55255bf8-79f2-42d3-80cc-139b63d0776c" providerId="AD" clId="Web-{EF1A6D5F-665E-057D-4E7B-7E7BC612AC41}" dt="2025-03-21T16:01:52.729" v="5" actId="20577"/>
          <ac:spMkLst>
            <pc:docMk/>
            <pc:sldMk cId="401840768" sldId="275"/>
            <ac:spMk id="3" creationId="{28EC074C-A5CF-98CF-574C-DC35FC12E44B}"/>
          </ac:spMkLst>
        </pc:spChg>
      </pc:sldChg>
      <pc:sldChg chg="modSp">
        <pc:chgData name="Hjulberg, Andrew S" userId="S::hi6397ef@go.minnstate.edu::55255bf8-79f2-42d3-80cc-139b63d0776c" providerId="AD" clId="Web-{EF1A6D5F-665E-057D-4E7B-7E7BC612AC41}" dt="2025-03-21T16:02:00.433" v="7" actId="20577"/>
        <pc:sldMkLst>
          <pc:docMk/>
          <pc:sldMk cId="1993179087" sldId="276"/>
        </pc:sldMkLst>
        <pc:spChg chg="mod">
          <ac:chgData name="Hjulberg, Andrew S" userId="S::hi6397ef@go.minnstate.edu::55255bf8-79f2-42d3-80cc-139b63d0776c" providerId="AD" clId="Web-{EF1A6D5F-665E-057D-4E7B-7E7BC612AC41}" dt="2025-03-21T16:02:00.433" v="7" actId="20577"/>
          <ac:spMkLst>
            <pc:docMk/>
            <pc:sldMk cId="1993179087" sldId="276"/>
            <ac:spMk id="5" creationId="{B9C43766-19B1-0C6D-882D-062474674ACD}"/>
          </ac:spMkLst>
        </pc:spChg>
      </pc:sldChg>
    </pc:docChg>
  </pc:docChgLst>
  <pc:docChgLst>
    <pc:chgData name="Lakku, Sai Keertana R" userId="S::kb7924tj@go.minnstate.edu::aa713373-d62e-42be-a5fb-296135668942" providerId="AD" clId="Web-{E4AFC085-4835-9007-136D-92024C244A86}"/>
    <pc:docChg chg="addSld delSld modSld">
      <pc:chgData name="Lakku, Sai Keertana R" userId="S::kb7924tj@go.minnstate.edu::aa713373-d62e-42be-a5fb-296135668942" providerId="AD" clId="Web-{E4AFC085-4835-9007-136D-92024C244A86}" dt="2025-04-11T16:30:08.677" v="459" actId="1076"/>
      <pc:docMkLst>
        <pc:docMk/>
      </pc:docMkLst>
      <pc:sldChg chg="modSp">
        <pc:chgData name="Lakku, Sai Keertana R" userId="S::kb7924tj@go.minnstate.edu::aa713373-d62e-42be-a5fb-296135668942" providerId="AD" clId="Web-{E4AFC085-4835-9007-136D-92024C244A86}" dt="2025-04-11T16:17:56.031" v="340"/>
        <pc:sldMkLst>
          <pc:docMk/>
          <pc:sldMk cId="1656249528" sldId="273"/>
        </pc:sldMkLst>
        <pc:graphicFrameChg chg="modGraphic">
          <ac:chgData name="Lakku, Sai Keertana R" userId="S::kb7924tj@go.minnstate.edu::aa713373-d62e-42be-a5fb-296135668942" providerId="AD" clId="Web-{E4AFC085-4835-9007-136D-92024C244A86}" dt="2025-04-11T16:17:56.031" v="340"/>
          <ac:graphicFrameMkLst>
            <pc:docMk/>
            <pc:sldMk cId="1656249528" sldId="273"/>
            <ac:graphicFrameMk id="4" creationId="{EB1ADC5A-C0BA-CB5F-53A2-04A660092BCE}"/>
          </ac:graphicFrameMkLst>
        </pc:graphicFrameChg>
      </pc:sldChg>
      <pc:sldChg chg="addSp delSp modSp del">
        <pc:chgData name="Lakku, Sai Keertana R" userId="S::kb7924tj@go.minnstate.edu::aa713373-d62e-42be-a5fb-296135668942" providerId="AD" clId="Web-{E4AFC085-4835-9007-136D-92024C244A86}" dt="2025-04-11T16:21:23.950" v="425"/>
        <pc:sldMkLst>
          <pc:docMk/>
          <pc:sldMk cId="2540521633" sldId="277"/>
        </pc:sldMkLst>
        <pc:graphicFrameChg chg="add del mod modGraphic">
          <ac:chgData name="Lakku, Sai Keertana R" userId="S::kb7924tj@go.minnstate.edu::aa713373-d62e-42be-a5fb-296135668942" providerId="AD" clId="Web-{E4AFC085-4835-9007-136D-92024C244A86}" dt="2025-04-11T16:19:12.171" v="400"/>
          <ac:graphicFrameMkLst>
            <pc:docMk/>
            <pc:sldMk cId="2540521633" sldId="277"/>
            <ac:graphicFrameMk id="7" creationId="{4C7EC97B-AC29-1CD5-5EA3-0D84708243B1}"/>
          </ac:graphicFrameMkLst>
        </pc:graphicFrameChg>
        <pc:graphicFrameChg chg="add del mod modGraphic">
          <ac:chgData name="Lakku, Sai Keertana R" userId="S::kb7924tj@go.minnstate.edu::aa713373-d62e-42be-a5fb-296135668942" providerId="AD" clId="Web-{E4AFC085-4835-9007-136D-92024C244A86}" dt="2025-04-11T16:19:30.093" v="404"/>
          <ac:graphicFrameMkLst>
            <pc:docMk/>
            <pc:sldMk cId="2540521633" sldId="277"/>
            <ac:graphicFrameMk id="9" creationId="{0FF96CB2-8B3A-4A2A-C0E9-84B92FCF8C24}"/>
          </ac:graphicFrameMkLst>
        </pc:graphicFrameChg>
      </pc:sldChg>
      <pc:sldChg chg="addSp delSp modSp new">
        <pc:chgData name="Lakku, Sai Keertana R" userId="S::kb7924tj@go.minnstate.edu::aa713373-d62e-42be-a5fb-296135668942" providerId="AD" clId="Web-{E4AFC085-4835-9007-136D-92024C244A86}" dt="2025-04-11T16:30:08.677" v="459" actId="1076"/>
        <pc:sldMkLst>
          <pc:docMk/>
          <pc:sldMk cId="1520249469" sldId="280"/>
        </pc:sldMkLst>
        <pc:spChg chg="mod">
          <ac:chgData name="Lakku, Sai Keertana R" userId="S::kb7924tj@go.minnstate.edu::aa713373-d62e-42be-a5fb-296135668942" providerId="AD" clId="Web-{E4AFC085-4835-9007-136D-92024C244A86}" dt="2025-04-11T16:21:20.435" v="424" actId="20577"/>
          <ac:spMkLst>
            <pc:docMk/>
            <pc:sldMk cId="1520249469" sldId="280"/>
            <ac:spMk id="2" creationId="{B7E46195-ED03-5482-C7E2-F6D0CE4EF688}"/>
          </ac:spMkLst>
        </pc:spChg>
        <pc:spChg chg="del mod">
          <ac:chgData name="Lakku, Sai Keertana R" userId="S::kb7924tj@go.minnstate.edu::aa713373-d62e-42be-a5fb-296135668942" providerId="AD" clId="Web-{E4AFC085-4835-9007-136D-92024C244A86}" dt="2025-04-11T16:11:59.224" v="6"/>
          <ac:spMkLst>
            <pc:docMk/>
            <pc:sldMk cId="1520249469" sldId="280"/>
            <ac:spMk id="3" creationId="{D465D519-24A0-494A-C014-78FD9820C643}"/>
          </ac:spMkLst>
        </pc:spChg>
        <pc:graphicFrameChg chg="add mod ord modGraphic">
          <ac:chgData name="Lakku, Sai Keertana R" userId="S::kb7924tj@go.minnstate.edu::aa713373-d62e-42be-a5fb-296135668942" providerId="AD" clId="Web-{E4AFC085-4835-9007-136D-92024C244A86}" dt="2025-04-11T16:30:08.677" v="459" actId="1076"/>
          <ac:graphicFrameMkLst>
            <pc:docMk/>
            <pc:sldMk cId="1520249469" sldId="280"/>
            <ac:graphicFrameMk id="5" creationId="{7DE467A1-480A-FDED-EE63-634DF0E151AC}"/>
          </ac:graphicFrameMkLst>
        </pc:graphicFrameChg>
      </pc:sldChg>
    </pc:docChg>
  </pc:docChgLst>
  <pc:docChgLst>
    <pc:chgData name="Wilkins, Graham C" userId="S::bh5884is@go.minnstate.edu::d858373d-d4a5-4d5a-af0d-fcf67a33b3d5" providerId="AD" clId="Web-{ED6D62BC-C094-EAB1-19FD-54C3B9552612}"/>
    <pc:docChg chg="modSld">
      <pc:chgData name="Wilkins, Graham C" userId="S::bh5884is@go.minnstate.edu::d858373d-d4a5-4d5a-af0d-fcf67a33b3d5" providerId="AD" clId="Web-{ED6D62BC-C094-EAB1-19FD-54C3B9552612}" dt="2025-04-11T16:34:47.170" v="356"/>
      <pc:docMkLst>
        <pc:docMk/>
      </pc:docMkLst>
      <pc:sldChg chg="modSp">
        <pc:chgData name="Wilkins, Graham C" userId="S::bh5884is@go.minnstate.edu::d858373d-d4a5-4d5a-af0d-fcf67a33b3d5" providerId="AD" clId="Web-{ED6D62BC-C094-EAB1-19FD-54C3B9552612}" dt="2025-04-11T16:23:19.352" v="151" actId="20577"/>
        <pc:sldMkLst>
          <pc:docMk/>
          <pc:sldMk cId="1258313468" sldId="269"/>
        </pc:sldMkLst>
        <pc:graphicFrameChg chg="modGraphic">
          <ac:chgData name="Wilkins, Graham C" userId="S::bh5884is@go.minnstate.edu::d858373d-d4a5-4d5a-af0d-fcf67a33b3d5" providerId="AD" clId="Web-{ED6D62BC-C094-EAB1-19FD-54C3B9552612}" dt="2025-04-11T16:23:19.352" v="151" actId="20577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modSp">
        <pc:chgData name="Wilkins, Graham C" userId="S::bh5884is@go.minnstate.edu::d858373d-d4a5-4d5a-af0d-fcf67a33b3d5" providerId="AD" clId="Web-{ED6D62BC-C094-EAB1-19FD-54C3B9552612}" dt="2025-04-11T16:19:50.148" v="9"/>
        <pc:sldMkLst>
          <pc:docMk/>
          <pc:sldMk cId="3527744105" sldId="278"/>
        </pc:sldMkLst>
        <pc:graphicFrameChg chg="mod modGraphic">
          <ac:chgData name="Wilkins, Graham C" userId="S::bh5884is@go.minnstate.edu::d858373d-d4a5-4d5a-af0d-fcf67a33b3d5" providerId="AD" clId="Web-{ED6D62BC-C094-EAB1-19FD-54C3B9552612}" dt="2025-04-11T16:19:50.148" v="9"/>
          <ac:graphicFrameMkLst>
            <pc:docMk/>
            <pc:sldMk cId="3527744105" sldId="278"/>
            <ac:graphicFrameMk id="7" creationId="{8870527C-F4AC-F23D-09EC-920F85FB9532}"/>
          </ac:graphicFrameMkLst>
        </pc:graphicFrameChg>
      </pc:sldChg>
      <pc:sldChg chg="modSp">
        <pc:chgData name="Wilkins, Graham C" userId="S::bh5884is@go.minnstate.edu::d858373d-d4a5-4d5a-af0d-fcf67a33b3d5" providerId="AD" clId="Web-{ED6D62BC-C094-EAB1-19FD-54C3B9552612}" dt="2025-04-11T16:34:47.170" v="356"/>
        <pc:sldMkLst>
          <pc:docMk/>
          <pc:sldMk cId="1520249469" sldId="280"/>
        </pc:sldMkLst>
        <pc:spChg chg="mod">
          <ac:chgData name="Wilkins, Graham C" userId="S::bh5884is@go.minnstate.edu::d858373d-d4a5-4d5a-af0d-fcf67a33b3d5" providerId="AD" clId="Web-{ED6D62BC-C094-EAB1-19FD-54C3B9552612}" dt="2025-04-11T16:24:40.822" v="172" actId="14100"/>
          <ac:spMkLst>
            <pc:docMk/>
            <pc:sldMk cId="1520249469" sldId="280"/>
            <ac:spMk id="2" creationId="{B7E46195-ED03-5482-C7E2-F6D0CE4EF688}"/>
          </ac:spMkLst>
        </pc:spChg>
        <pc:graphicFrameChg chg="mod modGraphic">
          <ac:chgData name="Wilkins, Graham C" userId="S::bh5884is@go.minnstate.edu::d858373d-d4a5-4d5a-af0d-fcf67a33b3d5" providerId="AD" clId="Web-{ED6D62BC-C094-EAB1-19FD-54C3B9552612}" dt="2025-04-11T16:34:47.170" v="356"/>
          <ac:graphicFrameMkLst>
            <pc:docMk/>
            <pc:sldMk cId="1520249469" sldId="280"/>
            <ac:graphicFrameMk id="5" creationId="{7DE467A1-480A-FDED-EE63-634DF0E151AC}"/>
          </ac:graphicFrameMkLst>
        </pc:graphicFrameChg>
      </pc:sldChg>
    </pc:docChg>
  </pc:docChgLst>
  <pc:docChgLst>
    <pc:chgData name="Hjulberg, Andrew S" userId="55255bf8-79f2-42d3-80cc-139b63d0776c" providerId="ADAL" clId="{94625910-3C73-4EBF-A180-80385751170D}"/>
    <pc:docChg chg="custSel addSld delSld modSld sldOrd">
      <pc:chgData name="Hjulberg, Andrew S" userId="55255bf8-79f2-42d3-80cc-139b63d0776c" providerId="ADAL" clId="{94625910-3C73-4EBF-A180-80385751170D}" dt="2025-03-28T16:13:26.726" v="61"/>
      <pc:docMkLst>
        <pc:docMk/>
      </pc:docMkLst>
      <pc:sldChg chg="modSp">
        <pc:chgData name="Hjulberg, Andrew S" userId="55255bf8-79f2-42d3-80cc-139b63d0776c" providerId="ADAL" clId="{94625910-3C73-4EBF-A180-80385751170D}" dt="2025-03-28T16:13:26.726" v="61"/>
        <pc:sldMkLst>
          <pc:docMk/>
          <pc:sldMk cId="886379872" sldId="257"/>
        </pc:sldMkLst>
        <pc:graphicFrameChg chg="mod">
          <ac:chgData name="Hjulberg, Andrew S" userId="55255bf8-79f2-42d3-80cc-139b63d0776c" providerId="ADAL" clId="{94625910-3C73-4EBF-A180-80385751170D}" dt="2025-03-28T16:13:26.726" v="61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Hjulberg, Andrew S" userId="55255bf8-79f2-42d3-80cc-139b63d0776c" providerId="ADAL" clId="{94625910-3C73-4EBF-A180-80385751170D}" dt="2025-03-28T15:20:34.031" v="55"/>
        <pc:sldMkLst>
          <pc:docMk/>
          <pc:sldMk cId="1258313468" sldId="269"/>
        </pc:sldMkLst>
        <pc:graphicFrameChg chg="mod">
          <ac:chgData name="Hjulberg, Andrew S" userId="55255bf8-79f2-42d3-80cc-139b63d0776c" providerId="ADAL" clId="{94625910-3C73-4EBF-A180-80385751170D}" dt="2025-03-28T15:20:34.031" v="55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delSp modSp mod ord">
        <pc:chgData name="Hjulberg, Andrew S" userId="55255bf8-79f2-42d3-80cc-139b63d0776c" providerId="ADAL" clId="{94625910-3C73-4EBF-A180-80385751170D}" dt="2025-03-28T15:23:29.623" v="59"/>
        <pc:sldMkLst>
          <pc:docMk/>
          <pc:sldMk cId="401840768" sldId="275"/>
        </pc:sldMkLst>
        <pc:graphicFrameChg chg="mod">
          <ac:chgData name="Hjulberg, Andrew S" userId="55255bf8-79f2-42d3-80cc-139b63d0776c" providerId="ADAL" clId="{94625910-3C73-4EBF-A180-80385751170D}" dt="2025-03-28T15:22:25.266" v="57"/>
          <ac:graphicFrameMkLst>
            <pc:docMk/>
            <pc:sldMk cId="401840768" sldId="275"/>
            <ac:graphicFrameMk id="32" creationId="{30A8635A-E7E5-1E6F-F2BA-A213A75CB5F7}"/>
          </ac:graphicFrameMkLst>
        </pc:graphicFrameChg>
        <pc:picChg chg="del">
          <ac:chgData name="Hjulberg, Andrew S" userId="55255bf8-79f2-42d3-80cc-139b63d0776c" providerId="ADAL" clId="{94625910-3C73-4EBF-A180-80385751170D}" dt="2025-03-28T15:06:39.012" v="4" actId="478"/>
          <ac:picMkLst>
            <pc:docMk/>
            <pc:sldMk cId="401840768" sldId="275"/>
            <ac:picMk id="188" creationId="{4DAD31B7-A61A-FC1E-1C1C-B6AFF45BFC57}"/>
          </ac:picMkLst>
        </pc:picChg>
        <pc:picChg chg="del">
          <ac:chgData name="Hjulberg, Andrew S" userId="55255bf8-79f2-42d3-80cc-139b63d0776c" providerId="ADAL" clId="{94625910-3C73-4EBF-A180-80385751170D}" dt="2025-03-28T15:05:56.348" v="1" actId="478"/>
          <ac:picMkLst>
            <pc:docMk/>
            <pc:sldMk cId="401840768" sldId="275"/>
            <ac:picMk id="189" creationId="{115EB99F-115F-2690-F36D-72C366D09D1C}"/>
          </ac:picMkLst>
        </pc:picChg>
      </pc:sldChg>
      <pc:sldChg chg="modSp add del mod">
        <pc:chgData name="Hjulberg, Andrew S" userId="55255bf8-79f2-42d3-80cc-139b63d0776c" providerId="ADAL" clId="{94625910-3C73-4EBF-A180-80385751170D}" dt="2025-03-28T15:15:12.870" v="53" actId="47"/>
        <pc:sldMkLst>
          <pc:docMk/>
          <pc:sldMk cId="3845435871" sldId="278"/>
        </pc:sldMkLst>
        <pc:spChg chg="mod">
          <ac:chgData name="Hjulberg, Andrew S" userId="55255bf8-79f2-42d3-80cc-139b63d0776c" providerId="ADAL" clId="{94625910-3C73-4EBF-A180-80385751170D}" dt="2025-03-28T15:12:25.165" v="51" actId="20577"/>
          <ac:spMkLst>
            <pc:docMk/>
            <pc:sldMk cId="3845435871" sldId="278"/>
            <ac:spMk id="2" creationId="{742A56FD-AC6D-43BC-D52D-5A2328DB2B70}"/>
          </ac:spMkLst>
        </pc:spChg>
        <pc:spChg chg="mod">
          <ac:chgData name="Hjulberg, Andrew S" userId="55255bf8-79f2-42d3-80cc-139b63d0776c" providerId="ADAL" clId="{94625910-3C73-4EBF-A180-80385751170D}" dt="2025-03-28T15:12:28.954" v="52" actId="20577"/>
          <ac:spMkLst>
            <pc:docMk/>
            <pc:sldMk cId="3845435871" sldId="278"/>
            <ac:spMk id="3" creationId="{0ED42546-4A98-2A16-A147-B18D58A05FE6}"/>
          </ac:spMkLst>
        </pc:spChg>
      </pc:sldChg>
    </pc:docChg>
  </pc:docChgLst>
  <pc:docChgLst>
    <pc:chgData name="Wilkins, Graham C" userId="S::bh5884is@go.minnstate.edu::d858373d-d4a5-4d5a-af0d-fcf67a33b3d5" providerId="AD" clId="Web-{B2A084D6-C805-FA71-517A-56FD32DD3316}"/>
    <pc:docChg chg="modSld">
      <pc:chgData name="Wilkins, Graham C" userId="S::bh5884is@go.minnstate.edu::d858373d-d4a5-4d5a-af0d-fcf67a33b3d5" providerId="AD" clId="Web-{B2A084D6-C805-FA71-517A-56FD32DD3316}" dt="2025-04-25T16:33:14.046" v="2314" actId="20577"/>
      <pc:docMkLst>
        <pc:docMk/>
      </pc:docMkLst>
      <pc:sldChg chg="addSp delSp modSp">
        <pc:chgData name="Wilkins, Graham C" userId="S::bh5884is@go.minnstate.edu::d858373d-d4a5-4d5a-af0d-fcf67a33b3d5" providerId="AD" clId="Web-{B2A084D6-C805-FA71-517A-56FD32DD3316}" dt="2025-04-25T16:33:14.046" v="2314" actId="20577"/>
        <pc:sldMkLst>
          <pc:docMk/>
          <pc:sldMk cId="1656249528" sldId="273"/>
        </pc:sldMkLst>
        <pc:spChg chg="mod">
          <ac:chgData name="Wilkins, Graham C" userId="S::bh5884is@go.minnstate.edu::d858373d-d4a5-4d5a-af0d-fcf67a33b3d5" providerId="AD" clId="Web-{B2A084D6-C805-FA71-517A-56FD32DD3316}" dt="2025-04-25T16:33:14.046" v="2314" actId="20577"/>
          <ac:spMkLst>
            <pc:docMk/>
            <pc:sldMk cId="1656249528" sldId="273"/>
            <ac:spMk id="2" creationId="{7ADE7BEE-0CC5-93A6-E221-8066FAB3E767}"/>
          </ac:spMkLst>
        </pc:spChg>
        <pc:spChg chg="del">
          <ac:chgData name="Wilkins, Graham C" userId="S::bh5884is@go.minnstate.edu::d858373d-d4a5-4d5a-af0d-fcf67a33b3d5" providerId="AD" clId="Web-{B2A084D6-C805-FA71-517A-56FD32DD3316}" dt="2025-04-25T15:27:16.813" v="17"/>
          <ac:spMkLst>
            <pc:docMk/>
            <pc:sldMk cId="1656249528" sldId="273"/>
            <ac:spMk id="7" creationId="{6F03BDD9-CE3A-6749-97AA-6DFBEAEE1CAE}"/>
          </ac:spMkLst>
        </pc:spChg>
        <pc:spChg chg="add del mod">
          <ac:chgData name="Wilkins, Graham C" userId="S::bh5884is@go.minnstate.edu::d858373d-d4a5-4d5a-af0d-fcf67a33b3d5" providerId="AD" clId="Web-{B2A084D6-C805-FA71-517A-56FD32DD3316}" dt="2025-04-25T15:27:30.516" v="19"/>
          <ac:spMkLst>
            <pc:docMk/>
            <pc:sldMk cId="1656249528" sldId="273"/>
            <ac:spMk id="8" creationId="{3C34B71E-E677-ECA3-AEA7-CC010876DCD7}"/>
          </ac:spMkLst>
        </pc:spChg>
        <pc:spChg chg="add del">
          <ac:chgData name="Wilkins, Graham C" userId="S::bh5884is@go.minnstate.edu::d858373d-d4a5-4d5a-af0d-fcf67a33b3d5" providerId="AD" clId="Web-{B2A084D6-C805-FA71-517A-56FD32DD3316}" dt="2025-04-25T15:33:54.424" v="905"/>
          <ac:spMkLst>
            <pc:docMk/>
            <pc:sldMk cId="1656249528" sldId="273"/>
            <ac:spMk id="11" creationId="{FFC49086-D71C-5F23-57B6-158768EDA40C}"/>
          </ac:spMkLst>
        </pc:spChg>
        <pc:spChg chg="add mod">
          <ac:chgData name="Wilkins, Graham C" userId="S::bh5884is@go.minnstate.edu::d858373d-d4a5-4d5a-af0d-fcf67a33b3d5" providerId="AD" clId="Web-{B2A084D6-C805-FA71-517A-56FD32DD3316}" dt="2025-04-25T15:35:09.627" v="1028" actId="20577"/>
          <ac:spMkLst>
            <pc:docMk/>
            <pc:sldMk cId="1656249528" sldId="273"/>
            <ac:spMk id="13" creationId="{4E4312B5-D2E4-4A77-1462-8D28A10F2FD2}"/>
          </ac:spMkLst>
        </pc:spChg>
        <pc:graphicFrameChg chg="add del mod ord modGraphic">
          <ac:chgData name="Wilkins, Graham C" userId="S::bh5884is@go.minnstate.edu::d858373d-d4a5-4d5a-af0d-fcf67a33b3d5" providerId="AD" clId="Web-{B2A084D6-C805-FA71-517A-56FD32DD3316}" dt="2025-04-25T15:27:27.797" v="18"/>
          <ac:graphicFrameMkLst>
            <pc:docMk/>
            <pc:sldMk cId="1656249528" sldId="273"/>
            <ac:graphicFrameMk id="4" creationId="{82E0A06E-C57E-B2A1-9B8B-6AC9AD231CC6}"/>
          </ac:graphicFrameMkLst>
        </pc:graphicFrameChg>
        <pc:graphicFrameChg chg="add mod modGraphic">
          <ac:chgData name="Wilkins, Graham C" userId="S::bh5884is@go.minnstate.edu::d858373d-d4a5-4d5a-af0d-fcf67a33b3d5" providerId="AD" clId="Web-{B2A084D6-C805-FA71-517A-56FD32DD3316}" dt="2025-04-25T15:34:11.674" v="906" actId="1076"/>
          <ac:graphicFrameMkLst>
            <pc:docMk/>
            <pc:sldMk cId="1656249528" sldId="273"/>
            <ac:graphicFrameMk id="10" creationId="{7AE5B471-F427-6845-89D9-E8A6135E270A}"/>
          </ac:graphicFrameMkLst>
        </pc:graphicFrameChg>
      </pc:sldChg>
      <pc:sldChg chg="addSp modSp">
        <pc:chgData name="Wilkins, Graham C" userId="S::bh5884is@go.minnstate.edu::d858373d-d4a5-4d5a-af0d-fcf67a33b3d5" providerId="AD" clId="Web-{B2A084D6-C805-FA71-517A-56FD32DD3316}" dt="2025-04-25T16:20:26.918" v="2094"/>
        <pc:sldMkLst>
          <pc:docMk/>
          <pc:sldMk cId="3580123019" sldId="274"/>
        </pc:sldMkLst>
        <pc:spChg chg="mod">
          <ac:chgData name="Wilkins, Graham C" userId="S::bh5884is@go.minnstate.edu::d858373d-d4a5-4d5a-af0d-fcf67a33b3d5" providerId="AD" clId="Web-{B2A084D6-C805-FA71-517A-56FD32DD3316}" dt="2025-04-25T15:53:13.225" v="1045" actId="20577"/>
          <ac:spMkLst>
            <pc:docMk/>
            <pc:sldMk cId="3580123019" sldId="274"/>
            <ac:spMk id="2" creationId="{0422220A-DEF1-FFEB-FB70-ECAB1A06A7C3}"/>
          </ac:spMkLst>
        </pc:spChg>
        <pc:spChg chg="add mod">
          <ac:chgData name="Wilkins, Graham C" userId="S::bh5884is@go.minnstate.edu::d858373d-d4a5-4d5a-af0d-fcf67a33b3d5" providerId="AD" clId="Web-{B2A084D6-C805-FA71-517A-56FD32DD3316}" dt="2025-04-25T16:18:49.808" v="1927" actId="1076"/>
          <ac:spMkLst>
            <pc:docMk/>
            <pc:sldMk cId="3580123019" sldId="274"/>
            <ac:spMk id="5" creationId="{1B8D06B5-A7E2-7B6A-586E-53242DD968E9}"/>
          </ac:spMkLst>
        </pc:spChg>
        <pc:graphicFrameChg chg="add mod modGraphic">
          <ac:chgData name="Wilkins, Graham C" userId="S::bh5884is@go.minnstate.edu::d858373d-d4a5-4d5a-af0d-fcf67a33b3d5" providerId="AD" clId="Web-{B2A084D6-C805-FA71-517A-56FD32DD3316}" dt="2025-04-25T16:20:26.918" v="2094"/>
          <ac:graphicFrameMkLst>
            <pc:docMk/>
            <pc:sldMk cId="3580123019" sldId="274"/>
            <ac:graphicFrameMk id="7" creationId="{47885C45-7917-2955-CE83-B4211D233893}"/>
          </ac:graphicFrameMkLst>
        </pc:graphicFrameChg>
      </pc:sldChg>
      <pc:sldChg chg="addSp delSp modSp">
        <pc:chgData name="Wilkins, Graham C" userId="S::bh5884is@go.minnstate.edu::d858373d-d4a5-4d5a-af0d-fcf67a33b3d5" providerId="AD" clId="Web-{B2A084D6-C805-FA71-517A-56FD32DD3316}" dt="2025-04-25T16:28:56.451" v="2300"/>
        <pc:sldMkLst>
          <pc:docMk/>
          <pc:sldMk cId="1215494841" sldId="277"/>
        </pc:sldMkLst>
        <pc:spChg chg="add del mod">
          <ac:chgData name="Wilkins, Graham C" userId="S::bh5884is@go.minnstate.edu::d858373d-d4a5-4d5a-af0d-fcf67a33b3d5" providerId="AD" clId="Web-{B2A084D6-C805-FA71-517A-56FD32DD3316}" dt="2025-04-25T16:08:39.384" v="1528"/>
          <ac:spMkLst>
            <pc:docMk/>
            <pc:sldMk cId="1215494841" sldId="277"/>
            <ac:spMk id="3" creationId="{71CE8D58-3AFA-424C-6040-1F25F69ADD8C}"/>
          </ac:spMkLst>
        </pc:spChg>
        <pc:spChg chg="add del mod">
          <ac:chgData name="Wilkins, Graham C" userId="S::bh5884is@go.minnstate.edu::d858373d-d4a5-4d5a-af0d-fcf67a33b3d5" providerId="AD" clId="Web-{B2A084D6-C805-FA71-517A-56FD32DD3316}" dt="2025-04-25T16:28:56.451" v="2300"/>
          <ac:spMkLst>
            <pc:docMk/>
            <pc:sldMk cId="1215494841" sldId="277"/>
            <ac:spMk id="5" creationId="{DC78C0B4-E833-2A0D-181F-766C3B465C6A}"/>
          </ac:spMkLst>
        </pc:spChg>
        <pc:spChg chg="add del">
          <ac:chgData name="Wilkins, Graham C" userId="S::bh5884is@go.minnstate.edu::d858373d-d4a5-4d5a-af0d-fcf67a33b3d5" providerId="AD" clId="Web-{B2A084D6-C805-FA71-517A-56FD32DD3316}" dt="2025-04-25T16:24:43.544" v="2123"/>
          <ac:spMkLst>
            <pc:docMk/>
            <pc:sldMk cId="1215494841" sldId="277"/>
            <ac:spMk id="7" creationId="{C2165829-995D-DEAA-8407-11FF16444867}"/>
          </ac:spMkLst>
        </pc:spChg>
        <pc:spChg chg="mod">
          <ac:chgData name="Wilkins, Graham C" userId="S::bh5884is@go.minnstate.edu::d858373d-d4a5-4d5a-af0d-fcf67a33b3d5" providerId="AD" clId="Web-{B2A084D6-C805-FA71-517A-56FD32DD3316}" dt="2025-04-25T16:10:10.431" v="1581" actId="14100"/>
          <ac:spMkLst>
            <pc:docMk/>
            <pc:sldMk cId="1215494841" sldId="277"/>
            <ac:spMk id="11" creationId="{AE33113E-0E42-9689-D5CD-D00434E8F4D9}"/>
          </ac:spMkLst>
        </pc:spChg>
        <pc:spChg chg="add del">
          <ac:chgData name="Wilkins, Graham C" userId="S::bh5884is@go.minnstate.edu::d858373d-d4a5-4d5a-af0d-fcf67a33b3d5" providerId="AD" clId="Web-{B2A084D6-C805-FA71-517A-56FD32DD3316}" dt="2025-04-25T16:24:48.200" v="2125"/>
          <ac:spMkLst>
            <pc:docMk/>
            <pc:sldMk cId="1215494841" sldId="277"/>
            <ac:spMk id="12" creationId="{E76125CF-98CF-1597-005C-8059E007DEBB}"/>
          </ac:spMkLst>
        </pc:spChg>
        <pc:graphicFrameChg chg="mod modGraphic">
          <ac:chgData name="Wilkins, Graham C" userId="S::bh5884is@go.minnstate.edu::d858373d-d4a5-4d5a-af0d-fcf67a33b3d5" providerId="AD" clId="Web-{B2A084D6-C805-FA71-517A-56FD32DD3316}" dt="2025-04-25T16:25:51.575" v="2267"/>
          <ac:graphicFrameMkLst>
            <pc:docMk/>
            <pc:sldMk cId="1215494841" sldId="277"/>
            <ac:graphicFrameMk id="6" creationId="{9C4513E7-DF16-ADE5-1BBD-5E9C61A28FD5}"/>
          </ac:graphicFrameMkLst>
        </pc:graphicFrameChg>
        <pc:graphicFrameChg chg="mod modGraphic">
          <ac:chgData name="Wilkins, Graham C" userId="S::bh5884is@go.minnstate.edu::d858373d-d4a5-4d5a-af0d-fcf67a33b3d5" providerId="AD" clId="Web-{B2A084D6-C805-FA71-517A-56FD32DD3316}" dt="2025-04-25T16:25:45.044" v="2215"/>
          <ac:graphicFrameMkLst>
            <pc:docMk/>
            <pc:sldMk cId="1215494841" sldId="277"/>
            <ac:graphicFrameMk id="8" creationId="{BB7D922B-7D17-0032-13F7-B59850A7EDE3}"/>
          </ac:graphicFrameMkLst>
        </pc:graphicFrameChg>
        <pc:picChg chg="del mod">
          <ac:chgData name="Wilkins, Graham C" userId="S::bh5884is@go.minnstate.edu::d858373d-d4a5-4d5a-af0d-fcf67a33b3d5" providerId="AD" clId="Web-{B2A084D6-C805-FA71-517A-56FD32DD3316}" dt="2025-04-25T16:07:43.071" v="1522"/>
          <ac:picMkLst>
            <pc:docMk/>
            <pc:sldMk cId="1215494841" sldId="277"/>
            <ac:picMk id="10" creationId="{DF505902-805B-AE77-87D7-915FA808400E}"/>
          </ac:picMkLst>
        </pc:picChg>
      </pc:sldChg>
      <pc:sldChg chg="addSp delSp modSp">
        <pc:chgData name="Wilkins, Graham C" userId="S::bh5884is@go.minnstate.edu::d858373d-d4a5-4d5a-af0d-fcf67a33b3d5" providerId="AD" clId="Web-{B2A084D6-C805-FA71-517A-56FD32DD3316}" dt="2025-04-25T16:31:01.201" v="2306"/>
        <pc:sldMkLst>
          <pc:docMk/>
          <pc:sldMk cId="3554419543" sldId="278"/>
        </pc:sldMkLst>
        <pc:spChg chg="del">
          <ac:chgData name="Wilkins, Graham C" userId="S::bh5884is@go.minnstate.edu::d858373d-d4a5-4d5a-af0d-fcf67a33b3d5" providerId="AD" clId="Web-{B2A084D6-C805-FA71-517A-56FD32DD3316}" dt="2025-04-25T16:02:12.477" v="1341"/>
          <ac:spMkLst>
            <pc:docMk/>
            <pc:sldMk cId="3554419543" sldId="278"/>
            <ac:spMk id="3" creationId="{929BFF79-6C13-FC98-740E-3545FEC8F669}"/>
          </ac:spMkLst>
        </pc:spChg>
        <pc:spChg chg="add del mod">
          <ac:chgData name="Wilkins, Graham C" userId="S::bh5884is@go.minnstate.edu::d858373d-d4a5-4d5a-af0d-fcf67a33b3d5" providerId="AD" clId="Web-{B2A084D6-C805-FA71-517A-56FD32DD3316}" dt="2025-04-25T16:31:01.201" v="2306"/>
          <ac:spMkLst>
            <pc:docMk/>
            <pc:sldMk cId="3554419543" sldId="278"/>
            <ac:spMk id="9" creationId="{6DA20EA5-404B-CE68-984A-C02C240D29C7}"/>
          </ac:spMkLst>
        </pc:spChg>
        <pc:graphicFrameChg chg="add mod modGraphic">
          <ac:chgData name="Wilkins, Graham C" userId="S::bh5884is@go.minnstate.edu::d858373d-d4a5-4d5a-af0d-fcf67a33b3d5" providerId="AD" clId="Web-{B2A084D6-C805-FA71-517A-56FD32DD3316}" dt="2025-04-25T16:30:30.623" v="2302" actId="1076"/>
          <ac:graphicFrameMkLst>
            <pc:docMk/>
            <pc:sldMk cId="3554419543" sldId="278"/>
            <ac:graphicFrameMk id="6" creationId="{28DFFA3C-4052-03A7-DBB3-638D7008C075}"/>
          </ac:graphicFrameMkLst>
        </pc:graphicFrameChg>
        <pc:graphicFrameChg chg="add del mod">
          <ac:chgData name="Wilkins, Graham C" userId="S::bh5884is@go.minnstate.edu::d858373d-d4a5-4d5a-af0d-fcf67a33b3d5" providerId="AD" clId="Web-{B2A084D6-C805-FA71-517A-56FD32DD3316}" dt="2025-04-25T16:02:35.883" v="1355"/>
          <ac:graphicFrameMkLst>
            <pc:docMk/>
            <pc:sldMk cId="3554419543" sldId="278"/>
            <ac:graphicFrameMk id="8" creationId="{35516138-1D5E-28C0-DE22-68FBB7B9F8CF}"/>
          </ac:graphicFrameMkLst>
        </pc:graphicFrameChg>
      </pc:sldChg>
    </pc:docChg>
  </pc:docChgLst>
  <pc:docChgLst>
    <pc:chgData clId="Web-{E8BF3C9E-686E-3C2F-FCA8-36F681141EA4}"/>
    <pc:docChg chg="modSld">
      <pc:chgData name="" userId="" providerId="" clId="Web-{E8BF3C9E-686E-3C2F-FCA8-36F681141EA4}" dt="2025-04-23T15:31:16.950" v="0" actId="20577"/>
      <pc:docMkLst>
        <pc:docMk/>
      </pc:docMkLst>
      <pc:sldChg chg="modSp">
        <pc:chgData name="" userId="" providerId="" clId="Web-{E8BF3C9E-686E-3C2F-FCA8-36F681141EA4}" dt="2025-04-23T15:31:16.950" v="0" actId="20577"/>
        <pc:sldMkLst>
          <pc:docMk/>
          <pc:sldMk cId="109857222" sldId="256"/>
        </pc:sldMkLst>
        <pc:spChg chg="mod">
          <ac:chgData name="" userId="" providerId="" clId="Web-{E8BF3C9E-686E-3C2F-FCA8-36F681141EA4}" dt="2025-04-23T15:31:16.950" v="0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Hjulberg, Andrew S" userId="S::hi6397ef@go.minnstate.edu::55255bf8-79f2-42d3-80cc-139b63d0776c" providerId="AD" clId="Web-{E8BF3C9E-686E-3C2F-FCA8-36F681141EA4}"/>
    <pc:docChg chg="addSld delSld modSld">
      <pc:chgData name="Hjulberg, Andrew S" userId="S::hi6397ef@go.minnstate.edu::55255bf8-79f2-42d3-80cc-139b63d0776c" providerId="AD" clId="Web-{E8BF3C9E-686E-3C2F-FCA8-36F681141EA4}" dt="2025-04-23T16:00:54.365" v="203"/>
      <pc:docMkLst>
        <pc:docMk/>
      </pc:docMkLst>
      <pc:sldChg chg="del">
        <pc:chgData name="Hjulberg, Andrew S" userId="S::hi6397ef@go.minnstate.edu::55255bf8-79f2-42d3-80cc-139b63d0776c" providerId="AD" clId="Web-{E8BF3C9E-686E-3C2F-FCA8-36F681141EA4}" dt="2025-04-23T15:31:31.637" v="0"/>
        <pc:sldMkLst>
          <pc:docMk/>
          <pc:sldMk cId="886379872" sldId="257"/>
        </pc:sldMkLst>
      </pc:sldChg>
      <pc:sldChg chg="del">
        <pc:chgData name="Hjulberg, Andrew S" userId="S::hi6397ef@go.minnstate.edu::55255bf8-79f2-42d3-80cc-139b63d0776c" providerId="AD" clId="Web-{E8BF3C9E-686E-3C2F-FCA8-36F681141EA4}" dt="2025-04-23T15:32:46.997" v="10"/>
        <pc:sldMkLst>
          <pc:docMk/>
          <pc:sldMk cId="1258313468" sldId="269"/>
        </pc:sldMkLst>
      </pc:sldChg>
      <pc:sldChg chg="addSp delSp modSp">
        <pc:chgData name="Hjulberg, Andrew S" userId="S::hi6397ef@go.minnstate.edu::55255bf8-79f2-42d3-80cc-139b63d0776c" providerId="AD" clId="Web-{E8BF3C9E-686E-3C2F-FCA8-36F681141EA4}" dt="2025-04-23T15:56:34.254" v="198" actId="14100"/>
        <pc:sldMkLst>
          <pc:docMk/>
          <pc:sldMk cId="1656249528" sldId="273"/>
        </pc:sldMkLst>
        <pc:spChg chg="mod">
          <ac:chgData name="Hjulberg, Andrew S" userId="S::hi6397ef@go.minnstate.edu::55255bf8-79f2-42d3-80cc-139b63d0776c" providerId="AD" clId="Web-{E8BF3C9E-686E-3C2F-FCA8-36F681141EA4}" dt="2025-04-23T15:31:44.137" v="4" actId="20577"/>
          <ac:spMkLst>
            <pc:docMk/>
            <pc:sldMk cId="1656249528" sldId="273"/>
            <ac:spMk id="2" creationId="{7ADE7BEE-0CC5-93A6-E221-8066FAB3E767}"/>
          </ac:spMkLst>
        </pc:spChg>
        <pc:spChg chg="add mod">
          <ac:chgData name="Hjulberg, Andrew S" userId="S::hi6397ef@go.minnstate.edu::55255bf8-79f2-42d3-80cc-139b63d0776c" providerId="AD" clId="Web-{E8BF3C9E-686E-3C2F-FCA8-36F681141EA4}" dt="2025-04-23T15:56:34.254" v="198" actId="14100"/>
          <ac:spMkLst>
            <pc:docMk/>
            <pc:sldMk cId="1656249528" sldId="273"/>
            <ac:spMk id="7" creationId="{6F03BDD9-CE3A-6749-97AA-6DFBEAEE1CAE}"/>
          </ac:spMkLst>
        </pc:spChg>
        <pc:spChg chg="del">
          <ac:chgData name="Hjulberg, Andrew S" userId="S::hi6397ef@go.minnstate.edu::55255bf8-79f2-42d3-80cc-139b63d0776c" providerId="AD" clId="Web-{E8BF3C9E-686E-3C2F-FCA8-36F681141EA4}" dt="2025-04-23T15:31:52.887" v="6"/>
          <ac:spMkLst>
            <pc:docMk/>
            <pc:sldMk cId="1656249528" sldId="273"/>
            <ac:spMk id="11" creationId="{FFA504A8-8380-1007-4C4B-6E97878B7344}"/>
          </ac:spMkLst>
        </pc:spChg>
        <pc:graphicFrameChg chg="del">
          <ac:chgData name="Hjulberg, Andrew S" userId="S::hi6397ef@go.minnstate.edu::55255bf8-79f2-42d3-80cc-139b63d0776c" providerId="AD" clId="Web-{E8BF3C9E-686E-3C2F-FCA8-36F681141EA4}" dt="2025-04-23T15:31:47.231" v="5"/>
          <ac:graphicFrameMkLst>
            <pc:docMk/>
            <pc:sldMk cId="1656249528" sldId="273"/>
            <ac:graphicFrameMk id="4" creationId="{EB1ADC5A-C0BA-CB5F-53A2-04A660092BCE}"/>
          </ac:graphicFrameMkLst>
        </pc:graphicFrameChg>
      </pc:sldChg>
      <pc:sldChg chg="modSp add del replId">
        <pc:chgData name="Hjulberg, Andrew S" userId="S::hi6397ef@go.minnstate.edu::55255bf8-79f2-42d3-80cc-139b63d0776c" providerId="AD" clId="Web-{E8BF3C9E-686E-3C2F-FCA8-36F681141EA4}" dt="2025-04-23T15:53:43.738" v="170"/>
        <pc:sldMkLst>
          <pc:docMk/>
          <pc:sldMk cId="299159797" sldId="274"/>
        </pc:sldMkLst>
        <pc:spChg chg="mod">
          <ac:chgData name="Hjulberg, Andrew S" userId="S::hi6397ef@go.minnstate.edu::55255bf8-79f2-42d3-80cc-139b63d0776c" providerId="AD" clId="Web-{E8BF3C9E-686E-3C2F-FCA8-36F681141EA4}" dt="2025-04-23T15:33:08.434" v="22" actId="20577"/>
          <ac:spMkLst>
            <pc:docMk/>
            <pc:sldMk cId="299159797" sldId="274"/>
            <ac:spMk id="2" creationId="{6A947D95-70CD-1A73-F625-2C9D59D711B4}"/>
          </ac:spMkLst>
        </pc:spChg>
        <pc:spChg chg="mod">
          <ac:chgData name="Hjulberg, Andrew S" userId="S::hi6397ef@go.minnstate.edu::55255bf8-79f2-42d3-80cc-139b63d0776c" providerId="AD" clId="Web-{E8BF3C9E-686E-3C2F-FCA8-36F681141EA4}" dt="2025-04-23T15:37:39.655" v="164" actId="20577"/>
          <ac:spMkLst>
            <pc:docMk/>
            <pc:sldMk cId="299159797" sldId="274"/>
            <ac:spMk id="7" creationId="{8544FDC7-615C-E3C8-5A7B-135A3442D56D}"/>
          </ac:spMkLst>
        </pc:spChg>
      </pc:sldChg>
      <pc:sldChg chg="delSp modSp add del replId">
        <pc:chgData name="Hjulberg, Andrew S" userId="S::hi6397ef@go.minnstate.edu::55255bf8-79f2-42d3-80cc-139b63d0776c" providerId="AD" clId="Web-{E8BF3C9E-686E-3C2F-FCA8-36F681141EA4}" dt="2025-04-23T16:00:54.365" v="203"/>
        <pc:sldMkLst>
          <pc:docMk/>
          <pc:sldMk cId="965612540" sldId="274"/>
        </pc:sldMkLst>
        <pc:spChg chg="del mod">
          <ac:chgData name="Hjulberg, Andrew S" userId="S::hi6397ef@go.minnstate.edu::55255bf8-79f2-42d3-80cc-139b63d0776c" providerId="AD" clId="Web-{E8BF3C9E-686E-3C2F-FCA8-36F681141EA4}" dt="2025-04-23T16:00:15.521" v="202"/>
          <ac:spMkLst>
            <pc:docMk/>
            <pc:sldMk cId="965612540" sldId="274"/>
            <ac:spMk id="7" creationId="{29E3CFBC-16E1-9105-A5FA-E51A6D1A2930}"/>
          </ac:spMkLst>
        </pc:spChg>
      </pc:sldChg>
      <pc:sldChg chg="del">
        <pc:chgData name="Hjulberg, Andrew S" userId="S::hi6397ef@go.minnstate.edu::55255bf8-79f2-42d3-80cc-139b63d0776c" providerId="AD" clId="Web-{E8BF3C9E-686E-3C2F-FCA8-36F681141EA4}" dt="2025-04-23T15:32:40.809" v="8"/>
        <pc:sldMkLst>
          <pc:docMk/>
          <pc:sldMk cId="401840768" sldId="275"/>
        </pc:sldMkLst>
      </pc:sldChg>
      <pc:sldChg chg="del">
        <pc:chgData name="Hjulberg, Andrew S" userId="S::hi6397ef@go.minnstate.edu::55255bf8-79f2-42d3-80cc-139b63d0776c" providerId="AD" clId="Web-{E8BF3C9E-686E-3C2F-FCA8-36F681141EA4}" dt="2025-04-23T15:32:44.059" v="9"/>
        <pc:sldMkLst>
          <pc:docMk/>
          <pc:sldMk cId="2131881099" sldId="279"/>
        </pc:sldMkLst>
      </pc:sldChg>
      <pc:sldChg chg="del">
        <pc:chgData name="Hjulberg, Andrew S" userId="S::hi6397ef@go.minnstate.edu::55255bf8-79f2-42d3-80cc-139b63d0776c" providerId="AD" clId="Web-{E8BF3C9E-686E-3C2F-FCA8-36F681141EA4}" dt="2025-04-23T15:32:37.731" v="7"/>
        <pc:sldMkLst>
          <pc:docMk/>
          <pc:sldMk cId="1520249469" sldId="280"/>
        </pc:sldMkLst>
      </pc:sldChg>
    </pc:docChg>
  </pc:docChgLst>
  <pc:docChgLst>
    <pc:chgData name="Hjulberg, Andrew S" userId="55255bf8-79f2-42d3-80cc-139b63d0776c" providerId="ADAL" clId="{5EA2D171-AE30-4D2E-B4BB-B798C51FEC36}"/>
    <pc:docChg chg="undo custSel addSld delSld modSld">
      <pc:chgData name="Hjulberg, Andrew S" userId="55255bf8-79f2-42d3-80cc-139b63d0776c" providerId="ADAL" clId="{5EA2D171-AE30-4D2E-B4BB-B798C51FEC36}" dt="2025-04-11T16:26:50.757" v="897" actId="20577"/>
      <pc:docMkLst>
        <pc:docMk/>
      </pc:docMkLst>
      <pc:sldChg chg="modSp">
        <pc:chgData name="Hjulberg, Andrew S" userId="55255bf8-79f2-42d3-80cc-139b63d0776c" providerId="ADAL" clId="{5EA2D171-AE30-4D2E-B4BB-B798C51FEC36}" dt="2025-04-11T15:58:56.827" v="48"/>
        <pc:sldMkLst>
          <pc:docMk/>
          <pc:sldMk cId="886379872" sldId="257"/>
        </pc:sldMkLst>
        <pc:graphicFrameChg chg="mod">
          <ac:chgData name="Hjulberg, Andrew S" userId="55255bf8-79f2-42d3-80cc-139b63d0776c" providerId="ADAL" clId="{5EA2D171-AE30-4D2E-B4BB-B798C51FEC36}" dt="2025-04-11T15:58:56.827" v="48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Hjulberg, Andrew S" userId="55255bf8-79f2-42d3-80cc-139b63d0776c" providerId="ADAL" clId="{5EA2D171-AE30-4D2E-B4BB-B798C51FEC36}" dt="2025-04-11T16:23:37.686" v="872"/>
        <pc:sldMkLst>
          <pc:docMk/>
          <pc:sldMk cId="1258313468" sldId="269"/>
        </pc:sldMkLst>
        <pc:graphicFrameChg chg="mod">
          <ac:chgData name="Hjulberg, Andrew S" userId="55255bf8-79f2-42d3-80cc-139b63d0776c" providerId="ADAL" clId="{5EA2D171-AE30-4D2E-B4BB-B798C51FEC36}" dt="2025-04-11T16:23:37.686" v="872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addSp delSp modSp mod">
        <pc:chgData name="Hjulberg, Andrew S" userId="55255bf8-79f2-42d3-80cc-139b63d0776c" providerId="ADAL" clId="{5EA2D171-AE30-4D2E-B4BB-B798C51FEC36}" dt="2025-04-11T16:26:50.757" v="897" actId="20577"/>
        <pc:sldMkLst>
          <pc:docMk/>
          <pc:sldMk cId="1656249528" sldId="273"/>
        </pc:sldMkLst>
        <pc:spChg chg="mod">
          <ac:chgData name="Hjulberg, Andrew S" userId="55255bf8-79f2-42d3-80cc-139b63d0776c" providerId="ADAL" clId="{5EA2D171-AE30-4D2E-B4BB-B798C51FEC36}" dt="2025-04-11T16:26:50.757" v="897" actId="20577"/>
          <ac:spMkLst>
            <pc:docMk/>
            <pc:sldMk cId="1656249528" sldId="273"/>
            <ac:spMk id="11" creationId="{FFA504A8-8380-1007-4C4B-6E97878B7344}"/>
          </ac:spMkLst>
        </pc:spChg>
        <pc:graphicFrameChg chg="add mod modGraphic">
          <ac:chgData name="Hjulberg, Andrew S" userId="55255bf8-79f2-42d3-80cc-139b63d0776c" providerId="ADAL" clId="{5EA2D171-AE30-4D2E-B4BB-B798C51FEC36}" dt="2025-04-11T16:22:21.077" v="871" actId="1036"/>
          <ac:graphicFrameMkLst>
            <pc:docMk/>
            <pc:sldMk cId="1656249528" sldId="273"/>
            <ac:graphicFrameMk id="4" creationId="{EB1ADC5A-C0BA-CB5F-53A2-04A660092BCE}"/>
          </ac:graphicFrameMkLst>
        </pc:graphicFrameChg>
        <pc:graphicFrameChg chg="del modGraphic">
          <ac:chgData name="Hjulberg, Andrew S" userId="55255bf8-79f2-42d3-80cc-139b63d0776c" providerId="ADAL" clId="{5EA2D171-AE30-4D2E-B4BB-B798C51FEC36}" dt="2025-04-11T16:09:22.726" v="408" actId="21"/>
          <ac:graphicFrameMkLst>
            <pc:docMk/>
            <pc:sldMk cId="1656249528" sldId="273"/>
            <ac:graphicFrameMk id="5" creationId="{EDD9A119-3DD9-0300-6BBF-93FBEC116511}"/>
          </ac:graphicFrameMkLst>
        </pc:graphicFrameChg>
        <pc:graphicFrameChg chg="del">
          <ac:chgData name="Hjulberg, Andrew S" userId="55255bf8-79f2-42d3-80cc-139b63d0776c" providerId="ADAL" clId="{5EA2D171-AE30-4D2E-B4BB-B798C51FEC36}" dt="2025-04-11T16:06:17.167" v="405" actId="21"/>
          <ac:graphicFrameMkLst>
            <pc:docMk/>
            <pc:sldMk cId="1656249528" sldId="273"/>
            <ac:graphicFrameMk id="7" creationId="{14BD47D5-B20B-DB48-C6CB-CE6027817652}"/>
          </ac:graphicFrameMkLst>
        </pc:graphicFrameChg>
        <pc:graphicFrameChg chg="del">
          <ac:chgData name="Hjulberg, Andrew S" userId="55255bf8-79f2-42d3-80cc-139b63d0776c" providerId="ADAL" clId="{5EA2D171-AE30-4D2E-B4BB-B798C51FEC36}" dt="2025-04-11T16:06:23.651" v="406" actId="21"/>
          <ac:graphicFrameMkLst>
            <pc:docMk/>
            <pc:sldMk cId="1656249528" sldId="273"/>
            <ac:graphicFrameMk id="8" creationId="{48A7AAB1-EBD5-E686-3497-D8ACE2787863}"/>
          </ac:graphicFrameMkLst>
        </pc:graphicFrameChg>
      </pc:sldChg>
      <pc:sldChg chg="delSp mod">
        <pc:chgData name="Hjulberg, Andrew S" userId="55255bf8-79f2-42d3-80cc-139b63d0776c" providerId="ADAL" clId="{5EA2D171-AE30-4D2E-B4BB-B798C51FEC36}" dt="2025-04-11T16:04:21.388" v="404" actId="21"/>
        <pc:sldMkLst>
          <pc:docMk/>
          <pc:sldMk cId="2540521633" sldId="277"/>
        </pc:sldMkLst>
        <pc:graphicFrameChg chg="del">
          <ac:chgData name="Hjulberg, Andrew S" userId="55255bf8-79f2-42d3-80cc-139b63d0776c" providerId="ADAL" clId="{5EA2D171-AE30-4D2E-B4BB-B798C51FEC36}" dt="2025-04-11T16:04:17.481" v="403" actId="21"/>
          <ac:graphicFrameMkLst>
            <pc:docMk/>
            <pc:sldMk cId="2540521633" sldId="277"/>
            <ac:graphicFrameMk id="5" creationId="{16CBDFA9-66AB-1AE9-3361-56160F5DE90F}"/>
          </ac:graphicFrameMkLst>
        </pc:graphicFrameChg>
        <pc:graphicFrameChg chg="del">
          <ac:chgData name="Hjulberg, Andrew S" userId="55255bf8-79f2-42d3-80cc-139b63d0776c" providerId="ADAL" clId="{5EA2D171-AE30-4D2E-B4BB-B798C51FEC36}" dt="2025-04-11T16:04:21.388" v="404" actId="21"/>
          <ac:graphicFrameMkLst>
            <pc:docMk/>
            <pc:sldMk cId="2540521633" sldId="277"/>
            <ac:graphicFrameMk id="6" creationId="{943EB639-7647-6DAC-492F-F356E724BDD6}"/>
          </ac:graphicFrameMkLst>
        </pc:graphicFrameChg>
      </pc:sldChg>
      <pc:sldChg chg="del">
        <pc:chgData name="Hjulberg, Andrew S" userId="55255bf8-79f2-42d3-80cc-139b63d0776c" providerId="ADAL" clId="{5EA2D171-AE30-4D2E-B4BB-B798C51FEC36}" dt="2025-04-11T16:22:12.013" v="863" actId="2696"/>
        <pc:sldMkLst>
          <pc:docMk/>
          <pc:sldMk cId="3527744105" sldId="278"/>
        </pc:sldMkLst>
      </pc:sldChg>
      <pc:sldChg chg="addSp delSp modSp add mod">
        <pc:chgData name="Hjulberg, Andrew S" userId="55255bf8-79f2-42d3-80cc-139b63d0776c" providerId="ADAL" clId="{5EA2D171-AE30-4D2E-B4BB-B798C51FEC36}" dt="2025-04-11T16:02:47.297" v="402" actId="20577"/>
        <pc:sldMkLst>
          <pc:docMk/>
          <pc:sldMk cId="2131881099" sldId="279"/>
        </pc:sldMkLst>
        <pc:spChg chg="mod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2" creationId="{B82EE193-4C0D-11CE-971B-1C00C818B096}"/>
          </ac:spMkLst>
        </pc:spChg>
        <pc:spChg chg="del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37" creationId="{AB28F694-1868-9EA1-D5A3-30E5803DA3F5}"/>
          </ac:spMkLst>
        </pc:spChg>
        <pc:spChg chg="del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39" creationId="{A3ACF637-42C2-EF65-9882-F2CE0752ADB8}"/>
          </ac:spMkLst>
        </pc:spChg>
        <pc:spChg chg="del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41" creationId="{9C6EDA17-8C95-004A-3B88-7616EC5F2D8E}"/>
          </ac:spMkLst>
        </pc:spChg>
        <pc:spChg chg="del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43" creationId="{00469AE9-2236-A17D-3793-FEF63DE38AAA}"/>
          </ac:spMkLst>
        </pc:spChg>
        <pc:spChg chg="add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48" creationId="{47AEA421-5F29-4BA7-9360-2501B5987921}"/>
          </ac:spMkLst>
        </pc:spChg>
        <pc:spChg chg="add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50" creationId="{9348F0CB-4904-4DEF-BDD4-ADEC2DCCCBD7}"/>
          </ac:spMkLst>
        </pc:spChg>
        <pc:spChg chg="add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52" creationId="{1583E1B8-79B3-49BB-8704-58E4AB1AF213}"/>
          </ac:spMkLst>
        </pc:spChg>
        <pc:spChg chg="add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54" creationId="{7BB34D5F-2B87-438E-8236-69C6068D47A4}"/>
          </ac:spMkLst>
        </pc:spChg>
        <pc:graphicFrameChg chg="mod modGraphic">
          <ac:chgData name="Hjulberg, Andrew S" userId="55255bf8-79f2-42d3-80cc-139b63d0776c" providerId="ADAL" clId="{5EA2D171-AE30-4D2E-B4BB-B798C51FEC36}" dt="2025-04-11T16:02:47.297" v="402" actId="20577"/>
          <ac:graphicFrameMkLst>
            <pc:docMk/>
            <pc:sldMk cId="2131881099" sldId="279"/>
            <ac:graphicFrameMk id="32" creationId="{6548E9C0-8F7F-C19F-9BE0-B646CD445AD0}"/>
          </ac:graphicFrameMkLst>
        </pc:graphicFrameChg>
      </pc:sldChg>
      <pc:sldChg chg="modSp mod">
        <pc:chgData name="Hjulberg, Andrew S" userId="55255bf8-79f2-42d3-80cc-139b63d0776c" providerId="ADAL" clId="{5EA2D171-AE30-4D2E-B4BB-B798C51FEC36}" dt="2025-04-11T16:19:09.971" v="763"/>
        <pc:sldMkLst>
          <pc:docMk/>
          <pc:sldMk cId="1520249469" sldId="280"/>
        </pc:sldMkLst>
        <pc:graphicFrameChg chg="mod modGraphic">
          <ac:chgData name="Hjulberg, Andrew S" userId="55255bf8-79f2-42d3-80cc-139b63d0776c" providerId="ADAL" clId="{5EA2D171-AE30-4D2E-B4BB-B798C51FEC36}" dt="2025-04-11T16:19:09.971" v="763"/>
          <ac:graphicFrameMkLst>
            <pc:docMk/>
            <pc:sldMk cId="1520249469" sldId="280"/>
            <ac:graphicFrameMk id="5" creationId="{7DE467A1-480A-FDED-EE63-634DF0E151AC}"/>
          </ac:graphicFrameMkLst>
        </pc:graphicFrameChg>
      </pc:sldChg>
    </pc:docChg>
  </pc:docChgLst>
  <pc:docChgLst>
    <pc:chgData name="Wilkins, Graham C" userId="S::bh5884is@go.minnstate.edu::d858373d-d4a5-4d5a-af0d-fcf67a33b3d5" providerId="AD" clId="Web-{5E07993F-3858-6469-259A-C7CBA52D1D2D}"/>
    <pc:docChg chg="modSld">
      <pc:chgData name="Wilkins, Graham C" userId="S::bh5884is@go.minnstate.edu::d858373d-d4a5-4d5a-af0d-fcf67a33b3d5" providerId="AD" clId="Web-{5E07993F-3858-6469-259A-C7CBA52D1D2D}" dt="2025-04-04T16:32:00.128" v="305"/>
      <pc:docMkLst>
        <pc:docMk/>
      </pc:docMkLst>
      <pc:sldChg chg="modSp">
        <pc:chgData name="Wilkins, Graham C" userId="S::bh5884is@go.minnstate.edu::d858373d-d4a5-4d5a-af0d-fcf67a33b3d5" providerId="AD" clId="Web-{5E07993F-3858-6469-259A-C7CBA52D1D2D}" dt="2025-04-04T15:46:31.822" v="3" actId="20577"/>
        <pc:sldMkLst>
          <pc:docMk/>
          <pc:sldMk cId="109857222" sldId="256"/>
        </pc:sldMkLst>
        <pc:spChg chg="mod">
          <ac:chgData name="Wilkins, Graham C" userId="S::bh5884is@go.minnstate.edu::d858373d-d4a5-4d5a-af0d-fcf67a33b3d5" providerId="AD" clId="Web-{5E07993F-3858-6469-259A-C7CBA52D1D2D}" dt="2025-04-04T15:46:31.822" v="3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modSp">
        <pc:chgData name="Wilkins, Graham C" userId="S::bh5884is@go.minnstate.edu::d858373d-d4a5-4d5a-af0d-fcf67a33b3d5" providerId="AD" clId="Web-{5E07993F-3858-6469-259A-C7CBA52D1D2D}" dt="2025-04-04T16:18:08.953" v="108"/>
        <pc:sldMkLst>
          <pc:docMk/>
          <pc:sldMk cId="2540521633" sldId="277"/>
        </pc:sldMkLst>
        <pc:spChg chg="mod">
          <ac:chgData name="Wilkins, Graham C" userId="S::bh5884is@go.minnstate.edu::d858373d-d4a5-4d5a-af0d-fcf67a33b3d5" providerId="AD" clId="Web-{5E07993F-3858-6469-259A-C7CBA52D1D2D}" dt="2025-04-04T16:01:54.403" v="98" actId="20577"/>
          <ac:spMkLst>
            <pc:docMk/>
            <pc:sldMk cId="2540521633" sldId="277"/>
            <ac:spMk id="2" creationId="{84AF7AB2-53C1-7E36-F779-5C0AAEE69C2C}"/>
          </ac:spMkLst>
        </pc:spChg>
        <pc:graphicFrameChg chg="mod modGraphic">
          <ac:chgData name="Wilkins, Graham C" userId="S::bh5884is@go.minnstate.edu::d858373d-d4a5-4d5a-af0d-fcf67a33b3d5" providerId="AD" clId="Web-{5E07993F-3858-6469-259A-C7CBA52D1D2D}" dt="2025-04-04T16:18:08.953" v="108"/>
          <ac:graphicFrameMkLst>
            <pc:docMk/>
            <pc:sldMk cId="2540521633" sldId="277"/>
            <ac:graphicFrameMk id="5" creationId="{16CBDFA9-66AB-1AE9-3361-56160F5DE90F}"/>
          </ac:graphicFrameMkLst>
        </pc:graphicFrameChg>
        <pc:graphicFrameChg chg="add mod">
          <ac:chgData name="Wilkins, Graham C" userId="S::bh5884is@go.minnstate.edu::d858373d-d4a5-4d5a-af0d-fcf67a33b3d5" providerId="AD" clId="Web-{5E07993F-3858-6469-259A-C7CBA52D1D2D}" dt="2025-04-04T15:48:29.509" v="39" actId="1076"/>
          <ac:graphicFrameMkLst>
            <pc:docMk/>
            <pc:sldMk cId="2540521633" sldId="277"/>
            <ac:graphicFrameMk id="6" creationId="{943EB639-7647-6DAC-492F-F356E724BDD6}"/>
          </ac:graphicFrameMkLst>
        </pc:graphicFrameChg>
      </pc:sldChg>
      <pc:sldChg chg="addSp delSp modSp">
        <pc:chgData name="Wilkins, Graham C" userId="S::bh5884is@go.minnstate.edu::d858373d-d4a5-4d5a-af0d-fcf67a33b3d5" providerId="AD" clId="Web-{5E07993F-3858-6469-259A-C7CBA52D1D2D}" dt="2025-04-04T16:32:00.128" v="305"/>
        <pc:sldMkLst>
          <pc:docMk/>
          <pc:sldMk cId="3527744105" sldId="278"/>
        </pc:sldMkLst>
        <pc:spChg chg="del">
          <ac:chgData name="Wilkins, Graham C" userId="S::bh5884is@go.minnstate.edu::d858373d-d4a5-4d5a-af0d-fcf67a33b3d5" providerId="AD" clId="Web-{5E07993F-3858-6469-259A-C7CBA52D1D2D}" dt="2025-04-04T16:28:53.018" v="219"/>
          <ac:spMkLst>
            <pc:docMk/>
            <pc:sldMk cId="3527744105" sldId="278"/>
            <ac:spMk id="6" creationId="{0BCDEF71-B9B1-67A2-90AB-C0A2C812AA7E}"/>
          </ac:spMkLst>
        </pc:spChg>
        <pc:graphicFrameChg chg="add del mod modGraphic">
          <ac:chgData name="Wilkins, Graham C" userId="S::bh5884is@go.minnstate.edu::d858373d-d4a5-4d5a-af0d-fcf67a33b3d5" providerId="AD" clId="Web-{5E07993F-3858-6469-259A-C7CBA52D1D2D}" dt="2025-04-04T16:32:00.128" v="305"/>
          <ac:graphicFrameMkLst>
            <pc:docMk/>
            <pc:sldMk cId="3527744105" sldId="278"/>
            <ac:graphicFrameMk id="7" creationId="{8870527C-F4AC-F23D-09EC-920F85FB9532}"/>
          </ac:graphicFrameMkLst>
        </pc:graphicFrameChg>
      </pc:sldChg>
    </pc:docChg>
  </pc:docChgLst>
  <pc:docChgLst>
    <pc:chgData name="Lakku, Sai Keertana R" userId="S::kb7924tj@go.minnstate.edu::aa713373-d62e-42be-a5fb-296135668942" providerId="AD" clId="Web-{6B371C3F-CE76-8439-2E4D-F8806D8D6F7F}"/>
    <pc:docChg chg="addSld modSld">
      <pc:chgData name="Lakku, Sai Keertana R" userId="S::kb7924tj@go.minnstate.edu::aa713373-d62e-42be-a5fb-296135668942" providerId="AD" clId="Web-{6B371C3F-CE76-8439-2E4D-F8806D8D6F7F}" dt="2025-04-23T16:02:45.652" v="7" actId="1076"/>
      <pc:docMkLst>
        <pc:docMk/>
      </pc:docMkLst>
      <pc:sldChg chg="addSp delSp modSp new">
        <pc:chgData name="Lakku, Sai Keertana R" userId="S::kb7924tj@go.minnstate.edu::aa713373-d62e-42be-a5fb-296135668942" providerId="AD" clId="Web-{6B371C3F-CE76-8439-2E4D-F8806D8D6F7F}" dt="2025-04-23T16:02:45.652" v="7" actId="1076"/>
        <pc:sldMkLst>
          <pc:docMk/>
          <pc:sldMk cId="3580123019" sldId="274"/>
        </pc:sldMkLst>
        <pc:spChg chg="mod">
          <ac:chgData name="Lakku, Sai Keertana R" userId="S::kb7924tj@go.minnstate.edu::aa713373-d62e-42be-a5fb-296135668942" providerId="AD" clId="Web-{6B371C3F-CE76-8439-2E4D-F8806D8D6F7F}" dt="2025-04-23T16:02:16.246" v="2" actId="20577"/>
          <ac:spMkLst>
            <pc:docMk/>
            <pc:sldMk cId="3580123019" sldId="274"/>
            <ac:spMk id="2" creationId="{0422220A-DEF1-FFEB-FB70-ECAB1A06A7C3}"/>
          </ac:spMkLst>
        </pc:spChg>
        <pc:spChg chg="del mod">
          <ac:chgData name="Lakku, Sai Keertana R" userId="S::kb7924tj@go.minnstate.edu::aa713373-d62e-42be-a5fb-296135668942" providerId="AD" clId="Web-{6B371C3F-CE76-8439-2E4D-F8806D8D6F7F}" dt="2025-04-23T16:02:19.496" v="4"/>
          <ac:spMkLst>
            <pc:docMk/>
            <pc:sldMk cId="3580123019" sldId="274"/>
            <ac:spMk id="3" creationId="{56BBBDD0-A41A-1EF2-F3B2-689E01164B08}"/>
          </ac:spMkLst>
        </pc:spChg>
        <pc:picChg chg="add mod">
          <ac:chgData name="Lakku, Sai Keertana R" userId="S::kb7924tj@go.minnstate.edu::aa713373-d62e-42be-a5fb-296135668942" providerId="AD" clId="Web-{6B371C3F-CE76-8439-2E4D-F8806D8D6F7F}" dt="2025-04-23T16:02:45.652" v="7" actId="1076"/>
          <ac:picMkLst>
            <pc:docMk/>
            <pc:sldMk cId="3580123019" sldId="274"/>
            <ac:picMk id="5" creationId="{3521E582-5247-8BB5-406B-6BA196D06F12}"/>
          </ac:picMkLst>
        </pc:picChg>
      </pc:sldChg>
    </pc:docChg>
  </pc:docChgLst>
  <pc:docChgLst>
    <pc:chgData name="Lakku, Sai Keertana R" userId="S::kb7924tj@go.minnstate.edu::aa713373-d62e-42be-a5fb-296135668942" providerId="AD" clId="Web-{5FCFB7A8-3333-63D4-C315-C35F022BF4F3}"/>
    <pc:docChg chg="addSld modSld">
      <pc:chgData name="Lakku, Sai Keertana R" userId="S::kb7924tj@go.minnstate.edu::aa713373-d62e-42be-a5fb-296135668942" providerId="AD" clId="Web-{5FCFB7A8-3333-63D4-C315-C35F022BF4F3}" dt="2025-04-23T16:10:49.966" v="11"/>
      <pc:docMkLst>
        <pc:docMk/>
      </pc:docMkLst>
      <pc:sldChg chg="addSp delSp modSp">
        <pc:chgData name="Lakku, Sai Keertana R" userId="S::kb7924tj@go.minnstate.edu::aa713373-d62e-42be-a5fb-296135668942" providerId="AD" clId="Web-{5FCFB7A8-3333-63D4-C315-C35F022BF4F3}" dt="2025-04-23T16:07:14.873" v="3" actId="1076"/>
        <pc:sldMkLst>
          <pc:docMk/>
          <pc:sldMk cId="3580123019" sldId="274"/>
        </pc:sldMkLst>
        <pc:picChg chg="add mod">
          <ac:chgData name="Lakku, Sai Keertana R" userId="S::kb7924tj@go.minnstate.edu::aa713373-d62e-42be-a5fb-296135668942" providerId="AD" clId="Web-{5FCFB7A8-3333-63D4-C315-C35F022BF4F3}" dt="2025-04-23T16:07:14.873" v="3" actId="1076"/>
          <ac:picMkLst>
            <pc:docMk/>
            <pc:sldMk cId="3580123019" sldId="274"/>
            <ac:picMk id="3" creationId="{7F36EC50-0CF4-C89B-B842-7E334FE734D5}"/>
          </ac:picMkLst>
        </pc:picChg>
        <pc:picChg chg="del">
          <ac:chgData name="Lakku, Sai Keertana R" userId="S::kb7924tj@go.minnstate.edu::aa713373-d62e-42be-a5fb-296135668942" providerId="AD" clId="Web-{5FCFB7A8-3333-63D4-C315-C35F022BF4F3}" dt="2025-04-23T16:06:50.810" v="0"/>
          <ac:picMkLst>
            <pc:docMk/>
            <pc:sldMk cId="3580123019" sldId="274"/>
            <ac:picMk id="5" creationId="{3521E582-5247-8BB5-406B-6BA196D06F12}"/>
          </ac:picMkLst>
        </pc:picChg>
      </pc:sldChg>
      <pc:sldChg chg="addSp delSp modSp new">
        <pc:chgData name="Lakku, Sai Keertana R" userId="S::kb7924tj@go.minnstate.edu::aa713373-d62e-42be-a5fb-296135668942" providerId="AD" clId="Web-{5FCFB7A8-3333-63D4-C315-C35F022BF4F3}" dt="2025-04-23T16:10:49.966" v="11"/>
        <pc:sldMkLst>
          <pc:docMk/>
          <pc:sldMk cId="634413027" sldId="275"/>
        </pc:sldMkLst>
        <pc:spChg chg="del mod">
          <ac:chgData name="Lakku, Sai Keertana R" userId="S::kb7924tj@go.minnstate.edu::aa713373-d62e-42be-a5fb-296135668942" providerId="AD" clId="Web-{5FCFB7A8-3333-63D4-C315-C35F022BF4F3}" dt="2025-04-23T16:10:49.966" v="11"/>
          <ac:spMkLst>
            <pc:docMk/>
            <pc:sldMk cId="634413027" sldId="275"/>
            <ac:spMk id="2" creationId="{F48A15CE-0660-DB16-9B63-7A7963352CA0}"/>
          </ac:spMkLst>
        </pc:spChg>
        <pc:spChg chg="del">
          <ac:chgData name="Lakku, Sai Keertana R" userId="S::kb7924tj@go.minnstate.edu::aa713373-d62e-42be-a5fb-296135668942" providerId="AD" clId="Web-{5FCFB7A8-3333-63D4-C315-C35F022BF4F3}" dt="2025-04-23T16:10:31.279" v="5"/>
          <ac:spMkLst>
            <pc:docMk/>
            <pc:sldMk cId="634413027" sldId="275"/>
            <ac:spMk id="3" creationId="{363625FC-2F05-9298-B7E8-5C9865912AC4}"/>
          </ac:spMkLst>
        </pc:spChg>
        <pc:picChg chg="add mod ord">
          <ac:chgData name="Lakku, Sai Keertana R" userId="S::kb7924tj@go.minnstate.edu::aa713373-d62e-42be-a5fb-296135668942" providerId="AD" clId="Web-{5FCFB7A8-3333-63D4-C315-C35F022BF4F3}" dt="2025-04-23T16:10:41.248" v="9" actId="1076"/>
          <ac:picMkLst>
            <pc:docMk/>
            <pc:sldMk cId="634413027" sldId="275"/>
            <ac:picMk id="5" creationId="{7D3219F7-A379-762F-AE86-8EBAD8D5AC42}"/>
          </ac:picMkLst>
        </pc:picChg>
      </pc:sldChg>
    </pc:docChg>
  </pc:docChgLst>
  <pc:docChgLst>
    <pc:chgData name="Wilkins, Graham C" userId="S::bh5884is@go.minnstate.edu::d858373d-d4a5-4d5a-af0d-fcf67a33b3d5" providerId="AD" clId="Web-{0E524FDB-1631-32BE-231A-71246D941B2B}"/>
    <pc:docChg chg="addSld modSld">
      <pc:chgData name="Wilkins, Graham C" userId="S::bh5884is@go.minnstate.edu::d858373d-d4a5-4d5a-af0d-fcf67a33b3d5" providerId="AD" clId="Web-{0E524FDB-1631-32BE-231A-71246D941B2B}" dt="2025-03-28T16:04:10.804" v="667" actId="20577"/>
      <pc:docMkLst>
        <pc:docMk/>
      </pc:docMkLst>
      <pc:sldChg chg="addSp delSp modSp">
        <pc:chgData name="Wilkins, Graham C" userId="S::bh5884is@go.minnstate.edu::d858373d-d4a5-4d5a-af0d-fcf67a33b3d5" providerId="AD" clId="Web-{0E524FDB-1631-32BE-231A-71246D941B2B}" dt="2025-03-28T15:18:07.513" v="660" actId="20577"/>
        <pc:sldMkLst>
          <pc:docMk/>
          <pc:sldMk cId="1656249528" sldId="273"/>
        </pc:sldMkLst>
        <pc:spChg chg="mod">
          <ac:chgData name="Wilkins, Graham C" userId="S::bh5884is@go.minnstate.edu::d858373d-d4a5-4d5a-af0d-fcf67a33b3d5" providerId="AD" clId="Web-{0E524FDB-1631-32BE-231A-71246D941B2B}" dt="2025-03-28T15:15:59.923" v="573" actId="20577"/>
          <ac:spMkLst>
            <pc:docMk/>
            <pc:sldMk cId="1656249528" sldId="273"/>
            <ac:spMk id="2" creationId="{7ADE7BEE-0CC5-93A6-E221-8066FAB3E767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5:14:56.577" v="524"/>
          <ac:spMkLst>
            <pc:docMk/>
            <pc:sldMk cId="1656249528" sldId="273"/>
            <ac:spMk id="6" creationId="{C4A66DC6-B15D-F636-3521-C5D6A8D79904}"/>
          </ac:spMkLst>
        </pc:spChg>
        <pc:spChg chg="add del">
          <ac:chgData name="Wilkins, Graham C" userId="S::bh5884is@go.minnstate.edu::d858373d-d4a5-4d5a-af0d-fcf67a33b3d5" providerId="AD" clId="Web-{0E524FDB-1631-32BE-231A-71246D941B2B}" dt="2025-03-28T15:15:11.874" v="526"/>
          <ac:spMkLst>
            <pc:docMk/>
            <pc:sldMk cId="1656249528" sldId="273"/>
            <ac:spMk id="7" creationId="{973AC01A-E060-C2E6-B90A-82CE9209933A}"/>
          </ac:spMkLst>
        </pc:spChg>
        <pc:spChg chg="add del">
          <ac:chgData name="Wilkins, Graham C" userId="S::bh5884is@go.minnstate.edu::d858373d-d4a5-4d5a-af0d-fcf67a33b3d5" providerId="AD" clId="Web-{0E524FDB-1631-32BE-231A-71246D941B2B}" dt="2025-03-28T15:15:18.640" v="528"/>
          <ac:spMkLst>
            <pc:docMk/>
            <pc:sldMk cId="1656249528" sldId="273"/>
            <ac:spMk id="8" creationId="{55195721-C89A-E70A-9A2B-C439EFC12D9B}"/>
          </ac:spMkLst>
        </pc:spChg>
        <pc:spChg chg="del">
          <ac:chgData name="Wilkins, Graham C" userId="S::bh5884is@go.minnstate.edu::d858373d-d4a5-4d5a-af0d-fcf67a33b3d5" providerId="AD" clId="Web-{0E524FDB-1631-32BE-231A-71246D941B2B}" dt="2025-03-28T15:14:38.701" v="521"/>
          <ac:spMkLst>
            <pc:docMk/>
            <pc:sldMk cId="1656249528" sldId="273"/>
            <ac:spMk id="10" creationId="{D0080BD7-D8BB-B9E7-39AA-F7C33D7AEDBC}"/>
          </ac:spMkLst>
        </pc:spChg>
        <pc:spChg chg="add mod">
          <ac:chgData name="Wilkins, Graham C" userId="S::bh5884is@go.minnstate.edu::d858373d-d4a5-4d5a-af0d-fcf67a33b3d5" providerId="AD" clId="Web-{0E524FDB-1631-32BE-231A-71246D941B2B}" dt="2025-03-28T15:18:07.513" v="660" actId="20577"/>
          <ac:spMkLst>
            <pc:docMk/>
            <pc:sldMk cId="1656249528" sldId="273"/>
            <ac:spMk id="11" creationId="{FFA504A8-8380-1007-4C4B-6E97878B7344}"/>
          </ac:spMkLst>
        </pc:spChg>
        <pc:spChg chg="add del">
          <ac:chgData name="Wilkins, Graham C" userId="S::bh5884is@go.minnstate.edu::d858373d-d4a5-4d5a-af0d-fcf67a33b3d5" providerId="AD" clId="Web-{0E524FDB-1631-32BE-231A-71246D941B2B}" dt="2025-03-28T15:15:31.719" v="531"/>
          <ac:spMkLst>
            <pc:docMk/>
            <pc:sldMk cId="1656249528" sldId="273"/>
            <ac:spMk id="13" creationId="{A864CFA4-5F27-C7EB-84E9-1F4F70C44FB0}"/>
          </ac:spMkLst>
        </pc:spChg>
        <pc:graphicFrameChg chg="add del mod modGraphic">
          <ac:chgData name="Wilkins, Graham C" userId="S::bh5884is@go.minnstate.edu::d858373d-d4a5-4d5a-af0d-fcf67a33b3d5" providerId="AD" clId="Web-{0E524FDB-1631-32BE-231A-71246D941B2B}" dt="2025-03-28T15:14:36.748" v="520"/>
          <ac:graphicFrameMkLst>
            <pc:docMk/>
            <pc:sldMk cId="1656249528" sldId="273"/>
            <ac:graphicFrameMk id="5" creationId="{AB044439-8608-7924-B83B-ECBD38F2645E}"/>
          </ac:graphicFrameMkLst>
        </pc:graphicFrameChg>
        <pc:picChg chg="mod">
          <ac:chgData name="Wilkins, Graham C" userId="S::bh5884is@go.minnstate.edu::d858373d-d4a5-4d5a-af0d-fcf67a33b3d5" providerId="AD" clId="Web-{0E524FDB-1631-32BE-231A-71246D941B2B}" dt="2025-03-28T15:14:48.217" v="523" actId="1076"/>
          <ac:picMkLst>
            <pc:docMk/>
            <pc:sldMk cId="1656249528" sldId="273"/>
            <ac:picMk id="4" creationId="{9D97BADF-57F1-970E-0764-ACAA77644D31}"/>
          </ac:picMkLst>
        </pc:picChg>
      </pc:sldChg>
      <pc:sldChg chg="addSp modSp mod setBg setClrOvrMap">
        <pc:chgData name="Wilkins, Graham C" userId="S::bh5884is@go.minnstate.edu::d858373d-d4a5-4d5a-af0d-fcf67a33b3d5" providerId="AD" clId="Web-{0E524FDB-1631-32BE-231A-71246D941B2B}" dt="2025-03-28T16:04:10.804" v="667" actId="20577"/>
        <pc:sldMkLst>
          <pc:docMk/>
          <pc:sldMk cId="893194236" sldId="274"/>
        </pc:sldMkLst>
        <pc:spChg chg="mo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2" creationId="{FBE08AF8-5DFC-680F-363D-9939D6AB4E40}"/>
          </ac:spMkLst>
        </pc:spChg>
        <pc:spChg chg="mod ord">
          <ac:chgData name="Wilkins, Graham C" userId="S::bh5884is@go.minnstate.edu::d858373d-d4a5-4d5a-af0d-fcf67a33b3d5" providerId="AD" clId="Web-{0E524FDB-1631-32BE-231A-71246D941B2B}" dt="2025-03-28T16:04:10.804" v="667" actId="20577"/>
          <ac:spMkLst>
            <pc:docMk/>
            <pc:sldMk cId="893194236" sldId="274"/>
            <ac:spMk id="3" creationId="{C5BA3A65-7E07-E196-7479-E250D272D1AE}"/>
          </ac:spMkLst>
        </pc:spChg>
        <pc:spChg chg="mo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4" creationId="{F65BD1C5-36B9-9982-9197-74BE064EC57C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11" creationId="{EE4E366E-272A-409E-840F-9A6A64A9E3FF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13" creationId="{A721560C-E4AB-4287-A29C-3F6916794CB9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15" creationId="{DF6CFF07-D953-4F9C-9A0E-E0A6AACB6158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17" creationId="{DAA4FEEE-0B5F-41BF-825D-60F9FB089568}"/>
          </ac:spMkLst>
        </pc:spChg>
        <pc:picChg chg="add">
          <ac:chgData name="Wilkins, Graham C" userId="S::bh5884is@go.minnstate.edu::d858373d-d4a5-4d5a-af0d-fcf67a33b3d5" providerId="AD" clId="Web-{0E524FDB-1631-32BE-231A-71246D941B2B}" dt="2025-03-28T16:03:57.959" v="666"/>
          <ac:picMkLst>
            <pc:docMk/>
            <pc:sldMk cId="893194236" sldId="274"/>
            <ac:picMk id="8" creationId="{D7CF06B1-5685-17BF-BD1A-E7E02255C33F}"/>
          </ac:picMkLst>
        </pc:picChg>
      </pc:sldChg>
      <pc:sldChg chg="modSp">
        <pc:chgData name="Wilkins, Graham C" userId="S::bh5884is@go.minnstate.edu::d858373d-d4a5-4d5a-af0d-fcf67a33b3d5" providerId="AD" clId="Web-{0E524FDB-1631-32BE-231A-71246D941B2B}" dt="2025-03-28T15:19:30.408" v="665"/>
        <pc:sldMkLst>
          <pc:docMk/>
          <pc:sldMk cId="2139809473" sldId="276"/>
        </pc:sldMkLst>
        <pc:graphicFrameChg chg="modGraphic">
          <ac:chgData name="Wilkins, Graham C" userId="S::bh5884is@go.minnstate.edu::d858373d-d4a5-4d5a-af0d-fcf67a33b3d5" providerId="AD" clId="Web-{0E524FDB-1631-32BE-231A-71246D941B2B}" dt="2025-03-28T15:19:30.408" v="665"/>
          <ac:graphicFrameMkLst>
            <pc:docMk/>
            <pc:sldMk cId="2139809473" sldId="276"/>
            <ac:graphicFrameMk id="184" creationId="{F2AF92F0-6286-E001-E1D2-78A757B709AB}"/>
          </ac:graphicFrameMkLst>
        </pc:graphicFrameChg>
      </pc:sldChg>
      <pc:sldChg chg="addSp delSp modSp add replId">
        <pc:chgData name="Wilkins, Graham C" userId="S::bh5884is@go.minnstate.edu::d858373d-d4a5-4d5a-af0d-fcf67a33b3d5" providerId="AD" clId="Web-{0E524FDB-1631-32BE-231A-71246D941B2B}" dt="2025-03-28T15:18:25.561" v="662" actId="20577"/>
        <pc:sldMkLst>
          <pc:docMk/>
          <pc:sldMk cId="2540521633" sldId="277"/>
        </pc:sldMkLst>
        <pc:spChg chg="mod">
          <ac:chgData name="Wilkins, Graham C" userId="S::bh5884is@go.minnstate.edu::d858373d-d4a5-4d5a-af0d-fcf67a33b3d5" providerId="AD" clId="Web-{0E524FDB-1631-32BE-231A-71246D941B2B}" dt="2025-03-28T15:18:25.561" v="662" actId="20577"/>
          <ac:spMkLst>
            <pc:docMk/>
            <pc:sldMk cId="2540521633" sldId="277"/>
            <ac:spMk id="2" creationId="{84AF7AB2-53C1-7E36-F779-5C0AAEE69C2C}"/>
          </ac:spMkLst>
        </pc:spChg>
        <pc:spChg chg="del">
          <ac:chgData name="Wilkins, Graham C" userId="S::bh5884is@go.minnstate.edu::d858373d-d4a5-4d5a-af0d-fcf67a33b3d5" providerId="AD" clId="Web-{0E524FDB-1631-32BE-231A-71246D941B2B}" dt="2025-03-28T15:04:22.520" v="6"/>
          <ac:spMkLst>
            <pc:docMk/>
            <pc:sldMk cId="2540521633" sldId="277"/>
            <ac:spMk id="10" creationId="{0677A57E-00B3-2D99-69E0-BF0C40347388}"/>
          </ac:spMkLst>
        </pc:spChg>
        <pc:graphicFrameChg chg="del">
          <ac:chgData name="Wilkins, Graham C" userId="S::bh5884is@go.minnstate.edu::d858373d-d4a5-4d5a-af0d-fcf67a33b3d5" providerId="AD" clId="Web-{0E524FDB-1631-32BE-231A-71246D941B2B}" dt="2025-03-28T15:04:25.239" v="7"/>
          <ac:graphicFrameMkLst>
            <pc:docMk/>
            <pc:sldMk cId="2540521633" sldId="277"/>
            <ac:graphicFrameMk id="5" creationId="{3A7AE807-A30B-ADEB-873F-820764A9B108}"/>
          </ac:graphicFrameMkLst>
        </pc:graphicFrameChg>
        <pc:graphicFrameChg chg="add mod modGraphic">
          <ac:chgData name="Wilkins, Graham C" userId="S::bh5884is@go.minnstate.edu::d858373d-d4a5-4d5a-af0d-fcf67a33b3d5" providerId="AD" clId="Web-{0E524FDB-1631-32BE-231A-71246D941B2B}" dt="2025-03-28T15:13:40.340" v="519"/>
          <ac:graphicFrameMkLst>
            <pc:docMk/>
            <pc:sldMk cId="2540521633" sldId="277"/>
            <ac:graphicFrameMk id="6" creationId="{E8C4FCBE-AB17-F054-AA9D-2771819AF527}"/>
          </ac:graphicFrameMkLst>
        </pc:graphicFrameChg>
        <pc:graphicFrameChg chg="add mod modGraphic">
          <ac:chgData name="Wilkins, Graham C" userId="S::bh5884is@go.minnstate.edu::d858373d-d4a5-4d5a-af0d-fcf67a33b3d5" providerId="AD" clId="Web-{0E524FDB-1631-32BE-231A-71246D941B2B}" dt="2025-03-28T15:08:59.140" v="279" actId="1076"/>
          <ac:graphicFrameMkLst>
            <pc:docMk/>
            <pc:sldMk cId="2540521633" sldId="277"/>
            <ac:graphicFrameMk id="8" creationId="{05AFF212-916D-E3C5-F44B-025236DD3228}"/>
          </ac:graphicFrameMkLst>
        </pc:graphicFrameChg>
        <pc:picChg chg="del">
          <ac:chgData name="Wilkins, Graham C" userId="S::bh5884is@go.minnstate.edu::d858373d-d4a5-4d5a-af0d-fcf67a33b3d5" providerId="AD" clId="Web-{0E524FDB-1631-32BE-231A-71246D941B2B}" dt="2025-03-28T15:04:21.457" v="5"/>
          <ac:picMkLst>
            <pc:docMk/>
            <pc:sldMk cId="2540521633" sldId="277"/>
            <ac:picMk id="4" creationId="{BC2E42DD-5857-AB7B-3F6E-F1F138E59663}"/>
          </ac:picMkLst>
        </pc:picChg>
      </pc:sldChg>
    </pc:docChg>
  </pc:docChgLst>
  <pc:docChgLst>
    <pc:chgData name="Hjulberg, Andrew S" userId="S::hi6397ef@go.minnstate.edu::55255bf8-79f2-42d3-80cc-139b63d0776c" providerId="AD" clId="Web-{B4A91B1A-2B5D-698A-FB93-46B746093AF9}"/>
    <pc:docChg chg="addSld delSld modSld">
      <pc:chgData name="Hjulberg, Andrew S" userId="S::hi6397ef@go.minnstate.edu::55255bf8-79f2-42d3-80cc-139b63d0776c" providerId="AD" clId="Web-{B4A91B1A-2B5D-698A-FB93-46B746093AF9}" dt="2025-04-25T16:10:47.197" v="228" actId="20577"/>
      <pc:docMkLst>
        <pc:docMk/>
      </pc:docMkLst>
      <pc:sldChg chg="add del">
        <pc:chgData name="Hjulberg, Andrew S" userId="S::hi6397ef@go.minnstate.edu::55255bf8-79f2-42d3-80cc-139b63d0776c" providerId="AD" clId="Web-{B4A91B1A-2B5D-698A-FB93-46B746093AF9}" dt="2025-04-25T16:10:23.947" v="204"/>
        <pc:sldMkLst>
          <pc:docMk/>
          <pc:sldMk cId="1258313468" sldId="269"/>
        </pc:sldMkLst>
      </pc:sldChg>
      <pc:sldChg chg="addSp modSp">
        <pc:chgData name="Hjulberg, Andrew S" userId="S::hi6397ef@go.minnstate.edu::55255bf8-79f2-42d3-80cc-139b63d0776c" providerId="AD" clId="Web-{B4A91B1A-2B5D-698A-FB93-46B746093AF9}" dt="2025-04-25T15:34:18.458" v="153" actId="20577"/>
        <pc:sldMkLst>
          <pc:docMk/>
          <pc:sldMk cId="634413027" sldId="275"/>
        </pc:sldMkLst>
        <pc:spChg chg="mod">
          <ac:chgData name="Hjulberg, Andrew S" userId="S::hi6397ef@go.minnstate.edu::55255bf8-79f2-42d3-80cc-139b63d0776c" providerId="AD" clId="Web-{B4A91B1A-2B5D-698A-FB93-46B746093AF9}" dt="2025-04-25T15:34:18.458" v="153" actId="20577"/>
          <ac:spMkLst>
            <pc:docMk/>
            <pc:sldMk cId="634413027" sldId="275"/>
            <ac:spMk id="3" creationId="{A7BEB64C-2345-945F-FB77-6CD89B984249}"/>
          </ac:spMkLst>
        </pc:spChg>
        <pc:spChg chg="add mod">
          <ac:chgData name="Hjulberg, Andrew S" userId="S::hi6397ef@go.minnstate.edu::55255bf8-79f2-42d3-80cc-139b63d0776c" providerId="AD" clId="Web-{B4A91B1A-2B5D-698A-FB93-46B746093AF9}" dt="2025-04-25T15:33:26.630" v="33" actId="20577"/>
          <ac:spMkLst>
            <pc:docMk/>
            <pc:sldMk cId="634413027" sldId="275"/>
            <ac:spMk id="6" creationId="{E195CF3E-77F3-9791-5587-5BC67AF6E8CB}"/>
          </ac:spMkLst>
        </pc:spChg>
      </pc:sldChg>
      <pc:sldChg chg="addSp modSp add">
        <pc:chgData name="Hjulberg, Andrew S" userId="S::hi6397ef@go.minnstate.edu::55255bf8-79f2-42d3-80cc-139b63d0776c" providerId="AD" clId="Web-{B4A91B1A-2B5D-698A-FB93-46B746093AF9}" dt="2025-04-25T16:10:47.197" v="228" actId="20577"/>
        <pc:sldMkLst>
          <pc:docMk/>
          <pc:sldMk cId="2411652352" sldId="279"/>
        </pc:sldMkLst>
        <pc:spChg chg="mod">
          <ac:chgData name="Hjulberg, Andrew S" userId="S::hi6397ef@go.minnstate.edu::55255bf8-79f2-42d3-80cc-139b63d0776c" providerId="AD" clId="Web-{B4A91B1A-2B5D-698A-FB93-46B746093AF9}" dt="2025-04-25T15:35:25.098" v="156"/>
          <ac:spMkLst>
            <pc:docMk/>
            <pc:sldMk cId="2411652352" sldId="279"/>
            <ac:spMk id="6" creationId="{F460C7CA-C74A-47C3-E8E1-675A2D2DFD09}"/>
          </ac:spMkLst>
        </pc:spChg>
        <pc:spChg chg="add">
          <ac:chgData name="Hjulberg, Andrew S" userId="S::hi6397ef@go.minnstate.edu::55255bf8-79f2-42d3-80cc-139b63d0776c" providerId="AD" clId="Web-{B4A91B1A-2B5D-698A-FB93-46B746093AF9}" dt="2025-04-25T15:35:25.098" v="156"/>
          <ac:spMkLst>
            <pc:docMk/>
            <pc:sldMk cId="2411652352" sldId="279"/>
            <ac:spMk id="11" creationId="{F747F1B4-B831-4277-8AB0-32767F7EB7BF}"/>
          </ac:spMkLst>
        </pc:spChg>
        <pc:spChg chg="add">
          <ac:chgData name="Hjulberg, Andrew S" userId="S::hi6397ef@go.minnstate.edu::55255bf8-79f2-42d3-80cc-139b63d0776c" providerId="AD" clId="Web-{B4A91B1A-2B5D-698A-FB93-46B746093AF9}" dt="2025-04-25T15:35:25.098" v="156"/>
          <ac:spMkLst>
            <pc:docMk/>
            <pc:sldMk cId="2411652352" sldId="279"/>
            <ac:spMk id="13" creationId="{D80CFA21-AB7C-4BEB-9BFF-05764FBBF3C6}"/>
          </ac:spMkLst>
        </pc:spChg>
        <pc:spChg chg="add">
          <ac:chgData name="Hjulberg, Andrew S" userId="S::hi6397ef@go.minnstate.edu::55255bf8-79f2-42d3-80cc-139b63d0776c" providerId="AD" clId="Web-{B4A91B1A-2B5D-698A-FB93-46B746093AF9}" dt="2025-04-25T15:35:25.098" v="156"/>
          <ac:spMkLst>
            <pc:docMk/>
            <pc:sldMk cId="2411652352" sldId="279"/>
            <ac:spMk id="15" creationId="{12F7E335-851A-4CAE-B09F-E657819D4600}"/>
          </ac:spMkLst>
        </pc:spChg>
        <pc:spChg chg="add">
          <ac:chgData name="Hjulberg, Andrew S" userId="S::hi6397ef@go.minnstate.edu::55255bf8-79f2-42d3-80cc-139b63d0776c" providerId="AD" clId="Web-{B4A91B1A-2B5D-698A-FB93-46B746093AF9}" dt="2025-04-25T15:35:25.098" v="156"/>
          <ac:spMkLst>
            <pc:docMk/>
            <pc:sldMk cId="2411652352" sldId="279"/>
            <ac:spMk id="17" creationId="{10B541F0-7F6E-402E-84D8-CF96EACA5FBC}"/>
          </ac:spMkLst>
        </pc:spChg>
        <pc:graphicFrameChg chg="mod ord modGraphic">
          <ac:chgData name="Hjulberg, Andrew S" userId="S::hi6397ef@go.minnstate.edu::55255bf8-79f2-42d3-80cc-139b63d0776c" providerId="AD" clId="Web-{B4A91B1A-2B5D-698A-FB93-46B746093AF9}" dt="2025-04-25T16:10:47.197" v="228" actId="20577"/>
          <ac:graphicFrameMkLst>
            <pc:docMk/>
            <pc:sldMk cId="2411652352" sldId="279"/>
            <ac:graphicFrameMk id="5" creationId="{635C2A7D-A2CA-3FC7-C810-CE0225A50F5B}"/>
          </ac:graphicFrameMkLst>
        </pc:graphicFrameChg>
      </pc:sldChg>
    </pc:docChg>
  </pc:docChgLst>
  <pc:docChgLst>
    <pc:chgData name="Hjulberg, Andrew S" userId="55255bf8-79f2-42d3-80cc-139b63d0776c" providerId="ADAL" clId="{1989038E-5C00-4FFC-9F77-DABED97894AF}"/>
    <pc:docChg chg="custSel addSld delSld modSld sldOrd">
      <pc:chgData name="Hjulberg, Andrew S" userId="55255bf8-79f2-42d3-80cc-139b63d0776c" providerId="ADAL" clId="{1989038E-5C00-4FFC-9F77-DABED97894AF}" dt="2025-04-04T16:27:13.453" v="493" actId="20577"/>
      <pc:docMkLst>
        <pc:docMk/>
      </pc:docMkLst>
      <pc:sldChg chg="modSp">
        <pc:chgData name="Hjulberg, Andrew S" userId="55255bf8-79f2-42d3-80cc-139b63d0776c" providerId="ADAL" clId="{1989038E-5C00-4FFC-9F77-DABED97894AF}" dt="2025-04-04T15:30:04.289" v="0"/>
        <pc:sldMkLst>
          <pc:docMk/>
          <pc:sldMk cId="886379872" sldId="257"/>
        </pc:sldMkLst>
        <pc:graphicFrameChg chg="mod">
          <ac:chgData name="Hjulberg, Andrew S" userId="55255bf8-79f2-42d3-80cc-139b63d0776c" providerId="ADAL" clId="{1989038E-5C00-4FFC-9F77-DABED97894AF}" dt="2025-04-04T15:30:04.289" v="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 mod">
        <pc:chgData name="Hjulberg, Andrew S" userId="55255bf8-79f2-42d3-80cc-139b63d0776c" providerId="ADAL" clId="{1989038E-5C00-4FFC-9F77-DABED97894AF}" dt="2025-04-04T15:48:23.476" v="466" actId="255"/>
        <pc:sldMkLst>
          <pc:docMk/>
          <pc:sldMk cId="2639385583" sldId="260"/>
        </pc:sldMkLst>
        <pc:spChg chg="mod">
          <ac:chgData name="Hjulberg, Andrew S" userId="55255bf8-79f2-42d3-80cc-139b63d0776c" providerId="ADAL" clId="{1989038E-5C00-4FFC-9F77-DABED97894AF}" dt="2025-04-04T15:48:23.476" v="466" actId="255"/>
          <ac:spMkLst>
            <pc:docMk/>
            <pc:sldMk cId="2639385583" sldId="260"/>
            <ac:spMk id="2" creationId="{F2ECA33D-9372-9927-F8E7-2A49143B39C6}"/>
          </ac:spMkLst>
        </pc:spChg>
      </pc:sldChg>
      <pc:sldChg chg="modSp">
        <pc:chgData name="Hjulberg, Andrew S" userId="55255bf8-79f2-42d3-80cc-139b63d0776c" providerId="ADAL" clId="{1989038E-5C00-4FFC-9F77-DABED97894AF}" dt="2025-04-04T15:42:35.908" v="464"/>
        <pc:sldMkLst>
          <pc:docMk/>
          <pc:sldMk cId="1258313468" sldId="269"/>
        </pc:sldMkLst>
        <pc:graphicFrameChg chg="mod">
          <ac:chgData name="Hjulberg, Andrew S" userId="55255bf8-79f2-42d3-80cc-139b63d0776c" providerId="ADAL" clId="{1989038E-5C00-4FFC-9F77-DABED97894AF}" dt="2025-04-04T15:42:35.908" v="464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addSp delSp modSp mod">
        <pc:chgData name="Hjulberg, Andrew S" userId="55255bf8-79f2-42d3-80cc-139b63d0776c" providerId="ADAL" clId="{1989038E-5C00-4FFC-9F77-DABED97894AF}" dt="2025-04-04T15:36:10.958" v="302" actId="20577"/>
        <pc:sldMkLst>
          <pc:docMk/>
          <pc:sldMk cId="1656249528" sldId="273"/>
        </pc:sldMkLst>
        <pc:spChg chg="mod">
          <ac:chgData name="Hjulberg, Andrew S" userId="55255bf8-79f2-42d3-80cc-139b63d0776c" providerId="ADAL" clId="{1989038E-5C00-4FFC-9F77-DABED97894AF}" dt="2025-04-04T15:36:10.958" v="302" actId="20577"/>
          <ac:spMkLst>
            <pc:docMk/>
            <pc:sldMk cId="1656249528" sldId="273"/>
            <ac:spMk id="11" creationId="{FFA504A8-8380-1007-4C4B-6E97878B7344}"/>
          </ac:spMkLst>
        </pc:spChg>
        <pc:graphicFrameChg chg="add mod">
          <ac:chgData name="Hjulberg, Andrew S" userId="55255bf8-79f2-42d3-80cc-139b63d0776c" providerId="ADAL" clId="{1989038E-5C00-4FFC-9F77-DABED97894AF}" dt="2025-04-04T15:30:54.766" v="50" actId="1035"/>
          <ac:graphicFrameMkLst>
            <pc:docMk/>
            <pc:sldMk cId="1656249528" sldId="273"/>
            <ac:graphicFrameMk id="7" creationId="{14BD47D5-B20B-DB48-C6CB-CE6027817652}"/>
          </ac:graphicFrameMkLst>
        </pc:graphicFrameChg>
        <pc:graphicFrameChg chg="add mod">
          <ac:chgData name="Hjulberg, Andrew S" userId="55255bf8-79f2-42d3-80cc-139b63d0776c" providerId="ADAL" clId="{1989038E-5C00-4FFC-9F77-DABED97894AF}" dt="2025-04-04T15:31:14.749" v="52" actId="1076"/>
          <ac:graphicFrameMkLst>
            <pc:docMk/>
            <pc:sldMk cId="1656249528" sldId="273"/>
            <ac:graphicFrameMk id="8" creationId="{48A7AAB1-EBD5-E686-3497-D8ACE2787863}"/>
          </ac:graphicFrameMkLst>
        </pc:graphicFrameChg>
        <pc:picChg chg="del">
          <ac:chgData name="Hjulberg, Andrew S" userId="55255bf8-79f2-42d3-80cc-139b63d0776c" providerId="ADAL" clId="{1989038E-5C00-4FFC-9F77-DABED97894AF}" dt="2025-04-04T15:30:23.194" v="1" actId="21"/>
          <ac:picMkLst>
            <pc:docMk/>
            <pc:sldMk cId="1656249528" sldId="273"/>
            <ac:picMk id="4" creationId="{9D97BADF-57F1-970E-0764-ACAA77644D31}"/>
          </ac:picMkLst>
        </pc:picChg>
        <pc:picChg chg="add del mod">
          <ac:chgData name="Hjulberg, Andrew S" userId="55255bf8-79f2-42d3-80cc-139b63d0776c" providerId="ADAL" clId="{1989038E-5C00-4FFC-9F77-DABED97894AF}" dt="2025-04-04T15:30:35.621" v="3" actId="478"/>
          <ac:picMkLst>
            <pc:docMk/>
            <pc:sldMk cId="1656249528" sldId="273"/>
            <ac:picMk id="5" creationId="{3E90E8B8-C819-BC5F-38D9-D3804C22EE88}"/>
          </ac:picMkLst>
        </pc:picChg>
      </pc:sldChg>
      <pc:sldChg chg="del">
        <pc:chgData name="Hjulberg, Andrew S" userId="55255bf8-79f2-42d3-80cc-139b63d0776c" providerId="ADAL" clId="{1989038E-5C00-4FFC-9F77-DABED97894AF}" dt="2025-04-04T15:31:44.716" v="76" actId="47"/>
        <pc:sldMkLst>
          <pc:docMk/>
          <pc:sldMk cId="893194236" sldId="274"/>
        </pc:sldMkLst>
      </pc:sldChg>
      <pc:sldChg chg="ord">
        <pc:chgData name="Hjulberg, Andrew S" userId="55255bf8-79f2-42d3-80cc-139b63d0776c" providerId="ADAL" clId="{1989038E-5C00-4FFC-9F77-DABED97894AF}" dt="2025-04-04T15:37:06.872" v="304"/>
        <pc:sldMkLst>
          <pc:docMk/>
          <pc:sldMk cId="401840768" sldId="275"/>
        </pc:sldMkLst>
      </pc:sldChg>
      <pc:sldChg chg="delSp modSp mod">
        <pc:chgData name="Hjulberg, Andrew S" userId="55255bf8-79f2-42d3-80cc-139b63d0776c" providerId="ADAL" clId="{1989038E-5C00-4FFC-9F77-DABED97894AF}" dt="2025-04-04T16:00:45.617" v="482" actId="20577"/>
        <pc:sldMkLst>
          <pc:docMk/>
          <pc:sldMk cId="2540521633" sldId="277"/>
        </pc:sldMkLst>
        <pc:graphicFrameChg chg="modGraphic">
          <ac:chgData name="Hjulberg, Andrew S" userId="55255bf8-79f2-42d3-80cc-139b63d0776c" providerId="ADAL" clId="{1989038E-5C00-4FFC-9F77-DABED97894AF}" dt="2025-04-04T16:00:45.617" v="482" actId="20577"/>
          <ac:graphicFrameMkLst>
            <pc:docMk/>
            <pc:sldMk cId="2540521633" sldId="277"/>
            <ac:graphicFrameMk id="5" creationId="{16CBDFA9-66AB-1AE9-3361-56160F5DE90F}"/>
          </ac:graphicFrameMkLst>
        </pc:graphicFrameChg>
        <pc:graphicFrameChg chg="del">
          <ac:chgData name="Hjulberg, Andrew S" userId="55255bf8-79f2-42d3-80cc-139b63d0776c" providerId="ADAL" clId="{1989038E-5C00-4FFC-9F77-DABED97894AF}" dt="2025-04-04T15:31:52.488" v="77" actId="478"/>
          <ac:graphicFrameMkLst>
            <pc:docMk/>
            <pc:sldMk cId="2540521633" sldId="277"/>
            <ac:graphicFrameMk id="6" creationId="{E8C4FCBE-AB17-F054-AA9D-2771819AF527}"/>
          </ac:graphicFrameMkLst>
        </pc:graphicFrameChg>
        <pc:graphicFrameChg chg="del">
          <ac:chgData name="Hjulberg, Andrew S" userId="55255bf8-79f2-42d3-80cc-139b63d0776c" providerId="ADAL" clId="{1989038E-5C00-4FFC-9F77-DABED97894AF}" dt="2025-04-04T15:31:54.316" v="78" actId="478"/>
          <ac:graphicFrameMkLst>
            <pc:docMk/>
            <pc:sldMk cId="2540521633" sldId="277"/>
            <ac:graphicFrameMk id="8" creationId="{05AFF212-916D-E3C5-F44B-025236DD3228}"/>
          </ac:graphicFrameMkLst>
        </pc:graphicFrameChg>
      </pc:sldChg>
      <pc:sldChg chg="modSp add mod ord">
        <pc:chgData name="Hjulberg, Andrew S" userId="55255bf8-79f2-42d3-80cc-139b63d0776c" providerId="ADAL" clId="{1989038E-5C00-4FFC-9F77-DABED97894AF}" dt="2025-04-04T16:27:13.453" v="493" actId="20577"/>
        <pc:sldMkLst>
          <pc:docMk/>
          <pc:sldMk cId="3527744105" sldId="278"/>
        </pc:sldMkLst>
        <pc:spChg chg="mod">
          <ac:chgData name="Hjulberg, Andrew S" userId="55255bf8-79f2-42d3-80cc-139b63d0776c" providerId="ADAL" clId="{1989038E-5C00-4FFC-9F77-DABED97894AF}" dt="2025-04-04T16:02:27.776" v="492" actId="20577"/>
          <ac:spMkLst>
            <pc:docMk/>
            <pc:sldMk cId="3527744105" sldId="278"/>
            <ac:spMk id="2" creationId="{F7BB94F9-5458-6F7A-BC6A-DEE7EA0BE84A}"/>
          </ac:spMkLst>
        </pc:spChg>
        <pc:spChg chg="mod">
          <ac:chgData name="Hjulberg, Andrew S" userId="55255bf8-79f2-42d3-80cc-139b63d0776c" providerId="ADAL" clId="{1989038E-5C00-4FFC-9F77-DABED97894AF}" dt="2025-04-04T16:27:13.453" v="493" actId="20577"/>
          <ac:spMkLst>
            <pc:docMk/>
            <pc:sldMk cId="3527744105" sldId="278"/>
            <ac:spMk id="6" creationId="{0BCDEF71-B9B1-67A2-90AB-C0A2C812AA7E}"/>
          </ac:spMkLst>
        </pc:spChg>
      </pc:sldChg>
    </pc:docChg>
  </pc:docChgLst>
  <pc:docChgLst>
    <pc:chgData name="Srinivasa Reddy, Shashank reddy" userId="S::qn1833ep@go.minnstate.edu::5f8d5532-cbd8-40c0-aa18-97830f20e260" providerId="AD" clId="Web-{8BB57760-ABD9-19F0-F8C2-6E575545A090}"/>
    <pc:docChg chg="modSld">
      <pc:chgData name="Srinivasa Reddy, Shashank reddy" userId="S::qn1833ep@go.minnstate.edu::5f8d5532-cbd8-40c0-aa18-97830f20e260" providerId="AD" clId="Web-{8BB57760-ABD9-19F0-F8C2-6E575545A090}" dt="2025-04-11T16:23:25.584" v="220"/>
      <pc:docMkLst>
        <pc:docMk/>
      </pc:docMkLst>
      <pc:sldChg chg="modSp">
        <pc:chgData name="Srinivasa Reddy, Shashank reddy" userId="S::qn1833ep@go.minnstate.edu::5f8d5532-cbd8-40c0-aa18-97830f20e260" providerId="AD" clId="Web-{8BB57760-ABD9-19F0-F8C2-6E575545A090}" dt="2025-04-11T15:54:32.065" v="4" actId="20577"/>
        <pc:sldMkLst>
          <pc:docMk/>
          <pc:sldMk cId="1258313468" sldId="269"/>
        </pc:sldMkLst>
        <pc:spChg chg="mod">
          <ac:chgData name="Srinivasa Reddy, Shashank reddy" userId="S::qn1833ep@go.minnstate.edu::5f8d5532-cbd8-40c0-aa18-97830f20e260" providerId="AD" clId="Web-{8BB57760-ABD9-19F0-F8C2-6E575545A090}" dt="2025-04-11T15:54:32.065" v="4" actId="20577"/>
          <ac:spMkLst>
            <pc:docMk/>
            <pc:sldMk cId="1258313468" sldId="269"/>
            <ac:spMk id="6" creationId="{F460C7CA-C74A-47C3-E8E1-675A2D2DFD09}"/>
          </ac:spMkLst>
        </pc:spChg>
      </pc:sldChg>
      <pc:sldChg chg="addSp delSp modSp">
        <pc:chgData name="Srinivasa Reddy, Shashank reddy" userId="S::qn1833ep@go.minnstate.edu::5f8d5532-cbd8-40c0-aa18-97830f20e260" providerId="AD" clId="Web-{8BB57760-ABD9-19F0-F8C2-6E575545A090}" dt="2025-04-11T16:04:06.754" v="180"/>
        <pc:sldMkLst>
          <pc:docMk/>
          <pc:sldMk cId="401840768" sldId="275"/>
        </pc:sldMkLst>
        <pc:spChg chg="mod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2" creationId="{3EB6FC04-BAAA-F161-D2CC-CF6F439C9A15}"/>
          </ac:spMkLst>
        </pc:spChg>
        <pc:spChg chg="mod">
          <ac:chgData name="Srinivasa Reddy, Shashank reddy" userId="S::qn1833ep@go.minnstate.edu::5f8d5532-cbd8-40c0-aa18-97830f20e260" providerId="AD" clId="Web-{8BB57760-ABD9-19F0-F8C2-6E575545A090}" dt="2025-04-11T15:54:26.659" v="2" actId="20577"/>
          <ac:spMkLst>
            <pc:docMk/>
            <pc:sldMk cId="401840768" sldId="275"/>
            <ac:spMk id="3" creationId="{28EC074C-A5CF-98CF-574C-DC35FC12E44B}"/>
          </ac:spMkLst>
        </pc:spChg>
        <pc:spChg chg="del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37" creationId="{4E78424C-6FD0-41F8-9CAA-5DC19C42359F}"/>
          </ac:spMkLst>
        </pc:spChg>
        <pc:spChg chg="del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39" creationId="{DD136760-57DC-4301-8BEA-B71AD2D13905}"/>
          </ac:spMkLst>
        </pc:spChg>
        <pc:spChg chg="del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41" creationId="{BDC58DEA-1307-4F44-AD47-E613D8B76A89}"/>
          </ac:spMkLst>
        </pc:spChg>
        <pc:spChg chg="del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43" creationId="{C99B912D-1E4B-42AF-A2BE-CFEFEC916EE7}"/>
          </ac:spMkLst>
        </pc:spChg>
        <pc:spChg chg="add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45" creationId="{9348F0CB-4904-4DEF-BDD4-ADEC2DCCCBD7}"/>
          </ac:spMkLst>
        </pc:spChg>
        <pc:spChg chg="add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48" creationId="{47AEA421-5F29-4BA7-9360-2501B5987921}"/>
          </ac:spMkLst>
        </pc:spChg>
        <pc:spChg chg="add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52" creationId="{1583E1B8-79B3-49BB-8704-58E4AB1AF213}"/>
          </ac:spMkLst>
        </pc:spChg>
        <pc:spChg chg="add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54" creationId="{7BB34D5F-2B87-438E-8236-69C6068D47A4}"/>
          </ac:spMkLst>
        </pc:spChg>
        <pc:graphicFrameChg chg="mod modGraphic">
          <ac:chgData name="Srinivasa Reddy, Shashank reddy" userId="S::qn1833ep@go.minnstate.edu::5f8d5532-cbd8-40c0-aa18-97830f20e260" providerId="AD" clId="Web-{8BB57760-ABD9-19F0-F8C2-6E575545A090}" dt="2025-04-11T16:04:06.754" v="180"/>
          <ac:graphicFrameMkLst>
            <pc:docMk/>
            <pc:sldMk cId="401840768" sldId="275"/>
            <ac:graphicFrameMk id="32" creationId="{30A8635A-E7E5-1E6F-F2BA-A213A75CB5F7}"/>
          </ac:graphicFrameMkLst>
        </pc:graphicFrameChg>
      </pc:sldChg>
      <pc:sldChg chg="modSp">
        <pc:chgData name="Srinivasa Reddy, Shashank reddy" userId="S::qn1833ep@go.minnstate.edu::5f8d5532-cbd8-40c0-aa18-97830f20e260" providerId="AD" clId="Web-{8BB57760-ABD9-19F0-F8C2-6E575545A090}" dt="2025-04-11T16:23:25.584" v="220"/>
        <pc:sldMkLst>
          <pc:docMk/>
          <pc:sldMk cId="1520249469" sldId="280"/>
        </pc:sldMkLst>
        <pc:graphicFrameChg chg="mod modGraphic">
          <ac:chgData name="Srinivasa Reddy, Shashank reddy" userId="S::qn1833ep@go.minnstate.edu::5f8d5532-cbd8-40c0-aa18-97830f20e260" providerId="AD" clId="Web-{8BB57760-ABD9-19F0-F8C2-6E575545A090}" dt="2025-04-11T16:23:25.584" v="220"/>
          <ac:graphicFrameMkLst>
            <pc:docMk/>
            <pc:sldMk cId="1520249469" sldId="280"/>
            <ac:graphicFrameMk id="5" creationId="{7DE467A1-480A-FDED-EE63-634DF0E151AC}"/>
          </ac:graphicFrameMkLst>
        </pc:graphicFrameChg>
      </pc:sldChg>
    </pc:docChg>
  </pc:docChgLst>
  <pc:docChgLst>
    <pc:chgData name="Hjulberg, Andrew S" userId="S::hi6397ef@go.minnstate.edu::55255bf8-79f2-42d3-80cc-139b63d0776c" providerId="AD" clId="Web-{CA170FDB-E2D6-5117-7551-84E91AB3FA72}"/>
    <pc:docChg chg="modSld">
      <pc:chgData name="Hjulberg, Andrew S" userId="S::hi6397ef@go.minnstate.edu::55255bf8-79f2-42d3-80cc-139b63d0776c" providerId="AD" clId="Web-{CA170FDB-E2D6-5117-7551-84E91AB3FA72}" dt="2025-04-04T15:29:09.504" v="32" actId="20577"/>
      <pc:docMkLst>
        <pc:docMk/>
      </pc:docMkLst>
      <pc:sldChg chg="modSp">
        <pc:chgData name="Hjulberg, Andrew S" userId="S::hi6397ef@go.minnstate.edu::55255bf8-79f2-42d3-80cc-139b63d0776c" providerId="AD" clId="Web-{CA170FDB-E2D6-5117-7551-84E91AB3FA72}" dt="2025-04-04T15:29:09.504" v="32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CA170FDB-E2D6-5117-7551-84E91AB3FA72}" dt="2025-04-04T15:29:09.504" v="32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</pc:docChg>
  </pc:docChgLst>
  <pc:docChgLst>
    <pc:chgData name="Lakku, Sai Keertana R" userId="S::kb7924tj@go.minnstate.edu::aa713373-d62e-42be-a5fb-296135668942" providerId="AD" clId="Web-{9FEA75D6-2E57-8A5D-906F-0FD5885D31A6}"/>
    <pc:docChg chg="delSld modSld">
      <pc:chgData name="Lakku, Sai Keertana R" userId="S::kb7924tj@go.minnstate.edu::aa713373-d62e-42be-a5fb-296135668942" providerId="AD" clId="Web-{9FEA75D6-2E57-8A5D-906F-0FD5885D31A6}" dt="2025-02-21T17:28:40.671" v="12" actId="14100"/>
      <pc:docMkLst>
        <pc:docMk/>
      </pc:docMkLst>
      <pc:sldChg chg="addSp delSp modSp">
        <pc:chgData name="Lakku, Sai Keertana R" userId="S::kb7924tj@go.minnstate.edu::aa713373-d62e-42be-a5fb-296135668942" providerId="AD" clId="Web-{9FEA75D6-2E57-8A5D-906F-0FD5885D31A6}" dt="2025-02-21T17:21:38.592" v="9" actId="14100"/>
        <pc:sldMkLst>
          <pc:docMk/>
          <pc:sldMk cId="886379872" sldId="257"/>
        </pc:sldMkLst>
        <pc:graphicFrameChg chg="add del mod">
          <ac:chgData name="Lakku, Sai Keertana R" userId="S::kb7924tj@go.minnstate.edu::aa713373-d62e-42be-a5fb-296135668942" providerId="AD" clId="Web-{9FEA75D6-2E57-8A5D-906F-0FD5885D31A6}" dt="2025-02-21T17:21:38.592" v="9" actId="1410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Lakku, Sai Keertana R" userId="S::kb7924tj@go.minnstate.edu::aa713373-d62e-42be-a5fb-296135668942" providerId="AD" clId="Web-{9FEA75D6-2E57-8A5D-906F-0FD5885D31A6}" dt="2025-02-21T17:28:14.935" v="11" actId="1076"/>
        <pc:sldMkLst>
          <pc:docMk/>
          <pc:sldMk cId="38658698" sldId="258"/>
        </pc:sldMkLst>
        <pc:graphicFrameChg chg="mod">
          <ac:chgData name="Lakku, Sai Keertana R" userId="S::kb7924tj@go.minnstate.edu::aa713373-d62e-42be-a5fb-296135668942" providerId="AD" clId="Web-{9FEA75D6-2E57-8A5D-906F-0FD5885D31A6}" dt="2025-02-21T17:28:14.935" v="11" actId="1076"/>
          <ac:graphicFrameMkLst>
            <pc:docMk/>
            <pc:sldMk cId="38658698" sldId="258"/>
            <ac:graphicFrameMk id="26" creationId="{71D73092-2A0E-E41D-454C-1CF0818F9866}"/>
          </ac:graphicFrameMkLst>
        </pc:graphicFrameChg>
      </pc:sldChg>
      <pc:sldChg chg="del">
        <pc:chgData name="Lakku, Sai Keertana R" userId="S::kb7924tj@go.minnstate.edu::aa713373-d62e-42be-a5fb-296135668942" providerId="AD" clId="Web-{9FEA75D6-2E57-8A5D-906F-0FD5885D31A6}" dt="2025-02-21T16:44:48.527" v="8"/>
        <pc:sldMkLst>
          <pc:docMk/>
          <pc:sldMk cId="1105610437" sldId="268"/>
        </pc:sldMkLst>
      </pc:sldChg>
      <pc:sldChg chg="modSp">
        <pc:chgData name="Lakku, Sai Keertana R" userId="S::kb7924tj@go.minnstate.edu::aa713373-d62e-42be-a5fb-296135668942" providerId="AD" clId="Web-{9FEA75D6-2E57-8A5D-906F-0FD5885D31A6}" dt="2025-02-21T17:28:40.671" v="12" actId="14100"/>
        <pc:sldMkLst>
          <pc:docMk/>
          <pc:sldMk cId="3503842829" sldId="272"/>
        </pc:sldMkLst>
        <pc:picChg chg="mod">
          <ac:chgData name="Lakku, Sai Keertana R" userId="S::kb7924tj@go.minnstate.edu::aa713373-d62e-42be-a5fb-296135668942" providerId="AD" clId="Web-{9FEA75D6-2E57-8A5D-906F-0FD5885D31A6}" dt="2025-02-21T17:28:40.671" v="12" actId="14100"/>
          <ac:picMkLst>
            <pc:docMk/>
            <pc:sldMk cId="3503842829" sldId="272"/>
            <ac:picMk id="4" creationId="{65AAB778-E52C-C44C-F751-5FC55CDB838D}"/>
          </ac:picMkLst>
        </pc:picChg>
      </pc:sldChg>
    </pc:docChg>
  </pc:docChgLst>
  <pc:docChgLst>
    <pc:chgData name="Hjulberg, Andrew S" userId="S::hi6397ef@go.minnstate.edu::55255bf8-79f2-42d3-80cc-139b63d0776c" providerId="AD" clId="Web-{5AA759CE-D215-3DBF-664F-1109CD46F206}"/>
    <pc:docChg chg="modSld">
      <pc:chgData name="Hjulberg, Andrew S" userId="S::hi6397ef@go.minnstate.edu::55255bf8-79f2-42d3-80cc-139b63d0776c" providerId="AD" clId="Web-{5AA759CE-D215-3DBF-664F-1109CD46F206}" dt="2025-03-19T18:56:10.115" v="348" actId="20577"/>
      <pc:docMkLst>
        <pc:docMk/>
      </pc:docMkLst>
      <pc:sldChg chg="modSp">
        <pc:chgData name="Hjulberg, Andrew S" userId="S::hi6397ef@go.minnstate.edu::55255bf8-79f2-42d3-80cc-139b63d0776c" providerId="AD" clId="Web-{5AA759CE-D215-3DBF-664F-1109CD46F206}" dt="2025-03-19T15:13:45.181" v="9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5AA759CE-D215-3DBF-664F-1109CD46F206}" dt="2025-03-19T15:13:45.181" v="9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">
        <pc:chgData name="Hjulberg, Andrew S" userId="S::hi6397ef@go.minnstate.edu::55255bf8-79f2-42d3-80cc-139b63d0776c" providerId="AD" clId="Web-{5AA759CE-D215-3DBF-664F-1109CD46F206}" dt="2025-03-19T15:49:09.258" v="340" actId="14100"/>
        <pc:sldMkLst>
          <pc:docMk/>
          <pc:sldMk cId="886379872" sldId="257"/>
        </pc:sldMkLst>
        <pc:graphicFrameChg chg="mod modGraphic">
          <ac:chgData name="Hjulberg, Andrew S" userId="S::hi6397ef@go.minnstate.edu::55255bf8-79f2-42d3-80cc-139b63d0776c" providerId="AD" clId="Web-{5AA759CE-D215-3DBF-664F-1109CD46F206}" dt="2025-03-19T15:49:09.258" v="340" actId="1410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Hjulberg, Andrew S" userId="S::hi6397ef@go.minnstate.edu::55255bf8-79f2-42d3-80cc-139b63d0776c" providerId="AD" clId="Web-{5AA759CE-D215-3DBF-664F-1109CD46F206}" dt="2025-03-19T15:23:42.105" v="33" actId="20577"/>
        <pc:sldMkLst>
          <pc:docMk/>
          <pc:sldMk cId="1987320157" sldId="267"/>
        </pc:sldMkLst>
        <pc:spChg chg="mod">
          <ac:chgData name="Hjulberg, Andrew S" userId="S::hi6397ef@go.minnstate.edu::55255bf8-79f2-42d3-80cc-139b63d0776c" providerId="AD" clId="Web-{5AA759CE-D215-3DBF-664F-1109CD46F206}" dt="2025-03-19T15:23:42.105" v="33" actId="20577"/>
          <ac:spMkLst>
            <pc:docMk/>
            <pc:sldMk cId="1987320157" sldId="267"/>
            <ac:spMk id="2" creationId="{97BAABD8-7260-4DFE-68DB-0632582C632D}"/>
          </ac:spMkLst>
        </pc:spChg>
      </pc:sldChg>
      <pc:sldChg chg="addSp delSp modSp">
        <pc:chgData name="Hjulberg, Andrew S" userId="S::hi6397ef@go.minnstate.edu::55255bf8-79f2-42d3-80cc-139b63d0776c" providerId="AD" clId="Web-{5AA759CE-D215-3DBF-664F-1109CD46F206}" dt="2025-03-19T15:29:25.913" v="339"/>
        <pc:sldMkLst>
          <pc:docMk/>
          <pc:sldMk cId="1258313468" sldId="269"/>
        </pc:sldMkLst>
        <pc:graphicFrameChg chg="modGraphic">
          <ac:chgData name="Hjulberg, Andrew S" userId="S::hi6397ef@go.minnstate.edu::55255bf8-79f2-42d3-80cc-139b63d0776c" providerId="AD" clId="Web-{5AA759CE-D215-3DBF-664F-1109CD46F206}" dt="2025-03-19T15:27:33.409" v="337"/>
          <ac:graphicFrameMkLst>
            <pc:docMk/>
            <pc:sldMk cId="1258313468" sldId="269"/>
            <ac:graphicFrameMk id="5" creationId="{635C2A7D-A2CA-3FC7-C810-CE0225A50F5B}"/>
          </ac:graphicFrameMkLst>
        </pc:graphicFrameChg>
        <pc:picChg chg="add del mod">
          <ac:chgData name="Hjulberg, Andrew S" userId="S::hi6397ef@go.minnstate.edu::55255bf8-79f2-42d3-80cc-139b63d0776c" providerId="AD" clId="Web-{5AA759CE-D215-3DBF-664F-1109CD46F206}" dt="2025-03-19T15:29:25.913" v="339"/>
          <ac:picMkLst>
            <pc:docMk/>
            <pc:sldMk cId="1258313468" sldId="269"/>
            <ac:picMk id="1639" creationId="{D8992D32-5282-EF45-CBEA-25E38DC22578}"/>
          </ac:picMkLst>
        </pc:picChg>
      </pc:sldChg>
      <pc:sldChg chg="modSp">
        <pc:chgData name="Hjulberg, Andrew S" userId="S::hi6397ef@go.minnstate.edu::55255bf8-79f2-42d3-80cc-139b63d0776c" providerId="AD" clId="Web-{5AA759CE-D215-3DBF-664F-1109CD46F206}" dt="2025-03-19T18:56:10.115" v="348" actId="20577"/>
        <pc:sldMkLst>
          <pc:docMk/>
          <pc:sldMk cId="893194236" sldId="274"/>
        </pc:sldMkLst>
        <pc:spChg chg="mod">
          <ac:chgData name="Hjulberg, Andrew S" userId="S::hi6397ef@go.minnstate.edu::55255bf8-79f2-42d3-80cc-139b63d0776c" providerId="AD" clId="Web-{5AA759CE-D215-3DBF-664F-1109CD46F206}" dt="2025-03-19T18:56:10.115" v="348" actId="20577"/>
          <ac:spMkLst>
            <pc:docMk/>
            <pc:sldMk cId="893194236" sldId="274"/>
            <ac:spMk id="3" creationId="{C5BA3A65-7E07-E196-7479-E250D272D1AE}"/>
          </ac:spMkLst>
        </pc:spChg>
      </pc:sldChg>
      <pc:sldChg chg="modSp">
        <pc:chgData name="Hjulberg, Andrew S" userId="S::hi6397ef@go.minnstate.edu::55255bf8-79f2-42d3-80cc-139b63d0776c" providerId="AD" clId="Web-{5AA759CE-D215-3DBF-664F-1109CD46F206}" dt="2025-03-19T15:23:50.668" v="39" actId="20577"/>
        <pc:sldMkLst>
          <pc:docMk/>
          <pc:sldMk cId="3273053664" sldId="277"/>
        </pc:sldMkLst>
        <pc:spChg chg="mod">
          <ac:chgData name="Hjulberg, Andrew S" userId="S::hi6397ef@go.minnstate.edu::55255bf8-79f2-42d3-80cc-139b63d0776c" providerId="AD" clId="Web-{5AA759CE-D215-3DBF-664F-1109CD46F206}" dt="2025-03-19T15:23:50.668" v="39" actId="20577"/>
          <ac:spMkLst>
            <pc:docMk/>
            <pc:sldMk cId="3273053664" sldId="277"/>
            <ac:spMk id="2" creationId="{2F10C5DD-05A8-2437-33E3-AED0D9720D31}"/>
          </ac:spMkLst>
        </pc:spChg>
      </pc:sldChg>
    </pc:docChg>
  </pc:docChgLst>
  <pc:docChgLst>
    <pc:chgData name="Lakku, Sai Keertana R" userId="S::kb7924tj@go.minnstate.edu::aa713373-d62e-42be-a5fb-296135668942" providerId="AD" clId="Web-{16D0C6C2-4CD6-F137-D7E2-ADF60FF368C4}"/>
    <pc:docChg chg="modSld">
      <pc:chgData name="Lakku, Sai Keertana R" userId="S::kb7924tj@go.minnstate.edu::aa713373-d62e-42be-a5fb-296135668942" providerId="AD" clId="Web-{16D0C6C2-4CD6-F137-D7E2-ADF60FF368C4}" dt="2025-03-19T15:59:28.084" v="0"/>
      <pc:docMkLst>
        <pc:docMk/>
      </pc:docMkLst>
      <pc:sldChg chg="delSp">
        <pc:chgData name="Lakku, Sai Keertana R" userId="S::kb7924tj@go.minnstate.edu::aa713373-d62e-42be-a5fb-296135668942" providerId="AD" clId="Web-{16D0C6C2-4CD6-F137-D7E2-ADF60FF368C4}" dt="2025-03-19T15:59:28.084" v="0"/>
        <pc:sldMkLst>
          <pc:docMk/>
          <pc:sldMk cId="1656249528" sldId="273"/>
        </pc:sldMkLst>
        <pc:picChg chg="del">
          <ac:chgData name="Lakku, Sai Keertana R" userId="S::kb7924tj@go.minnstate.edu::aa713373-d62e-42be-a5fb-296135668942" providerId="AD" clId="Web-{16D0C6C2-4CD6-F137-D7E2-ADF60FF368C4}" dt="2025-03-19T15:59:28.084" v="0"/>
          <ac:picMkLst>
            <pc:docMk/>
            <pc:sldMk cId="1656249528" sldId="273"/>
            <ac:picMk id="4" creationId="{3CE9554B-8A7F-5658-1146-1B2D8E79C2FD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B9FC2A-95E4-4DB8-BC70-687346FDB9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C26176D-C492-4312-A1C5-E522BE18009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Monthly Prediction Model</a:t>
          </a:r>
        </a:p>
      </dgm:t>
    </dgm:pt>
    <dgm:pt modelId="{19F0475F-3B14-4085-9828-3740E0F59927}" type="parTrans" cxnId="{F970920C-B929-49C2-8437-BAC57DDDA9BF}">
      <dgm:prSet/>
      <dgm:spPr/>
      <dgm:t>
        <a:bodyPr/>
        <a:lstStyle/>
        <a:p>
          <a:endParaRPr lang="en-US"/>
        </a:p>
      </dgm:t>
    </dgm:pt>
    <dgm:pt modelId="{00D4B23E-957B-4B85-BCF7-FC59FE567F3C}" type="sibTrans" cxnId="{F970920C-B929-49C2-8437-BAC57DDDA9BF}">
      <dgm:prSet/>
      <dgm:spPr/>
      <dgm:t>
        <a:bodyPr/>
        <a:lstStyle/>
        <a:p>
          <a:endParaRPr lang="en-US"/>
        </a:p>
      </dgm:t>
    </dgm:pt>
    <dgm:pt modelId="{7E20B590-38D0-4ECB-BA9A-E67F88EBE0DF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Automatic feature selection</a:t>
          </a:r>
        </a:p>
      </dgm:t>
    </dgm:pt>
    <dgm:pt modelId="{1CAA94FC-9724-44B3-850C-97A87478DB71}" type="parTrans" cxnId="{22E6165E-57A5-4FCE-B018-695F4CA115F9}">
      <dgm:prSet/>
      <dgm:spPr/>
      <dgm:t>
        <a:bodyPr/>
        <a:lstStyle/>
        <a:p>
          <a:endParaRPr lang="en-US"/>
        </a:p>
      </dgm:t>
    </dgm:pt>
    <dgm:pt modelId="{10E0789C-924C-4980-B476-FD680A45EEF2}" type="sibTrans" cxnId="{22E6165E-57A5-4FCE-B018-695F4CA115F9}">
      <dgm:prSet/>
      <dgm:spPr/>
      <dgm:t>
        <a:bodyPr/>
        <a:lstStyle/>
        <a:p>
          <a:endParaRPr lang="en-US"/>
        </a:p>
      </dgm:t>
    </dgm:pt>
    <dgm:pt modelId="{8E454D5A-131C-42B2-8FB9-8BFFC1348CCC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Summary of Findings</a:t>
          </a:r>
        </a:p>
      </dgm:t>
    </dgm:pt>
    <dgm:pt modelId="{C86EC3C1-0B85-49BF-9927-053853552A15}" type="parTrans" cxnId="{A51B8B3A-9D15-4D4D-8B9C-94109D7A92A7}">
      <dgm:prSet/>
      <dgm:spPr/>
      <dgm:t>
        <a:bodyPr/>
        <a:lstStyle/>
        <a:p>
          <a:endParaRPr lang="en-US"/>
        </a:p>
      </dgm:t>
    </dgm:pt>
    <dgm:pt modelId="{BEB758AE-1C6F-4FA0-8399-81995E9BFB1A}" type="sibTrans" cxnId="{A51B8B3A-9D15-4D4D-8B9C-94109D7A92A7}">
      <dgm:prSet/>
      <dgm:spPr/>
      <dgm:t>
        <a:bodyPr/>
        <a:lstStyle/>
        <a:p>
          <a:endParaRPr lang="en-US"/>
        </a:p>
      </dgm:t>
    </dgm:pt>
    <dgm:pt modelId="{1C88F448-429B-45D3-BBA3-D45570DFF730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Insights</a:t>
          </a:r>
        </a:p>
      </dgm:t>
    </dgm:pt>
    <dgm:pt modelId="{C398F7E2-D652-4DEE-9E6E-C33DDD66E17E}" type="sibTrans" cxnId="{2FB5DF13-142B-46AD-BE08-5EB7E8AF6290}">
      <dgm:prSet/>
      <dgm:spPr/>
      <dgm:t>
        <a:bodyPr/>
        <a:lstStyle/>
        <a:p>
          <a:endParaRPr lang="en-US"/>
        </a:p>
      </dgm:t>
    </dgm:pt>
    <dgm:pt modelId="{C04FB20D-AA03-4BDF-ADDC-105154080B03}" type="parTrans" cxnId="{2FB5DF13-142B-46AD-BE08-5EB7E8AF6290}">
      <dgm:prSet/>
      <dgm:spPr/>
      <dgm:t>
        <a:bodyPr/>
        <a:lstStyle/>
        <a:p>
          <a:endParaRPr lang="en-US"/>
        </a:p>
      </dgm:t>
    </dgm:pt>
    <dgm:pt modelId="{8E4A2FB6-F0E9-4684-A60F-A99D196AF56F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Full files</a:t>
          </a:r>
        </a:p>
      </dgm:t>
    </dgm:pt>
    <dgm:pt modelId="{C7768C7B-5FE3-4CB7-8C19-D589E9ACE45A}" type="parTrans" cxnId="{EC32C55D-B575-4D69-9877-02A2FC4BE4A9}">
      <dgm:prSet/>
      <dgm:spPr/>
      <dgm:t>
        <a:bodyPr/>
        <a:lstStyle/>
        <a:p>
          <a:endParaRPr lang="en-US"/>
        </a:p>
      </dgm:t>
    </dgm:pt>
    <dgm:pt modelId="{599B255B-C2E9-41F9-9E0A-D33278F8B355}" type="sibTrans" cxnId="{EC32C55D-B575-4D69-9877-02A2FC4BE4A9}">
      <dgm:prSet/>
      <dgm:spPr/>
      <dgm:t>
        <a:bodyPr/>
        <a:lstStyle/>
        <a:p>
          <a:endParaRPr lang="en-US"/>
        </a:p>
      </dgm:t>
    </dgm:pt>
    <dgm:pt modelId="{4147953F-A707-4CBE-92FB-FA193B91A6F4}" type="pres">
      <dgm:prSet presAssocID="{F9B9FC2A-95E4-4DB8-BC70-687346FDB929}" presName="root" presStyleCnt="0">
        <dgm:presLayoutVars>
          <dgm:dir/>
          <dgm:resizeHandles val="exact"/>
        </dgm:presLayoutVars>
      </dgm:prSet>
      <dgm:spPr/>
    </dgm:pt>
    <dgm:pt modelId="{60512083-E88C-4595-8967-8628B86C3AF4}" type="pres">
      <dgm:prSet presAssocID="{0C26176D-C492-4312-A1C5-E522BE180096}" presName="compNode" presStyleCnt="0"/>
      <dgm:spPr/>
    </dgm:pt>
    <dgm:pt modelId="{FC9B00A6-32FF-494E-BF8D-8590AB74E54C}" type="pres">
      <dgm:prSet presAssocID="{0C26176D-C492-4312-A1C5-E522BE180096}" presName="bgRect" presStyleLbl="bgShp" presStyleIdx="0" presStyleCnt="5"/>
      <dgm:spPr/>
    </dgm:pt>
    <dgm:pt modelId="{89B44B39-F754-4C8B-B21D-294CA1702B58}" type="pres">
      <dgm:prSet presAssocID="{0C26176D-C492-4312-A1C5-E522BE18009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ily calendar with solid fill"/>
        </a:ext>
      </dgm:extLst>
    </dgm:pt>
    <dgm:pt modelId="{24FBFAAD-E7B3-4979-97C4-8463F45F7B53}" type="pres">
      <dgm:prSet presAssocID="{0C26176D-C492-4312-A1C5-E522BE180096}" presName="spaceRect" presStyleCnt="0"/>
      <dgm:spPr/>
    </dgm:pt>
    <dgm:pt modelId="{02BB3F18-FD7F-4D47-BE1D-33AD7D93B599}" type="pres">
      <dgm:prSet presAssocID="{0C26176D-C492-4312-A1C5-E522BE180096}" presName="parTx" presStyleLbl="revTx" presStyleIdx="0" presStyleCnt="5">
        <dgm:presLayoutVars>
          <dgm:chMax val="0"/>
          <dgm:chPref val="0"/>
        </dgm:presLayoutVars>
      </dgm:prSet>
      <dgm:spPr/>
    </dgm:pt>
    <dgm:pt modelId="{DC46993E-8461-4BA0-AC24-130CC84421D1}" type="pres">
      <dgm:prSet presAssocID="{00D4B23E-957B-4B85-BCF7-FC59FE567F3C}" presName="sibTrans" presStyleCnt="0"/>
      <dgm:spPr/>
    </dgm:pt>
    <dgm:pt modelId="{507067B4-FC0D-4543-BDA2-45F28784D310}" type="pres">
      <dgm:prSet presAssocID="{1C88F448-429B-45D3-BBA3-D45570DFF730}" presName="compNode" presStyleCnt="0"/>
      <dgm:spPr/>
    </dgm:pt>
    <dgm:pt modelId="{899C9418-5BEE-493C-A169-220227FF4A96}" type="pres">
      <dgm:prSet presAssocID="{1C88F448-429B-45D3-BBA3-D45570DFF730}" presName="bgRect" presStyleLbl="bgShp" presStyleIdx="1" presStyleCnt="5"/>
      <dgm:spPr/>
    </dgm:pt>
    <dgm:pt modelId="{26D309BF-2D7E-4E4B-97C1-B2FFDF742925}" type="pres">
      <dgm:prSet presAssocID="{1C88F448-429B-45D3-BBA3-D45570DFF73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 with solid fill"/>
        </a:ext>
      </dgm:extLst>
    </dgm:pt>
    <dgm:pt modelId="{6B7A6452-252E-4A34-A88F-2B1B987D56D0}" type="pres">
      <dgm:prSet presAssocID="{1C88F448-429B-45D3-BBA3-D45570DFF730}" presName="spaceRect" presStyleCnt="0"/>
      <dgm:spPr/>
    </dgm:pt>
    <dgm:pt modelId="{CF403347-5B35-401A-B7F8-DE9EC17165BF}" type="pres">
      <dgm:prSet presAssocID="{1C88F448-429B-45D3-BBA3-D45570DFF730}" presName="parTx" presStyleLbl="revTx" presStyleIdx="1" presStyleCnt="5">
        <dgm:presLayoutVars>
          <dgm:chMax val="0"/>
          <dgm:chPref val="0"/>
        </dgm:presLayoutVars>
      </dgm:prSet>
      <dgm:spPr/>
    </dgm:pt>
    <dgm:pt modelId="{EB3AC6C7-5701-4C00-B951-5C2B6A960075}" type="pres">
      <dgm:prSet presAssocID="{C398F7E2-D652-4DEE-9E6E-C33DDD66E17E}" presName="sibTrans" presStyleCnt="0"/>
      <dgm:spPr/>
    </dgm:pt>
    <dgm:pt modelId="{6842015C-C8B0-4768-8251-E57FC3E73502}" type="pres">
      <dgm:prSet presAssocID="{8E4A2FB6-F0E9-4684-A60F-A99D196AF56F}" presName="compNode" presStyleCnt="0"/>
      <dgm:spPr/>
    </dgm:pt>
    <dgm:pt modelId="{D2305C7E-7541-4C46-AA1C-32DEABD5C0E1}" type="pres">
      <dgm:prSet presAssocID="{8E4A2FB6-F0E9-4684-A60F-A99D196AF56F}" presName="bgRect" presStyleLbl="bgShp" presStyleIdx="2" presStyleCnt="5"/>
      <dgm:spPr/>
    </dgm:pt>
    <dgm:pt modelId="{3BA205E3-3349-4542-9244-BA856229AF07}" type="pres">
      <dgm:prSet presAssocID="{8E4A2FB6-F0E9-4684-A60F-A99D196AF56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 with solid fill"/>
        </a:ext>
      </dgm:extLst>
    </dgm:pt>
    <dgm:pt modelId="{697E8D32-4167-455B-B274-E165996445D6}" type="pres">
      <dgm:prSet presAssocID="{8E4A2FB6-F0E9-4684-A60F-A99D196AF56F}" presName="spaceRect" presStyleCnt="0"/>
      <dgm:spPr/>
    </dgm:pt>
    <dgm:pt modelId="{4BD0E37E-4510-4D00-95E3-67C83FA8073C}" type="pres">
      <dgm:prSet presAssocID="{8E4A2FB6-F0E9-4684-A60F-A99D196AF56F}" presName="parTx" presStyleLbl="revTx" presStyleIdx="2" presStyleCnt="5">
        <dgm:presLayoutVars>
          <dgm:chMax val="0"/>
          <dgm:chPref val="0"/>
        </dgm:presLayoutVars>
      </dgm:prSet>
      <dgm:spPr/>
    </dgm:pt>
    <dgm:pt modelId="{B4D7FC14-4463-409D-BB49-200FEE7BF32A}" type="pres">
      <dgm:prSet presAssocID="{599B255B-C2E9-41F9-9E0A-D33278F8B355}" presName="sibTrans" presStyleCnt="0"/>
      <dgm:spPr/>
    </dgm:pt>
    <dgm:pt modelId="{A5566F77-7867-4B24-833E-7746E3B2BB96}" type="pres">
      <dgm:prSet presAssocID="{7E20B590-38D0-4ECB-BA9A-E67F88EBE0DF}" presName="compNode" presStyleCnt="0"/>
      <dgm:spPr/>
    </dgm:pt>
    <dgm:pt modelId="{C93A31FA-8B57-4A8B-8913-CAFC282DC0D3}" type="pres">
      <dgm:prSet presAssocID="{7E20B590-38D0-4ECB-BA9A-E67F88EBE0DF}" presName="bgRect" presStyleLbl="bgShp" presStyleIdx="3" presStyleCnt="5"/>
      <dgm:spPr/>
    </dgm:pt>
    <dgm:pt modelId="{07B06D77-7D4A-427A-B079-AE7B8EA4AF95}" type="pres">
      <dgm:prSet presAssocID="{7E20B590-38D0-4ECB-BA9A-E67F88EBE0D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 with solid fill"/>
        </a:ext>
      </dgm:extLst>
    </dgm:pt>
    <dgm:pt modelId="{9832FFA1-2DC9-47BB-9BF5-C618AB962B62}" type="pres">
      <dgm:prSet presAssocID="{7E20B590-38D0-4ECB-BA9A-E67F88EBE0DF}" presName="spaceRect" presStyleCnt="0"/>
      <dgm:spPr/>
    </dgm:pt>
    <dgm:pt modelId="{1EA3FADE-D8B5-4507-AC94-41E077D28696}" type="pres">
      <dgm:prSet presAssocID="{7E20B590-38D0-4ECB-BA9A-E67F88EBE0DF}" presName="parTx" presStyleLbl="revTx" presStyleIdx="3" presStyleCnt="5">
        <dgm:presLayoutVars>
          <dgm:chMax val="0"/>
          <dgm:chPref val="0"/>
        </dgm:presLayoutVars>
      </dgm:prSet>
      <dgm:spPr/>
    </dgm:pt>
    <dgm:pt modelId="{9EED4B39-FAF2-4E43-9DBF-A0F474A65FF4}" type="pres">
      <dgm:prSet presAssocID="{10E0789C-924C-4980-B476-FD680A45EEF2}" presName="sibTrans" presStyleCnt="0"/>
      <dgm:spPr/>
    </dgm:pt>
    <dgm:pt modelId="{24F16AD3-9FE7-4D71-9E26-D9A85AA20366}" type="pres">
      <dgm:prSet presAssocID="{8E454D5A-131C-42B2-8FB9-8BFFC1348CCC}" presName="compNode" presStyleCnt="0"/>
      <dgm:spPr/>
    </dgm:pt>
    <dgm:pt modelId="{50B8C609-E0B3-4FB2-9FDF-D9BB08F74D4B}" type="pres">
      <dgm:prSet presAssocID="{8E454D5A-131C-42B2-8FB9-8BFFC1348CCC}" presName="bgRect" presStyleLbl="bgShp" presStyleIdx="4" presStyleCnt="5"/>
      <dgm:spPr/>
    </dgm:pt>
    <dgm:pt modelId="{B4E54B4A-B95C-4752-B98F-036698CA48BE}" type="pres">
      <dgm:prSet presAssocID="{8E454D5A-131C-42B2-8FB9-8BFFC1348CC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 with solid fill"/>
        </a:ext>
      </dgm:extLst>
    </dgm:pt>
    <dgm:pt modelId="{F847A9CE-0E76-46DF-8E32-140E47FFD95F}" type="pres">
      <dgm:prSet presAssocID="{8E454D5A-131C-42B2-8FB9-8BFFC1348CCC}" presName="spaceRect" presStyleCnt="0"/>
      <dgm:spPr/>
    </dgm:pt>
    <dgm:pt modelId="{BCFECD8B-6A6F-4FEC-AA42-D316A7B41168}" type="pres">
      <dgm:prSet presAssocID="{8E454D5A-131C-42B2-8FB9-8BFFC1348CCC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970920C-B929-49C2-8437-BAC57DDDA9BF}" srcId="{F9B9FC2A-95E4-4DB8-BC70-687346FDB929}" destId="{0C26176D-C492-4312-A1C5-E522BE180096}" srcOrd="0" destOrd="0" parTransId="{19F0475F-3B14-4085-9828-3740E0F59927}" sibTransId="{00D4B23E-957B-4B85-BCF7-FC59FE567F3C}"/>
    <dgm:cxn modelId="{2FB5DF13-142B-46AD-BE08-5EB7E8AF6290}" srcId="{F9B9FC2A-95E4-4DB8-BC70-687346FDB929}" destId="{1C88F448-429B-45D3-BBA3-D45570DFF730}" srcOrd="1" destOrd="0" parTransId="{C04FB20D-AA03-4BDF-ADDC-105154080B03}" sibTransId="{C398F7E2-D652-4DEE-9E6E-C33DDD66E17E}"/>
    <dgm:cxn modelId="{F3077F24-346E-48AE-B250-07A00C92E8E6}" type="presOf" srcId="{8E4A2FB6-F0E9-4684-A60F-A99D196AF56F}" destId="{4BD0E37E-4510-4D00-95E3-67C83FA8073C}" srcOrd="0" destOrd="0" presId="urn:microsoft.com/office/officeart/2018/2/layout/IconVerticalSolidList"/>
    <dgm:cxn modelId="{A51B8B3A-9D15-4D4D-8B9C-94109D7A92A7}" srcId="{F9B9FC2A-95E4-4DB8-BC70-687346FDB929}" destId="{8E454D5A-131C-42B2-8FB9-8BFFC1348CCC}" srcOrd="4" destOrd="0" parTransId="{C86EC3C1-0B85-49BF-9927-053853552A15}" sibTransId="{BEB758AE-1C6F-4FA0-8399-81995E9BFB1A}"/>
    <dgm:cxn modelId="{EC32C55D-B575-4D69-9877-02A2FC4BE4A9}" srcId="{F9B9FC2A-95E4-4DB8-BC70-687346FDB929}" destId="{8E4A2FB6-F0E9-4684-A60F-A99D196AF56F}" srcOrd="2" destOrd="0" parTransId="{C7768C7B-5FE3-4CB7-8C19-D589E9ACE45A}" sibTransId="{599B255B-C2E9-41F9-9E0A-D33278F8B355}"/>
    <dgm:cxn modelId="{22E6165E-57A5-4FCE-B018-695F4CA115F9}" srcId="{F9B9FC2A-95E4-4DB8-BC70-687346FDB929}" destId="{7E20B590-38D0-4ECB-BA9A-E67F88EBE0DF}" srcOrd="3" destOrd="0" parTransId="{1CAA94FC-9724-44B3-850C-97A87478DB71}" sibTransId="{10E0789C-924C-4980-B476-FD680A45EEF2}"/>
    <dgm:cxn modelId="{C1F6D243-E58A-4FE8-83E7-3A2517066E77}" type="presOf" srcId="{1C88F448-429B-45D3-BBA3-D45570DFF730}" destId="{CF403347-5B35-401A-B7F8-DE9EC17165BF}" srcOrd="0" destOrd="0" presId="urn:microsoft.com/office/officeart/2018/2/layout/IconVerticalSolidList"/>
    <dgm:cxn modelId="{735BEF7E-6264-4D2E-8B0A-8C3C3EAE56B6}" type="presOf" srcId="{8E454D5A-131C-42B2-8FB9-8BFFC1348CCC}" destId="{BCFECD8B-6A6F-4FEC-AA42-D316A7B41168}" srcOrd="0" destOrd="0" presId="urn:microsoft.com/office/officeart/2018/2/layout/IconVerticalSolidList"/>
    <dgm:cxn modelId="{5BCB3191-421C-4E7F-A1E1-1B9B59DD58E5}" type="presOf" srcId="{F9B9FC2A-95E4-4DB8-BC70-687346FDB929}" destId="{4147953F-A707-4CBE-92FB-FA193B91A6F4}" srcOrd="0" destOrd="0" presId="urn:microsoft.com/office/officeart/2018/2/layout/IconVerticalSolidList"/>
    <dgm:cxn modelId="{BAC6C0C1-2E2C-4019-BDD8-C4BC5158373F}" type="presOf" srcId="{7E20B590-38D0-4ECB-BA9A-E67F88EBE0DF}" destId="{1EA3FADE-D8B5-4507-AC94-41E077D28696}" srcOrd="0" destOrd="0" presId="urn:microsoft.com/office/officeart/2018/2/layout/IconVerticalSolidList"/>
    <dgm:cxn modelId="{AC3753DD-0D51-4977-AAC9-4CAE9BA88B30}" type="presOf" srcId="{0C26176D-C492-4312-A1C5-E522BE180096}" destId="{02BB3F18-FD7F-4D47-BE1D-33AD7D93B599}" srcOrd="0" destOrd="0" presId="urn:microsoft.com/office/officeart/2018/2/layout/IconVerticalSolidList"/>
    <dgm:cxn modelId="{95568FAA-9B48-47C6-89AB-748D65BEA50E}" type="presParOf" srcId="{4147953F-A707-4CBE-92FB-FA193B91A6F4}" destId="{60512083-E88C-4595-8967-8628B86C3AF4}" srcOrd="0" destOrd="0" presId="urn:microsoft.com/office/officeart/2018/2/layout/IconVerticalSolidList"/>
    <dgm:cxn modelId="{BBE733B8-4776-4F6C-8A37-2A301BF68BC8}" type="presParOf" srcId="{60512083-E88C-4595-8967-8628B86C3AF4}" destId="{FC9B00A6-32FF-494E-BF8D-8590AB74E54C}" srcOrd="0" destOrd="0" presId="urn:microsoft.com/office/officeart/2018/2/layout/IconVerticalSolidList"/>
    <dgm:cxn modelId="{D5FF86FE-4A3D-452E-9C1D-3136C8C8411D}" type="presParOf" srcId="{60512083-E88C-4595-8967-8628B86C3AF4}" destId="{89B44B39-F754-4C8B-B21D-294CA1702B58}" srcOrd="1" destOrd="0" presId="urn:microsoft.com/office/officeart/2018/2/layout/IconVerticalSolidList"/>
    <dgm:cxn modelId="{0236454D-7649-48A9-90F9-7BBA16980F24}" type="presParOf" srcId="{60512083-E88C-4595-8967-8628B86C3AF4}" destId="{24FBFAAD-E7B3-4979-97C4-8463F45F7B53}" srcOrd="2" destOrd="0" presId="urn:microsoft.com/office/officeart/2018/2/layout/IconVerticalSolidList"/>
    <dgm:cxn modelId="{2246458C-61B4-4470-AD5D-5C72A7B1ED2C}" type="presParOf" srcId="{60512083-E88C-4595-8967-8628B86C3AF4}" destId="{02BB3F18-FD7F-4D47-BE1D-33AD7D93B599}" srcOrd="3" destOrd="0" presId="urn:microsoft.com/office/officeart/2018/2/layout/IconVerticalSolidList"/>
    <dgm:cxn modelId="{320D59CB-0DA4-4F66-B737-AD95CF01B3C9}" type="presParOf" srcId="{4147953F-A707-4CBE-92FB-FA193B91A6F4}" destId="{DC46993E-8461-4BA0-AC24-130CC84421D1}" srcOrd="1" destOrd="0" presId="urn:microsoft.com/office/officeart/2018/2/layout/IconVerticalSolidList"/>
    <dgm:cxn modelId="{1FCC6A6D-DEBA-4B99-B6C4-D59094D588FD}" type="presParOf" srcId="{4147953F-A707-4CBE-92FB-FA193B91A6F4}" destId="{507067B4-FC0D-4543-BDA2-45F28784D310}" srcOrd="2" destOrd="0" presId="urn:microsoft.com/office/officeart/2018/2/layout/IconVerticalSolidList"/>
    <dgm:cxn modelId="{F46D5733-3877-4471-BEFD-A0F0CE513F64}" type="presParOf" srcId="{507067B4-FC0D-4543-BDA2-45F28784D310}" destId="{899C9418-5BEE-493C-A169-220227FF4A96}" srcOrd="0" destOrd="0" presId="urn:microsoft.com/office/officeart/2018/2/layout/IconVerticalSolidList"/>
    <dgm:cxn modelId="{B60D385B-6E46-47AA-AB44-38BA1F1BA64F}" type="presParOf" srcId="{507067B4-FC0D-4543-BDA2-45F28784D310}" destId="{26D309BF-2D7E-4E4B-97C1-B2FFDF742925}" srcOrd="1" destOrd="0" presId="urn:microsoft.com/office/officeart/2018/2/layout/IconVerticalSolidList"/>
    <dgm:cxn modelId="{EE20593B-50EE-409A-967D-068869F7D6F6}" type="presParOf" srcId="{507067B4-FC0D-4543-BDA2-45F28784D310}" destId="{6B7A6452-252E-4A34-A88F-2B1B987D56D0}" srcOrd="2" destOrd="0" presId="urn:microsoft.com/office/officeart/2018/2/layout/IconVerticalSolidList"/>
    <dgm:cxn modelId="{3D4BDE7A-C32D-4614-A99B-CC7A81D4AF20}" type="presParOf" srcId="{507067B4-FC0D-4543-BDA2-45F28784D310}" destId="{CF403347-5B35-401A-B7F8-DE9EC17165BF}" srcOrd="3" destOrd="0" presId="urn:microsoft.com/office/officeart/2018/2/layout/IconVerticalSolidList"/>
    <dgm:cxn modelId="{D0930A25-F02B-4827-A4AE-9FE40B1FC569}" type="presParOf" srcId="{4147953F-A707-4CBE-92FB-FA193B91A6F4}" destId="{EB3AC6C7-5701-4C00-B951-5C2B6A960075}" srcOrd="3" destOrd="0" presId="urn:microsoft.com/office/officeart/2018/2/layout/IconVerticalSolidList"/>
    <dgm:cxn modelId="{130E7AC4-1B25-43EA-9C97-26A0F2784B65}" type="presParOf" srcId="{4147953F-A707-4CBE-92FB-FA193B91A6F4}" destId="{6842015C-C8B0-4768-8251-E57FC3E73502}" srcOrd="4" destOrd="0" presId="urn:microsoft.com/office/officeart/2018/2/layout/IconVerticalSolidList"/>
    <dgm:cxn modelId="{74101E2E-3856-4466-AFF7-C0CDEAC72C7D}" type="presParOf" srcId="{6842015C-C8B0-4768-8251-E57FC3E73502}" destId="{D2305C7E-7541-4C46-AA1C-32DEABD5C0E1}" srcOrd="0" destOrd="0" presId="urn:microsoft.com/office/officeart/2018/2/layout/IconVerticalSolidList"/>
    <dgm:cxn modelId="{1CCF6952-77D1-4715-B656-813DD521D30B}" type="presParOf" srcId="{6842015C-C8B0-4768-8251-E57FC3E73502}" destId="{3BA205E3-3349-4542-9244-BA856229AF07}" srcOrd="1" destOrd="0" presId="urn:microsoft.com/office/officeart/2018/2/layout/IconVerticalSolidList"/>
    <dgm:cxn modelId="{0FC657B8-AD70-45E0-A562-E8C819B653D3}" type="presParOf" srcId="{6842015C-C8B0-4768-8251-E57FC3E73502}" destId="{697E8D32-4167-455B-B274-E165996445D6}" srcOrd="2" destOrd="0" presId="urn:microsoft.com/office/officeart/2018/2/layout/IconVerticalSolidList"/>
    <dgm:cxn modelId="{401844D7-A08F-4460-895B-4CAD3B58EADF}" type="presParOf" srcId="{6842015C-C8B0-4768-8251-E57FC3E73502}" destId="{4BD0E37E-4510-4D00-95E3-67C83FA8073C}" srcOrd="3" destOrd="0" presId="urn:microsoft.com/office/officeart/2018/2/layout/IconVerticalSolidList"/>
    <dgm:cxn modelId="{A1A8444D-4E47-4F1C-9C23-A2A609AC16EC}" type="presParOf" srcId="{4147953F-A707-4CBE-92FB-FA193B91A6F4}" destId="{B4D7FC14-4463-409D-BB49-200FEE7BF32A}" srcOrd="5" destOrd="0" presId="urn:microsoft.com/office/officeart/2018/2/layout/IconVerticalSolidList"/>
    <dgm:cxn modelId="{D1F80C4B-AF41-4D34-9708-311FABB0DFF3}" type="presParOf" srcId="{4147953F-A707-4CBE-92FB-FA193B91A6F4}" destId="{A5566F77-7867-4B24-833E-7746E3B2BB96}" srcOrd="6" destOrd="0" presId="urn:microsoft.com/office/officeart/2018/2/layout/IconVerticalSolidList"/>
    <dgm:cxn modelId="{F8407363-D276-4DB7-964A-1474F58BA7C7}" type="presParOf" srcId="{A5566F77-7867-4B24-833E-7746E3B2BB96}" destId="{C93A31FA-8B57-4A8B-8913-CAFC282DC0D3}" srcOrd="0" destOrd="0" presId="urn:microsoft.com/office/officeart/2018/2/layout/IconVerticalSolidList"/>
    <dgm:cxn modelId="{420D5CD2-01CF-4A27-8B5A-981604390341}" type="presParOf" srcId="{A5566F77-7867-4B24-833E-7746E3B2BB96}" destId="{07B06D77-7D4A-427A-B079-AE7B8EA4AF95}" srcOrd="1" destOrd="0" presId="urn:microsoft.com/office/officeart/2018/2/layout/IconVerticalSolidList"/>
    <dgm:cxn modelId="{4266C13E-6D56-4721-8172-483BA6BF8CBC}" type="presParOf" srcId="{A5566F77-7867-4B24-833E-7746E3B2BB96}" destId="{9832FFA1-2DC9-47BB-9BF5-C618AB962B62}" srcOrd="2" destOrd="0" presId="urn:microsoft.com/office/officeart/2018/2/layout/IconVerticalSolidList"/>
    <dgm:cxn modelId="{5B95C941-90A8-4CE8-ADA7-89C785DACDC2}" type="presParOf" srcId="{A5566F77-7867-4B24-833E-7746E3B2BB96}" destId="{1EA3FADE-D8B5-4507-AC94-41E077D28696}" srcOrd="3" destOrd="0" presId="urn:microsoft.com/office/officeart/2018/2/layout/IconVerticalSolidList"/>
    <dgm:cxn modelId="{6ED9DFC5-A645-44A3-93B4-93D7ED391B8C}" type="presParOf" srcId="{4147953F-A707-4CBE-92FB-FA193B91A6F4}" destId="{9EED4B39-FAF2-4E43-9DBF-A0F474A65FF4}" srcOrd="7" destOrd="0" presId="urn:microsoft.com/office/officeart/2018/2/layout/IconVerticalSolidList"/>
    <dgm:cxn modelId="{1B995691-FE17-4F75-8242-3F46C419ED98}" type="presParOf" srcId="{4147953F-A707-4CBE-92FB-FA193B91A6F4}" destId="{24F16AD3-9FE7-4D71-9E26-D9A85AA20366}" srcOrd="8" destOrd="0" presId="urn:microsoft.com/office/officeart/2018/2/layout/IconVerticalSolidList"/>
    <dgm:cxn modelId="{AE9A844C-F984-45E3-B4B3-9E2391D2E854}" type="presParOf" srcId="{24F16AD3-9FE7-4D71-9E26-D9A85AA20366}" destId="{50B8C609-E0B3-4FB2-9FDF-D9BB08F74D4B}" srcOrd="0" destOrd="0" presId="urn:microsoft.com/office/officeart/2018/2/layout/IconVerticalSolidList"/>
    <dgm:cxn modelId="{192D0C5C-16EA-46C6-A411-A27C9E9353E8}" type="presParOf" srcId="{24F16AD3-9FE7-4D71-9E26-D9A85AA20366}" destId="{B4E54B4A-B95C-4752-B98F-036698CA48BE}" srcOrd="1" destOrd="0" presId="urn:microsoft.com/office/officeart/2018/2/layout/IconVerticalSolidList"/>
    <dgm:cxn modelId="{EFE3BD38-BCE8-49C4-B8BD-CC826A83D14B}" type="presParOf" srcId="{24F16AD3-9FE7-4D71-9E26-D9A85AA20366}" destId="{F847A9CE-0E76-46DF-8E32-140E47FFD95F}" srcOrd="2" destOrd="0" presId="urn:microsoft.com/office/officeart/2018/2/layout/IconVerticalSolidList"/>
    <dgm:cxn modelId="{FC95E25C-77F8-437F-BAE1-A44B559E3A00}" type="presParOf" srcId="{24F16AD3-9FE7-4D71-9E26-D9A85AA20366}" destId="{BCFECD8B-6A6F-4FEC-AA42-D316A7B4116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B0B5EB-0E60-4B5C-A584-21FEF030C20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4503758-8A30-4363-B1D2-A7855A21C8A5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Finish</a:t>
          </a:r>
          <a:r>
            <a:rPr lang="en-US" baseline="0"/>
            <a:t> </a:t>
          </a:r>
          <a:r>
            <a:rPr lang="en-US">
              <a:latin typeface="Century Gothic" panose="020B0502020202020204"/>
            </a:rPr>
            <a:t>Full Files</a:t>
          </a:r>
          <a:endParaRPr lang="en-US"/>
        </a:p>
      </dgm:t>
    </dgm:pt>
    <dgm:pt modelId="{E37AD385-F314-4B19-9862-6F78117704B2}" type="parTrans" cxnId="{402E0988-73C6-46AF-AD7F-0A38C49FBFCF}">
      <dgm:prSet/>
      <dgm:spPr/>
      <dgm:t>
        <a:bodyPr/>
        <a:lstStyle/>
        <a:p>
          <a:endParaRPr lang="en-US"/>
        </a:p>
      </dgm:t>
    </dgm:pt>
    <dgm:pt modelId="{7E664AE6-1533-4CF3-BA0D-DD68EB91CACB}" type="sibTrans" cxnId="{402E0988-73C6-46AF-AD7F-0A38C49FBFCF}">
      <dgm:prSet/>
      <dgm:spPr/>
      <dgm:t>
        <a:bodyPr/>
        <a:lstStyle/>
        <a:p>
          <a:endParaRPr lang="en-US"/>
        </a:p>
      </dgm:t>
    </dgm:pt>
    <dgm:pt modelId="{08CDF594-CA3E-4979-B758-303167A34605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Century Gothic" panose="020B0502020202020204"/>
            </a:rPr>
            <a:t>Summary of Findings</a:t>
          </a:r>
          <a:endParaRPr lang="en-US"/>
        </a:p>
      </dgm:t>
    </dgm:pt>
    <dgm:pt modelId="{95BD0C8D-6AE3-42A6-9BD4-0CF8447D9313}" type="parTrans" cxnId="{14382FA8-E646-4792-BA2B-DD63C5DF6DA0}">
      <dgm:prSet/>
      <dgm:spPr/>
      <dgm:t>
        <a:bodyPr/>
        <a:lstStyle/>
        <a:p>
          <a:endParaRPr lang="en-US"/>
        </a:p>
      </dgm:t>
    </dgm:pt>
    <dgm:pt modelId="{7C866C6D-6B57-480E-8899-063B1EA9A47D}" type="sibTrans" cxnId="{14382FA8-E646-4792-BA2B-DD63C5DF6DA0}">
      <dgm:prSet/>
      <dgm:spPr/>
      <dgm:t>
        <a:bodyPr/>
        <a:lstStyle/>
        <a:p>
          <a:endParaRPr lang="en-US"/>
        </a:p>
      </dgm:t>
    </dgm:pt>
    <dgm:pt modelId="{79BCD9C6-29AB-49D0-9BE0-93C7096F186C}">
      <dgm:prSet phldr="0"/>
      <dgm:spPr/>
      <dgm:t>
        <a:bodyPr/>
        <a:lstStyle/>
        <a:p>
          <a:pPr rtl="0">
            <a:lnSpc>
              <a:spcPct val="100000"/>
            </a:lnSpc>
            <a:defRPr cap="all"/>
          </a:pPr>
          <a:r>
            <a:rPr lang="en-US">
              <a:latin typeface="Century Gothic" panose="020B0502020202020204"/>
            </a:rPr>
            <a:t>Handover Document</a:t>
          </a:r>
        </a:p>
      </dgm:t>
    </dgm:pt>
    <dgm:pt modelId="{FAE851D0-E2A7-4AFB-BCBF-42ACCDE5C028}" type="parTrans" cxnId="{59369DE6-0265-4189-B453-2E25425F9175}">
      <dgm:prSet/>
      <dgm:spPr/>
      <dgm:t>
        <a:bodyPr/>
        <a:lstStyle/>
        <a:p>
          <a:endParaRPr lang="en-US"/>
        </a:p>
      </dgm:t>
    </dgm:pt>
    <dgm:pt modelId="{7597D19F-D3C8-4322-BF07-62B54D7EF221}" type="sibTrans" cxnId="{59369DE6-0265-4189-B453-2E25425F9175}">
      <dgm:prSet/>
      <dgm:spPr/>
      <dgm:t>
        <a:bodyPr/>
        <a:lstStyle/>
        <a:p>
          <a:endParaRPr lang="en-US"/>
        </a:p>
      </dgm:t>
    </dgm:pt>
    <dgm:pt modelId="{A153C699-A815-4456-8F40-F77AB829AB95}" type="pres">
      <dgm:prSet presAssocID="{73B0B5EB-0E60-4B5C-A584-21FEF030C204}" presName="root" presStyleCnt="0">
        <dgm:presLayoutVars>
          <dgm:dir/>
          <dgm:resizeHandles val="exact"/>
        </dgm:presLayoutVars>
      </dgm:prSet>
      <dgm:spPr/>
    </dgm:pt>
    <dgm:pt modelId="{71A98820-D6C0-4E2E-8345-4279B6F0C03E}" type="pres">
      <dgm:prSet presAssocID="{C4503758-8A30-4363-B1D2-A7855A21C8A5}" presName="compNode" presStyleCnt="0"/>
      <dgm:spPr/>
    </dgm:pt>
    <dgm:pt modelId="{063B5610-D17C-422D-B4E2-42C7C791A892}" type="pres">
      <dgm:prSet presAssocID="{C4503758-8A30-4363-B1D2-A7855A21C8A5}" presName="iconBgRect" presStyleLbl="bgShp" presStyleIdx="0" presStyleCnt="3"/>
      <dgm:spPr/>
    </dgm:pt>
    <dgm:pt modelId="{360D8617-609B-461F-8837-A560D1112660}" type="pres">
      <dgm:prSet presAssocID="{C4503758-8A30-4363-B1D2-A7855A21C8A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 male with solid fill"/>
        </a:ext>
      </dgm:extLst>
    </dgm:pt>
    <dgm:pt modelId="{438A0099-10EA-4829-92B6-F026FD576A1C}" type="pres">
      <dgm:prSet presAssocID="{C4503758-8A30-4363-B1D2-A7855A21C8A5}" presName="spaceRect" presStyleCnt="0"/>
      <dgm:spPr/>
    </dgm:pt>
    <dgm:pt modelId="{39D616EC-352D-42FD-8047-4BFD2FF83CE3}" type="pres">
      <dgm:prSet presAssocID="{C4503758-8A30-4363-B1D2-A7855A21C8A5}" presName="textRect" presStyleLbl="revTx" presStyleIdx="0" presStyleCnt="3">
        <dgm:presLayoutVars>
          <dgm:chMax val="1"/>
          <dgm:chPref val="1"/>
        </dgm:presLayoutVars>
      </dgm:prSet>
      <dgm:spPr/>
    </dgm:pt>
    <dgm:pt modelId="{EF7ED3E8-2E0F-487C-8E47-953FAF7139F1}" type="pres">
      <dgm:prSet presAssocID="{7E664AE6-1533-4CF3-BA0D-DD68EB91CACB}" presName="sibTrans" presStyleCnt="0"/>
      <dgm:spPr/>
    </dgm:pt>
    <dgm:pt modelId="{BD3C3A10-0F9E-49E2-A435-A5113D15EB70}" type="pres">
      <dgm:prSet presAssocID="{08CDF594-CA3E-4979-B758-303167A34605}" presName="compNode" presStyleCnt="0"/>
      <dgm:spPr/>
    </dgm:pt>
    <dgm:pt modelId="{B9E3CEEB-09CD-4570-8187-5E58C56A393A}" type="pres">
      <dgm:prSet presAssocID="{08CDF594-CA3E-4979-B758-303167A34605}" presName="iconBgRect" presStyleLbl="bgShp" presStyleIdx="1" presStyleCnt="3"/>
      <dgm:spPr/>
    </dgm:pt>
    <dgm:pt modelId="{FBC92A78-35D4-4F12-B718-1598FFA56A0C}" type="pres">
      <dgm:prSet presAssocID="{08CDF594-CA3E-4979-B758-303167A3460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 with solid fill"/>
        </a:ext>
      </dgm:extLst>
    </dgm:pt>
    <dgm:pt modelId="{A3E472CB-8CD2-4154-9858-8E0C64EF0739}" type="pres">
      <dgm:prSet presAssocID="{08CDF594-CA3E-4979-B758-303167A34605}" presName="spaceRect" presStyleCnt="0"/>
      <dgm:spPr/>
    </dgm:pt>
    <dgm:pt modelId="{3542F2B8-419D-4DAC-A71C-4BAB13B4225A}" type="pres">
      <dgm:prSet presAssocID="{08CDF594-CA3E-4979-B758-303167A34605}" presName="textRect" presStyleLbl="revTx" presStyleIdx="1" presStyleCnt="3">
        <dgm:presLayoutVars>
          <dgm:chMax val="1"/>
          <dgm:chPref val="1"/>
        </dgm:presLayoutVars>
      </dgm:prSet>
      <dgm:spPr/>
    </dgm:pt>
    <dgm:pt modelId="{9A711531-9597-4F9E-9E19-E03901E425CE}" type="pres">
      <dgm:prSet presAssocID="{7C866C6D-6B57-480E-8899-063B1EA9A47D}" presName="sibTrans" presStyleCnt="0"/>
      <dgm:spPr/>
    </dgm:pt>
    <dgm:pt modelId="{6A119C3D-421E-4B23-908F-AAF2D6053826}" type="pres">
      <dgm:prSet presAssocID="{79BCD9C6-29AB-49D0-9BE0-93C7096F186C}" presName="compNode" presStyleCnt="0"/>
      <dgm:spPr/>
    </dgm:pt>
    <dgm:pt modelId="{A42076C8-81F6-46BD-A93B-822D0C26845E}" type="pres">
      <dgm:prSet presAssocID="{79BCD9C6-29AB-49D0-9BE0-93C7096F186C}" presName="iconBgRect" presStyleLbl="bgShp" presStyleIdx="2" presStyleCnt="3"/>
      <dgm:spPr/>
    </dgm:pt>
    <dgm:pt modelId="{A1BBB953-FC1A-4081-9F1A-0BC57C72E777}" type="pres">
      <dgm:prSet presAssocID="{79BCD9C6-29AB-49D0-9BE0-93C7096F186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 with solid fill"/>
        </a:ext>
      </dgm:extLst>
    </dgm:pt>
    <dgm:pt modelId="{45E972D0-3E63-44BE-8F5B-86371CCBE81A}" type="pres">
      <dgm:prSet presAssocID="{79BCD9C6-29AB-49D0-9BE0-93C7096F186C}" presName="spaceRect" presStyleCnt="0"/>
      <dgm:spPr/>
    </dgm:pt>
    <dgm:pt modelId="{046E5B25-3AC1-47F1-BC60-565CDBE0FF45}" type="pres">
      <dgm:prSet presAssocID="{79BCD9C6-29AB-49D0-9BE0-93C7096F186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08DAB2F-789D-46C8-BF5B-294A2B555869}" type="presOf" srcId="{79BCD9C6-29AB-49D0-9BE0-93C7096F186C}" destId="{046E5B25-3AC1-47F1-BC60-565CDBE0FF45}" srcOrd="0" destOrd="0" presId="urn:microsoft.com/office/officeart/2018/5/layout/IconCircleLabelList"/>
    <dgm:cxn modelId="{050F6E6F-0A0A-4995-950B-4BF62C5BF7FA}" type="presOf" srcId="{C4503758-8A30-4363-B1D2-A7855A21C8A5}" destId="{39D616EC-352D-42FD-8047-4BFD2FF83CE3}" srcOrd="0" destOrd="0" presId="urn:microsoft.com/office/officeart/2018/5/layout/IconCircleLabelList"/>
    <dgm:cxn modelId="{402E0988-73C6-46AF-AD7F-0A38C49FBFCF}" srcId="{73B0B5EB-0E60-4B5C-A584-21FEF030C204}" destId="{C4503758-8A30-4363-B1D2-A7855A21C8A5}" srcOrd="0" destOrd="0" parTransId="{E37AD385-F314-4B19-9862-6F78117704B2}" sibTransId="{7E664AE6-1533-4CF3-BA0D-DD68EB91CACB}"/>
    <dgm:cxn modelId="{14382FA8-E646-4792-BA2B-DD63C5DF6DA0}" srcId="{73B0B5EB-0E60-4B5C-A584-21FEF030C204}" destId="{08CDF594-CA3E-4979-B758-303167A34605}" srcOrd="1" destOrd="0" parTransId="{95BD0C8D-6AE3-42A6-9BD4-0CF8447D9313}" sibTransId="{7C866C6D-6B57-480E-8899-063B1EA9A47D}"/>
    <dgm:cxn modelId="{52F4C1DC-0A1B-4902-AE72-6F038B53CE69}" type="presOf" srcId="{73B0B5EB-0E60-4B5C-A584-21FEF030C204}" destId="{A153C699-A815-4456-8F40-F77AB829AB95}" srcOrd="0" destOrd="0" presId="urn:microsoft.com/office/officeart/2018/5/layout/IconCircleLabelList"/>
    <dgm:cxn modelId="{59369DE6-0265-4189-B453-2E25425F9175}" srcId="{73B0B5EB-0E60-4B5C-A584-21FEF030C204}" destId="{79BCD9C6-29AB-49D0-9BE0-93C7096F186C}" srcOrd="2" destOrd="0" parTransId="{FAE851D0-E2A7-4AFB-BCBF-42ACCDE5C028}" sibTransId="{7597D19F-D3C8-4322-BF07-62B54D7EF221}"/>
    <dgm:cxn modelId="{790782FD-B024-4B27-B732-96F2580F7EEB}" type="presOf" srcId="{08CDF594-CA3E-4979-B758-303167A34605}" destId="{3542F2B8-419D-4DAC-A71C-4BAB13B4225A}" srcOrd="0" destOrd="0" presId="urn:microsoft.com/office/officeart/2018/5/layout/IconCircleLabelList"/>
    <dgm:cxn modelId="{377AA0B3-589B-4D06-BCA1-DDC986DBB770}" type="presParOf" srcId="{A153C699-A815-4456-8F40-F77AB829AB95}" destId="{71A98820-D6C0-4E2E-8345-4279B6F0C03E}" srcOrd="0" destOrd="0" presId="urn:microsoft.com/office/officeart/2018/5/layout/IconCircleLabelList"/>
    <dgm:cxn modelId="{ECB75820-AC68-4C91-8DA8-047ED60C6B43}" type="presParOf" srcId="{71A98820-D6C0-4E2E-8345-4279B6F0C03E}" destId="{063B5610-D17C-422D-B4E2-42C7C791A892}" srcOrd="0" destOrd="0" presId="urn:microsoft.com/office/officeart/2018/5/layout/IconCircleLabelList"/>
    <dgm:cxn modelId="{F33C0170-F0F4-443D-8B6F-BD0D15087C53}" type="presParOf" srcId="{71A98820-D6C0-4E2E-8345-4279B6F0C03E}" destId="{360D8617-609B-461F-8837-A560D1112660}" srcOrd="1" destOrd="0" presId="urn:microsoft.com/office/officeart/2018/5/layout/IconCircleLabelList"/>
    <dgm:cxn modelId="{DE12C556-64F0-4E16-8411-801D78D7B99C}" type="presParOf" srcId="{71A98820-D6C0-4E2E-8345-4279B6F0C03E}" destId="{438A0099-10EA-4829-92B6-F026FD576A1C}" srcOrd="2" destOrd="0" presId="urn:microsoft.com/office/officeart/2018/5/layout/IconCircleLabelList"/>
    <dgm:cxn modelId="{F81B205F-69BA-4D6D-A2BB-D38DCA54222C}" type="presParOf" srcId="{71A98820-D6C0-4E2E-8345-4279B6F0C03E}" destId="{39D616EC-352D-42FD-8047-4BFD2FF83CE3}" srcOrd="3" destOrd="0" presId="urn:microsoft.com/office/officeart/2018/5/layout/IconCircleLabelList"/>
    <dgm:cxn modelId="{E3468E09-228F-4D11-8965-0A2EF4B1D7A1}" type="presParOf" srcId="{A153C699-A815-4456-8F40-F77AB829AB95}" destId="{EF7ED3E8-2E0F-487C-8E47-953FAF7139F1}" srcOrd="1" destOrd="0" presId="urn:microsoft.com/office/officeart/2018/5/layout/IconCircleLabelList"/>
    <dgm:cxn modelId="{888E0110-51F1-41E7-9892-D53208E2C0EA}" type="presParOf" srcId="{A153C699-A815-4456-8F40-F77AB829AB95}" destId="{BD3C3A10-0F9E-49E2-A435-A5113D15EB70}" srcOrd="2" destOrd="0" presId="urn:microsoft.com/office/officeart/2018/5/layout/IconCircleLabelList"/>
    <dgm:cxn modelId="{255B7FE6-124F-4A09-8864-AFDBF7096E6F}" type="presParOf" srcId="{BD3C3A10-0F9E-49E2-A435-A5113D15EB70}" destId="{B9E3CEEB-09CD-4570-8187-5E58C56A393A}" srcOrd="0" destOrd="0" presId="urn:microsoft.com/office/officeart/2018/5/layout/IconCircleLabelList"/>
    <dgm:cxn modelId="{96954E92-4FA5-4DF5-85B0-69EB0EF612AA}" type="presParOf" srcId="{BD3C3A10-0F9E-49E2-A435-A5113D15EB70}" destId="{FBC92A78-35D4-4F12-B718-1598FFA56A0C}" srcOrd="1" destOrd="0" presId="urn:microsoft.com/office/officeart/2018/5/layout/IconCircleLabelList"/>
    <dgm:cxn modelId="{580A53B3-0D60-4E86-B677-C72B6C8B3C1D}" type="presParOf" srcId="{BD3C3A10-0F9E-49E2-A435-A5113D15EB70}" destId="{A3E472CB-8CD2-4154-9858-8E0C64EF0739}" srcOrd="2" destOrd="0" presId="urn:microsoft.com/office/officeart/2018/5/layout/IconCircleLabelList"/>
    <dgm:cxn modelId="{714C9F92-2453-4A25-9FA9-CDD61EF8855F}" type="presParOf" srcId="{BD3C3A10-0F9E-49E2-A435-A5113D15EB70}" destId="{3542F2B8-419D-4DAC-A71C-4BAB13B4225A}" srcOrd="3" destOrd="0" presId="urn:microsoft.com/office/officeart/2018/5/layout/IconCircleLabelList"/>
    <dgm:cxn modelId="{FD010A61-E025-4B8C-ACB9-96C48514546F}" type="presParOf" srcId="{A153C699-A815-4456-8F40-F77AB829AB95}" destId="{9A711531-9597-4F9E-9E19-E03901E425CE}" srcOrd="3" destOrd="0" presId="urn:microsoft.com/office/officeart/2018/5/layout/IconCircleLabelList"/>
    <dgm:cxn modelId="{B135FEDD-605A-4B09-B6B0-334B5ADD6A36}" type="presParOf" srcId="{A153C699-A815-4456-8F40-F77AB829AB95}" destId="{6A119C3D-421E-4B23-908F-AAF2D6053826}" srcOrd="4" destOrd="0" presId="urn:microsoft.com/office/officeart/2018/5/layout/IconCircleLabelList"/>
    <dgm:cxn modelId="{242AE2BD-A49B-44AE-9CFB-2F7F8C489713}" type="presParOf" srcId="{6A119C3D-421E-4B23-908F-AAF2D6053826}" destId="{A42076C8-81F6-46BD-A93B-822D0C26845E}" srcOrd="0" destOrd="0" presId="urn:microsoft.com/office/officeart/2018/5/layout/IconCircleLabelList"/>
    <dgm:cxn modelId="{D4FB3265-8E5B-47A8-AF9D-AFFF92D07757}" type="presParOf" srcId="{6A119C3D-421E-4B23-908F-AAF2D6053826}" destId="{A1BBB953-FC1A-4081-9F1A-0BC57C72E777}" srcOrd="1" destOrd="0" presId="urn:microsoft.com/office/officeart/2018/5/layout/IconCircleLabelList"/>
    <dgm:cxn modelId="{540B203E-4280-49F9-9A4A-9FE3F48D46AC}" type="presParOf" srcId="{6A119C3D-421E-4B23-908F-AAF2D6053826}" destId="{45E972D0-3E63-44BE-8F5B-86371CCBE81A}" srcOrd="2" destOrd="0" presId="urn:microsoft.com/office/officeart/2018/5/layout/IconCircleLabelList"/>
    <dgm:cxn modelId="{0B337F31-6F56-484D-B382-AED712A019A0}" type="presParOf" srcId="{6A119C3D-421E-4B23-908F-AAF2D6053826}" destId="{046E5B25-3AC1-47F1-BC60-565CDBE0FF4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9B00A6-32FF-494E-BF8D-8590AB74E54C}">
      <dsp:nvSpPr>
        <dsp:cNvPr id="0" name=""/>
        <dsp:cNvSpPr/>
      </dsp:nvSpPr>
      <dsp:spPr>
        <a:xfrm>
          <a:off x="0" y="3119"/>
          <a:ext cx="10508339" cy="6643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B44B39-F754-4C8B-B21D-294CA1702B58}">
      <dsp:nvSpPr>
        <dsp:cNvPr id="0" name=""/>
        <dsp:cNvSpPr/>
      </dsp:nvSpPr>
      <dsp:spPr>
        <a:xfrm>
          <a:off x="200974" y="152604"/>
          <a:ext cx="365408" cy="3654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BB3F18-FD7F-4D47-BE1D-33AD7D93B599}">
      <dsp:nvSpPr>
        <dsp:cNvPr id="0" name=""/>
        <dsp:cNvSpPr/>
      </dsp:nvSpPr>
      <dsp:spPr>
        <a:xfrm>
          <a:off x="767358" y="3119"/>
          <a:ext cx="9740981" cy="664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14" tIns="70314" rIns="70314" bIns="703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Century Schoolbook" panose="02040604050505020304"/>
            </a:rPr>
            <a:t>Monthly Prediction Model</a:t>
          </a:r>
        </a:p>
      </dsp:txBody>
      <dsp:txXfrm>
        <a:off x="767358" y="3119"/>
        <a:ext cx="9740981" cy="664379"/>
      </dsp:txXfrm>
    </dsp:sp>
    <dsp:sp modelId="{899C9418-5BEE-493C-A169-220227FF4A96}">
      <dsp:nvSpPr>
        <dsp:cNvPr id="0" name=""/>
        <dsp:cNvSpPr/>
      </dsp:nvSpPr>
      <dsp:spPr>
        <a:xfrm>
          <a:off x="0" y="833593"/>
          <a:ext cx="10508339" cy="6643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D309BF-2D7E-4E4B-97C1-B2FFDF742925}">
      <dsp:nvSpPr>
        <dsp:cNvPr id="0" name=""/>
        <dsp:cNvSpPr/>
      </dsp:nvSpPr>
      <dsp:spPr>
        <a:xfrm>
          <a:off x="200974" y="983079"/>
          <a:ext cx="365408" cy="3654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03347-5B35-401A-B7F8-DE9EC17165BF}">
      <dsp:nvSpPr>
        <dsp:cNvPr id="0" name=""/>
        <dsp:cNvSpPr/>
      </dsp:nvSpPr>
      <dsp:spPr>
        <a:xfrm>
          <a:off x="767358" y="833593"/>
          <a:ext cx="9740981" cy="664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14" tIns="70314" rIns="70314" bIns="703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Century Schoolbook" panose="02040604050505020304"/>
            </a:rPr>
            <a:t>Insights</a:t>
          </a:r>
        </a:p>
      </dsp:txBody>
      <dsp:txXfrm>
        <a:off x="767358" y="833593"/>
        <a:ext cx="9740981" cy="664379"/>
      </dsp:txXfrm>
    </dsp:sp>
    <dsp:sp modelId="{D2305C7E-7541-4C46-AA1C-32DEABD5C0E1}">
      <dsp:nvSpPr>
        <dsp:cNvPr id="0" name=""/>
        <dsp:cNvSpPr/>
      </dsp:nvSpPr>
      <dsp:spPr>
        <a:xfrm>
          <a:off x="0" y="1664068"/>
          <a:ext cx="10508339" cy="6643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A205E3-3349-4542-9244-BA856229AF07}">
      <dsp:nvSpPr>
        <dsp:cNvPr id="0" name=""/>
        <dsp:cNvSpPr/>
      </dsp:nvSpPr>
      <dsp:spPr>
        <a:xfrm>
          <a:off x="200974" y="1813554"/>
          <a:ext cx="365408" cy="3654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D0E37E-4510-4D00-95E3-67C83FA8073C}">
      <dsp:nvSpPr>
        <dsp:cNvPr id="0" name=""/>
        <dsp:cNvSpPr/>
      </dsp:nvSpPr>
      <dsp:spPr>
        <a:xfrm>
          <a:off x="767358" y="1664068"/>
          <a:ext cx="9740981" cy="664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14" tIns="70314" rIns="70314" bIns="703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Century Schoolbook" panose="02040604050505020304"/>
            </a:rPr>
            <a:t>Full files</a:t>
          </a:r>
        </a:p>
      </dsp:txBody>
      <dsp:txXfrm>
        <a:off x="767358" y="1664068"/>
        <a:ext cx="9740981" cy="664379"/>
      </dsp:txXfrm>
    </dsp:sp>
    <dsp:sp modelId="{C93A31FA-8B57-4A8B-8913-CAFC282DC0D3}">
      <dsp:nvSpPr>
        <dsp:cNvPr id="0" name=""/>
        <dsp:cNvSpPr/>
      </dsp:nvSpPr>
      <dsp:spPr>
        <a:xfrm>
          <a:off x="0" y="2494543"/>
          <a:ext cx="10508339" cy="6643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B06D77-7D4A-427A-B079-AE7B8EA4AF95}">
      <dsp:nvSpPr>
        <dsp:cNvPr id="0" name=""/>
        <dsp:cNvSpPr/>
      </dsp:nvSpPr>
      <dsp:spPr>
        <a:xfrm>
          <a:off x="200974" y="2644028"/>
          <a:ext cx="365408" cy="36540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A3FADE-D8B5-4507-AC94-41E077D28696}">
      <dsp:nvSpPr>
        <dsp:cNvPr id="0" name=""/>
        <dsp:cNvSpPr/>
      </dsp:nvSpPr>
      <dsp:spPr>
        <a:xfrm>
          <a:off x="767358" y="2494543"/>
          <a:ext cx="9740981" cy="664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14" tIns="70314" rIns="70314" bIns="703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Century Schoolbook" panose="02040604050505020304"/>
            </a:rPr>
            <a:t>Automatic feature selection</a:t>
          </a:r>
        </a:p>
      </dsp:txBody>
      <dsp:txXfrm>
        <a:off x="767358" y="2494543"/>
        <a:ext cx="9740981" cy="664379"/>
      </dsp:txXfrm>
    </dsp:sp>
    <dsp:sp modelId="{50B8C609-E0B3-4FB2-9FDF-D9BB08F74D4B}">
      <dsp:nvSpPr>
        <dsp:cNvPr id="0" name=""/>
        <dsp:cNvSpPr/>
      </dsp:nvSpPr>
      <dsp:spPr>
        <a:xfrm>
          <a:off x="0" y="3325018"/>
          <a:ext cx="10508339" cy="6643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E54B4A-B95C-4752-B98F-036698CA48BE}">
      <dsp:nvSpPr>
        <dsp:cNvPr id="0" name=""/>
        <dsp:cNvSpPr/>
      </dsp:nvSpPr>
      <dsp:spPr>
        <a:xfrm>
          <a:off x="200974" y="3474503"/>
          <a:ext cx="365408" cy="36540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FECD8B-6A6F-4FEC-AA42-D316A7B41168}">
      <dsp:nvSpPr>
        <dsp:cNvPr id="0" name=""/>
        <dsp:cNvSpPr/>
      </dsp:nvSpPr>
      <dsp:spPr>
        <a:xfrm>
          <a:off x="767358" y="3325018"/>
          <a:ext cx="9740981" cy="6643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14" tIns="70314" rIns="70314" bIns="703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Century Schoolbook" panose="02040604050505020304"/>
            </a:rPr>
            <a:t>Summary of Findings</a:t>
          </a:r>
        </a:p>
      </dsp:txBody>
      <dsp:txXfrm>
        <a:off x="767358" y="3325018"/>
        <a:ext cx="9740981" cy="6643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3B5610-D17C-422D-B4E2-42C7C791A892}">
      <dsp:nvSpPr>
        <dsp:cNvPr id="0" name=""/>
        <dsp:cNvSpPr/>
      </dsp:nvSpPr>
      <dsp:spPr>
        <a:xfrm>
          <a:off x="702434" y="59638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0D8617-609B-461F-8837-A560D1112660}">
      <dsp:nvSpPr>
        <dsp:cNvPr id="0" name=""/>
        <dsp:cNvSpPr/>
      </dsp:nvSpPr>
      <dsp:spPr>
        <a:xfrm>
          <a:off x="1119247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D616EC-352D-42FD-8047-4BFD2FF83CE3}">
      <dsp:nvSpPr>
        <dsp:cNvPr id="0" name=""/>
        <dsp:cNvSpPr/>
      </dsp:nvSpPr>
      <dsp:spPr>
        <a:xfrm>
          <a:off x="77216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Finish</a:t>
          </a:r>
          <a:r>
            <a:rPr lang="en-US" sz="2500" kern="1200" baseline="0"/>
            <a:t> </a:t>
          </a:r>
          <a:r>
            <a:rPr lang="en-US" sz="2500" kern="1200">
              <a:latin typeface="Century Gothic" panose="020B0502020202020204"/>
            </a:rPr>
            <a:t>Full Files</a:t>
          </a:r>
          <a:endParaRPr lang="en-US" sz="2500" kern="1200"/>
        </a:p>
      </dsp:txBody>
      <dsp:txXfrm>
        <a:off x="77216" y="2624638"/>
        <a:ext cx="3206250" cy="720000"/>
      </dsp:txXfrm>
    </dsp:sp>
    <dsp:sp modelId="{B9E3CEEB-09CD-4570-8187-5E58C56A393A}">
      <dsp:nvSpPr>
        <dsp:cNvPr id="0" name=""/>
        <dsp:cNvSpPr/>
      </dsp:nvSpPr>
      <dsp:spPr>
        <a:xfrm>
          <a:off x="4469778" y="59638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C92A78-35D4-4F12-B718-1598FFA56A0C}">
      <dsp:nvSpPr>
        <dsp:cNvPr id="0" name=""/>
        <dsp:cNvSpPr/>
      </dsp:nvSpPr>
      <dsp:spPr>
        <a:xfrm>
          <a:off x="4886591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2F2B8-419D-4DAC-A71C-4BAB13B4225A}">
      <dsp:nvSpPr>
        <dsp:cNvPr id="0" name=""/>
        <dsp:cNvSpPr/>
      </dsp:nvSpPr>
      <dsp:spPr>
        <a:xfrm>
          <a:off x="3844559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>
              <a:latin typeface="Century Gothic" panose="020B0502020202020204"/>
            </a:rPr>
            <a:t>Summary of Findings</a:t>
          </a:r>
          <a:endParaRPr lang="en-US" sz="2500" kern="1200"/>
        </a:p>
      </dsp:txBody>
      <dsp:txXfrm>
        <a:off x="3844559" y="2624638"/>
        <a:ext cx="3206250" cy="720000"/>
      </dsp:txXfrm>
    </dsp:sp>
    <dsp:sp modelId="{A42076C8-81F6-46BD-A93B-822D0C26845E}">
      <dsp:nvSpPr>
        <dsp:cNvPr id="0" name=""/>
        <dsp:cNvSpPr/>
      </dsp:nvSpPr>
      <dsp:spPr>
        <a:xfrm>
          <a:off x="8237122" y="59638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BBB953-FC1A-4081-9F1A-0BC57C72E777}">
      <dsp:nvSpPr>
        <dsp:cNvPr id="0" name=""/>
        <dsp:cNvSpPr/>
      </dsp:nvSpPr>
      <dsp:spPr>
        <a:xfrm>
          <a:off x="8653935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6E5B25-3AC1-47F1-BC60-565CDBE0FF45}">
      <dsp:nvSpPr>
        <dsp:cNvPr id="0" name=""/>
        <dsp:cNvSpPr/>
      </dsp:nvSpPr>
      <dsp:spPr>
        <a:xfrm>
          <a:off x="7611903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>
              <a:latin typeface="Century Gothic" panose="020B0502020202020204"/>
            </a:rPr>
            <a:t>Handover Document</a:t>
          </a:r>
        </a:p>
      </dsp:txBody>
      <dsp:txXfrm>
        <a:off x="7611903" y="2624638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CE4F11-B5CA-431B-A843-3E591B366411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69538-DCC8-4800-8157-CCE6C805D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6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8450A-CE35-4E52-A39E-02D1523F11D6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9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FBBED-D673-4AE7-A8E2-82F853D23B4D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10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A619-A5FD-4CC4-A94C-0F2D279BFCC1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8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5A1C-5E1D-4097-BF51-932E7C27C02A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5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52F42-8EDC-4568-BD72-B0A8788DD091}" type="datetime1">
              <a:rPr lang="en-US" smtClean="0"/>
              <a:t>4/25/2025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19FD-BE5F-46CF-B495-7438AC321EE4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64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816DB-8EF2-4CE7-B234-23696E50AB6A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2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11DBF-A95D-474B-99AE-32C1D634354B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94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A2D43-93CD-4C99-A85D-7A5DB4FF4561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1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BEA3-9389-4237-B77E-0884DB9A956B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75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DCE9-F265-479B-A45E-05B7DC7F0DE9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83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14883-6331-437B-8C61-E01D82442D84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933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233C-BE84-40DB-BEEC-B4CC0B76B46E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61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D977A-455B-4708-8D90-48D2C7C95D2B}" type="datetime1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435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5100-AD36-4E16-9834-B408245468FF}" type="datetime1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203B-8FFD-4F69-AA7E-002F8448E102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78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209C8-0164-460F-A507-F37915019906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8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6035E93-BCE5-4C5E-AAE6-A7A824B4CA7B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851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10087643" cy="404164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400" err="1">
                <a:solidFill>
                  <a:srgbClr val="FFFFFF"/>
                </a:solidFill>
                <a:latin typeface="Century Schoolbook"/>
              </a:rPr>
              <a:t>Intuilize</a:t>
            </a:r>
            <a:r>
              <a:rPr lang="en-US" sz="4400">
                <a:solidFill>
                  <a:srgbClr val="FFFFFF"/>
                </a:solidFill>
                <a:latin typeface="Century Schoolbook"/>
              </a:rPr>
              <a:t> – Cluster Commanders</a:t>
            </a:r>
            <a:br>
              <a:rPr lang="en-US" sz="4400">
                <a:latin typeface="Century Schoolbook"/>
              </a:rPr>
            </a:br>
            <a:r>
              <a:rPr lang="en-US" sz="4400">
                <a:solidFill>
                  <a:srgbClr val="FFFFFF"/>
                </a:solidFill>
                <a:latin typeface="Century Schoolbook"/>
              </a:rPr>
              <a:t>Customer Segmentation &amp; Prediction </a:t>
            </a:r>
            <a:br>
              <a:rPr lang="en-US" sz="4400">
                <a:latin typeface="Century Schoolbook"/>
              </a:rPr>
            </a:br>
            <a:r>
              <a:rPr lang="en-US" sz="4400">
                <a:solidFill>
                  <a:srgbClr val="FFFFFF"/>
                </a:solidFill>
                <a:latin typeface="Century Schoolbook"/>
              </a:rPr>
              <a:t>Weekly Meeting 4/25/2025</a:t>
            </a:r>
            <a:endParaRPr lang="en-US" sz="4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BFBFBF"/>
                </a:solidFill>
                <a:latin typeface="Century Schoolbook"/>
              </a:rPr>
              <a:t>Andy, Graham, Keertana, &amp; Shashank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F9164-7817-52B3-E8AB-968DD3B47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7E4204-E93C-417B-9ED0-F81552DE8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8E4A00-82CC-4AD0-B631-F820AEE4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463665DF-25B8-4EE2-8F85-921EF38BE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BB7F4E-CEB3-1DC9-D910-560961EB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Agenda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B3378DC2-950E-4B63-B833-32DE4719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14E344-C0EF-6EF9-DF71-7586FD44B7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6650128"/>
              </p:ext>
            </p:extLst>
          </p:nvPr>
        </p:nvGraphicFramePr>
        <p:xfrm>
          <a:off x="980235" y="2535029"/>
          <a:ext cx="10508340" cy="3992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BB9FA-DF38-50E2-4D72-3ADA2A08B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02111984F565}" type="slidenum"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6379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4590E-063C-8BA2-BC71-54735BADC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477" y="509839"/>
            <a:ext cx="9404723" cy="1400530"/>
          </a:xfrm>
        </p:spPr>
        <p:txBody>
          <a:bodyPr/>
          <a:lstStyle/>
          <a:p>
            <a:r>
              <a:rPr lang="en-US"/>
              <a:t>Monthly Prediction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9649D-8F81-B0A7-33F7-FE6554A15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012" y="1536837"/>
            <a:ext cx="9149200" cy="460890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/>
              <a:t>Completed</a:t>
            </a:r>
          </a:p>
          <a:p>
            <a:pPr>
              <a:buClr>
                <a:srgbClr val="8AD0D6"/>
              </a:buClr>
            </a:pPr>
            <a:r>
              <a:rPr lang="en-US" sz="2400"/>
              <a:t>High Accuracy ~</a:t>
            </a:r>
            <a:r>
              <a:rPr lang="en-US" sz="2400" b="1"/>
              <a:t>96%</a:t>
            </a:r>
          </a:p>
          <a:p>
            <a:pPr>
              <a:buClr>
                <a:srgbClr val="8AD0D6"/>
              </a:buClr>
            </a:pPr>
            <a:r>
              <a:rPr lang="en-US" sz="2400"/>
              <a:t>Value: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n-US" sz="2000" b="1" u="sng"/>
              <a:t>Proof of Concept</a:t>
            </a:r>
            <a:r>
              <a:rPr lang="en-US" sz="2000"/>
              <a:t>, </a:t>
            </a:r>
            <a:r>
              <a:rPr lang="en-US" sz="2000">
                <a:ea typeface="+mj-lt"/>
                <a:cs typeface="+mj-lt"/>
              </a:rPr>
              <a:t>laying the groundwork for more nuanced predictions</a:t>
            </a:r>
            <a:endParaRPr lang="en-US" sz="2000"/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n-US" sz="2000"/>
              <a:t>Act as </a:t>
            </a:r>
            <a:r>
              <a:rPr lang="en-US" sz="2000" b="1" u="sng"/>
              <a:t>Base Model</a:t>
            </a:r>
            <a:r>
              <a:rPr lang="en-US" sz="2000"/>
              <a:t> to predict general trend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n-US" sz="2000"/>
              <a:t>Ability to </a:t>
            </a:r>
            <a:r>
              <a:rPr lang="en-US" sz="2000" b="1" u="sng"/>
              <a:t>incorporate influence of artificial factors</a:t>
            </a:r>
            <a:r>
              <a:rPr lang="en-US" sz="2000"/>
              <a:t> (</a:t>
            </a:r>
            <a:r>
              <a:rPr lang="en-US" sz="2000" err="1"/>
              <a:t>eg</a:t>
            </a:r>
            <a:r>
              <a:rPr lang="en-US" sz="2000"/>
              <a:t>: promo codes, pricing offers)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n-US" sz="2000"/>
              <a:t>Evolve into robust tools like Customer Lifetime forecasting, Campaign planning, etc.</a:t>
            </a:r>
          </a:p>
          <a:p>
            <a:pPr>
              <a:buClr>
                <a:srgbClr val="8AD0D6"/>
              </a:buClr>
            </a:pPr>
            <a:r>
              <a:rPr lang="en-US" sz="2400"/>
              <a:t>Limitation: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n-US" sz="2000"/>
              <a:t>Data imbalance </a:t>
            </a:r>
          </a:p>
          <a:p>
            <a:pPr>
              <a:buClr>
                <a:srgbClr val="8AD0D6"/>
              </a:buClr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A7CB1-6DF7-A012-7DBD-B36C1AF92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1E0B2C8-B718-B8AE-A2F0-E53E50AC9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020694"/>
              </p:ext>
            </p:extLst>
          </p:nvPr>
        </p:nvGraphicFramePr>
        <p:xfrm>
          <a:off x="13033555" y="-206054"/>
          <a:ext cx="2994046" cy="3079381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497023">
                  <a:extLst>
                    <a:ext uri="{9D8B030D-6E8A-4147-A177-3AD203B41FA5}">
                      <a16:colId xmlns:a16="http://schemas.microsoft.com/office/drawing/2014/main" val="2055965192"/>
                    </a:ext>
                  </a:extLst>
                </a:gridCol>
                <a:gridCol w="1497023">
                  <a:extLst>
                    <a:ext uri="{9D8B030D-6E8A-4147-A177-3AD203B41FA5}">
                      <a16:colId xmlns:a16="http://schemas.microsoft.com/office/drawing/2014/main" val="684235585"/>
                    </a:ext>
                  </a:extLst>
                </a:gridCol>
              </a:tblGrid>
              <a:tr h="610501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No of Customers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899936"/>
                  </a:ext>
                </a:extLst>
              </a:tr>
              <a:tr h="61050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Rock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954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688823"/>
                  </a:ext>
                </a:extLst>
              </a:tr>
              <a:tr h="347647">
                <a:tc>
                  <a:txBody>
                    <a:bodyPr/>
                    <a:lstStyle/>
                    <a:p>
                      <a:r>
                        <a:rPr lang="en-US"/>
                        <a:t>Bronze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63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33725"/>
                  </a:ext>
                </a:extLst>
              </a:tr>
              <a:tr h="347647">
                <a:tc>
                  <a:txBody>
                    <a:bodyPr/>
                    <a:lstStyle/>
                    <a:p>
                      <a:r>
                        <a:rPr lang="en-US"/>
                        <a:t>Silver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14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482730"/>
                  </a:ext>
                </a:extLst>
              </a:tr>
              <a:tr h="347647">
                <a:tc>
                  <a:txBody>
                    <a:bodyPr/>
                    <a:lstStyle/>
                    <a:p>
                      <a:r>
                        <a:rPr lang="en-US"/>
                        <a:t>Gold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5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644690"/>
                  </a:ext>
                </a:extLst>
              </a:tr>
              <a:tr h="347647">
                <a:tc>
                  <a:txBody>
                    <a:bodyPr/>
                    <a:lstStyle/>
                    <a:p>
                      <a:r>
                        <a:rPr lang="en-US"/>
                        <a:t>Diamond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2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889943"/>
                  </a:ext>
                </a:extLst>
              </a:tr>
              <a:tr h="347647">
                <a:tc>
                  <a:txBody>
                    <a:bodyPr/>
                    <a:lstStyle/>
                    <a:p>
                      <a:r>
                        <a:rPr lang="en-US"/>
                        <a:t>Platinum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15891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4E4DED-C3F7-C009-8AD1-03FA28FBD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145657"/>
              </p:ext>
            </p:extLst>
          </p:nvPr>
        </p:nvGraphicFramePr>
        <p:xfrm>
          <a:off x="12670276" y="3054598"/>
          <a:ext cx="3888977" cy="2887575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978279">
                  <a:extLst>
                    <a:ext uri="{9D8B030D-6E8A-4147-A177-3AD203B41FA5}">
                      <a16:colId xmlns:a16="http://schemas.microsoft.com/office/drawing/2014/main" val="2055965192"/>
                    </a:ext>
                  </a:extLst>
                </a:gridCol>
                <a:gridCol w="1910698">
                  <a:extLst>
                    <a:ext uri="{9D8B030D-6E8A-4147-A177-3AD203B41FA5}">
                      <a16:colId xmlns:a16="http://schemas.microsoft.com/office/drawing/2014/main" val="684235585"/>
                    </a:ext>
                  </a:extLst>
                </a:gridCol>
              </a:tblGrid>
              <a:tr h="502433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No of Customers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899936"/>
                  </a:ext>
                </a:extLst>
              </a:tr>
              <a:tr h="4186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Rock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953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688823"/>
                  </a:ext>
                </a:extLst>
              </a:tr>
              <a:tr h="286107">
                <a:tc>
                  <a:txBody>
                    <a:bodyPr/>
                    <a:lstStyle/>
                    <a:p>
                      <a:r>
                        <a:rPr lang="en-US"/>
                        <a:t>Bronze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60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33725"/>
                  </a:ext>
                </a:extLst>
              </a:tr>
              <a:tr h="286107">
                <a:tc>
                  <a:txBody>
                    <a:bodyPr/>
                    <a:lstStyle/>
                    <a:p>
                      <a:r>
                        <a:rPr lang="en-US"/>
                        <a:t>Silver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17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482730"/>
                  </a:ext>
                </a:extLst>
              </a:tr>
              <a:tr h="286107">
                <a:tc>
                  <a:txBody>
                    <a:bodyPr/>
                    <a:lstStyle/>
                    <a:p>
                      <a:r>
                        <a:rPr lang="en-US"/>
                        <a:t>Gold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644690"/>
                  </a:ext>
                </a:extLst>
              </a:tr>
              <a:tr h="286107">
                <a:tc>
                  <a:txBody>
                    <a:bodyPr/>
                    <a:lstStyle/>
                    <a:p>
                      <a:r>
                        <a:rPr lang="en-US"/>
                        <a:t>Diamond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889943"/>
                  </a:ext>
                </a:extLst>
              </a:tr>
              <a:tr h="286107">
                <a:tc>
                  <a:txBody>
                    <a:bodyPr/>
                    <a:lstStyle/>
                    <a:p>
                      <a:r>
                        <a:rPr lang="en-US"/>
                        <a:t>Platinum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158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9570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38F21-8B47-A0CE-29DF-593A08DF2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364114"/>
            <a:ext cx="9404723" cy="1400530"/>
          </a:xfrm>
        </p:spPr>
        <p:txBody>
          <a:bodyPr/>
          <a:lstStyle/>
          <a:p>
            <a:r>
              <a:rPr lang="en-US"/>
              <a:t>2023 December Data (Sample)</a:t>
            </a:r>
          </a:p>
        </p:txBody>
      </p:sp>
      <p:pic>
        <p:nvPicPr>
          <p:cNvPr id="9" name="Content Placeholder 8" descr="Arrow Right with solid fill">
            <a:extLst>
              <a:ext uri="{FF2B5EF4-FFF2-40B4-BE49-F238E27FC236}">
                <a16:creationId xmlns:a16="http://schemas.microsoft.com/office/drawing/2014/main" id="{909C4309-1B55-82B5-7AC2-C70445857E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2775" y="9237869"/>
            <a:ext cx="914400" cy="9144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8F3B2-986F-5325-953A-D5EF7D0F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4513E7-DF16-ADE5-1BBD-5E9C61A28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776824"/>
              </p:ext>
            </p:extLst>
          </p:nvPr>
        </p:nvGraphicFramePr>
        <p:xfrm>
          <a:off x="646624" y="2195131"/>
          <a:ext cx="4145911" cy="3402248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2073330">
                  <a:extLst>
                    <a:ext uri="{9D8B030D-6E8A-4147-A177-3AD203B41FA5}">
                      <a16:colId xmlns:a16="http://schemas.microsoft.com/office/drawing/2014/main" val="2055965192"/>
                    </a:ext>
                  </a:extLst>
                </a:gridCol>
                <a:gridCol w="2072581">
                  <a:extLst>
                    <a:ext uri="{9D8B030D-6E8A-4147-A177-3AD203B41FA5}">
                      <a16:colId xmlns:a16="http://schemas.microsoft.com/office/drawing/2014/main" val="684235585"/>
                    </a:ext>
                  </a:extLst>
                </a:gridCol>
              </a:tblGrid>
              <a:tr h="461174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True Values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593324930"/>
                  </a:ext>
                </a:extLst>
              </a:tr>
              <a:tr h="46117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Cluster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No of Customers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3899936"/>
                  </a:ext>
                </a:extLst>
              </a:tr>
              <a:tr h="43507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Rock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u="none" strike="noStrike" noProof="0">
                          <a:solidFill>
                            <a:srgbClr val="FFFFFF"/>
                          </a:solidFill>
                        </a:rPr>
                        <a:t>954</a:t>
                      </a:r>
                      <a:endParaRPr lang="en-US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8688823"/>
                  </a:ext>
                </a:extLst>
              </a:tr>
              <a:tr h="408966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Bronze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u="none" strike="noStrike" noProof="0">
                          <a:solidFill>
                            <a:srgbClr val="FFFFFF"/>
                          </a:solidFill>
                        </a:rPr>
                        <a:t>63</a:t>
                      </a:r>
                      <a:endParaRPr lang="en-US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33725"/>
                  </a:ext>
                </a:extLst>
              </a:tr>
              <a:tr h="408966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Silver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u="none" strike="noStrike" noProof="0">
                          <a:solidFill>
                            <a:srgbClr val="FFFFFF"/>
                          </a:solidFill>
                        </a:rPr>
                        <a:t>14</a:t>
                      </a:r>
                      <a:endParaRPr lang="en-US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6482730"/>
                  </a:ext>
                </a:extLst>
              </a:tr>
              <a:tr h="408966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Gold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u="none" strike="noStrike" noProof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9644690"/>
                  </a:ext>
                </a:extLst>
              </a:tr>
              <a:tr h="408966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Diamond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u="none" strike="noStrike" noProof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5889943"/>
                  </a:ext>
                </a:extLst>
              </a:tr>
              <a:tr h="408966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Platinum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015891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B7D922B-7D17-0032-13F7-B59850A7E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618151"/>
              </p:ext>
            </p:extLst>
          </p:nvPr>
        </p:nvGraphicFramePr>
        <p:xfrm>
          <a:off x="7132487" y="2195132"/>
          <a:ext cx="4225675" cy="3442511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2104550">
                  <a:extLst>
                    <a:ext uri="{9D8B030D-6E8A-4147-A177-3AD203B41FA5}">
                      <a16:colId xmlns:a16="http://schemas.microsoft.com/office/drawing/2014/main" val="2055965192"/>
                    </a:ext>
                  </a:extLst>
                </a:gridCol>
                <a:gridCol w="2121125">
                  <a:extLst>
                    <a:ext uri="{9D8B030D-6E8A-4147-A177-3AD203B41FA5}">
                      <a16:colId xmlns:a16="http://schemas.microsoft.com/office/drawing/2014/main" val="684235585"/>
                    </a:ext>
                  </a:extLst>
                </a:gridCol>
              </a:tblGrid>
              <a:tr h="372139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Model Prediction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180318835"/>
                  </a:ext>
                </a:extLst>
              </a:tr>
              <a:tr h="46960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Cluster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No of Customers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3899936"/>
                  </a:ext>
                </a:extLst>
              </a:tr>
              <a:tr h="47436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Rock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u="none" strike="noStrike" noProof="0">
                          <a:solidFill>
                            <a:srgbClr val="FFFFFF"/>
                          </a:solidFill>
                        </a:rPr>
                        <a:t>953 (-1)</a:t>
                      </a:r>
                      <a:endParaRPr lang="en-US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8688823"/>
                  </a:ext>
                </a:extLst>
              </a:tr>
              <a:tr h="41963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Bronze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u="none" strike="noStrike" noProof="0">
                          <a:solidFill>
                            <a:srgbClr val="FFFFFF"/>
                          </a:solidFill>
                        </a:rPr>
                        <a:t>60 (-3)</a:t>
                      </a:r>
                      <a:endParaRPr lang="en-US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33725"/>
                  </a:ext>
                </a:extLst>
              </a:tr>
              <a:tr h="41963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Silver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u="none" strike="noStrike" noProof="0">
                          <a:solidFill>
                            <a:srgbClr val="FFFFFF"/>
                          </a:solidFill>
                        </a:rPr>
                        <a:t>17 (+3)</a:t>
                      </a:r>
                      <a:endParaRPr lang="en-US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6482730"/>
                  </a:ext>
                </a:extLst>
              </a:tr>
              <a:tr h="41963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Gold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u="none" strike="noStrike" noProof="0">
                          <a:solidFill>
                            <a:srgbClr val="FFFFFF"/>
                          </a:solidFill>
                        </a:rPr>
                        <a:t>5 (+0)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9644690"/>
                  </a:ext>
                </a:extLst>
              </a:tr>
              <a:tr h="36327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Diamond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u="none" strike="noStrike" noProof="0">
                          <a:solidFill>
                            <a:srgbClr val="FFFFFF"/>
                          </a:solidFill>
                        </a:rPr>
                        <a:t>4 (+2)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5889943"/>
                  </a:ext>
                </a:extLst>
              </a:tr>
              <a:tr h="501737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Platinum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0 (-1)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015891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E33113E-0E42-9689-D5CD-D00434E8F4D9}"/>
              </a:ext>
            </a:extLst>
          </p:cNvPr>
          <p:cNvSpPr txBox="1"/>
          <p:nvPr/>
        </p:nvSpPr>
        <p:spPr>
          <a:xfrm>
            <a:off x="5248987" y="3281005"/>
            <a:ext cx="1307278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/>
              <a:t>~</a:t>
            </a:r>
            <a:r>
              <a:rPr lang="en-US" sz="3200" b="1"/>
              <a:t>96%</a:t>
            </a:r>
          </a:p>
          <a:p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accuracy</a:t>
            </a:r>
          </a:p>
          <a:p>
            <a:r>
              <a:rPr lang="en-US" sz="2400" b="1">
                <a:solidFill>
                  <a:srgbClr val="FFFFFF"/>
                </a:solidFill>
                <a:ea typeface="+mn-lt"/>
                <a:cs typeface="+mn-lt"/>
              </a:rPr>
              <a:t>  </a:t>
            </a:r>
            <a:endParaRPr lang="en-US" sz="6000" b="1"/>
          </a:p>
        </p:txBody>
      </p:sp>
    </p:spTree>
    <p:extLst>
      <p:ext uri="{BB962C8B-B14F-4D97-AF65-F5344CB8AC3E}">
        <p14:creationId xmlns:p14="http://schemas.microsoft.com/office/powerpoint/2010/main" val="1215494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FDECB-572A-324A-9BA8-675EFD6BF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Insights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EB8CE-5387-0448-099F-93CB8002E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8DFFA3C-4052-03A7-DBB3-638D7008C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346489"/>
              </p:ext>
            </p:extLst>
          </p:nvPr>
        </p:nvGraphicFramePr>
        <p:xfrm>
          <a:off x="1339530" y="1715530"/>
          <a:ext cx="9014038" cy="3050571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4144662">
                  <a:extLst>
                    <a:ext uri="{9D8B030D-6E8A-4147-A177-3AD203B41FA5}">
                      <a16:colId xmlns:a16="http://schemas.microsoft.com/office/drawing/2014/main" val="2055965192"/>
                    </a:ext>
                  </a:extLst>
                </a:gridCol>
                <a:gridCol w="4869376">
                  <a:extLst>
                    <a:ext uri="{9D8B030D-6E8A-4147-A177-3AD203B41FA5}">
                      <a16:colId xmlns:a16="http://schemas.microsoft.com/office/drawing/2014/main" val="684235585"/>
                    </a:ext>
                  </a:extLst>
                </a:gridCol>
              </a:tblGrid>
              <a:tr h="501993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Avg Revenue Increase From Tier Movement ($)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593324930"/>
                  </a:ext>
                </a:extLst>
              </a:tr>
              <a:tr h="51486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Rock -&gt; Bronze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$12,000 per month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3899936"/>
                  </a:ext>
                </a:extLst>
              </a:tr>
              <a:tr h="52773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Bronze -&gt; Silver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u="none" strike="noStrike" noProof="0">
                          <a:solidFill>
                            <a:srgbClr val="FFFFFF"/>
                          </a:solidFill>
                        </a:rPr>
                        <a:t>$52,000 per month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8688823"/>
                  </a:ext>
                </a:extLst>
              </a:tr>
              <a:tr h="55347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Silver -&gt; Gold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u="none" strike="noStrike" noProof="0">
                          <a:solidFill>
                            <a:srgbClr val="FFFFFF"/>
                          </a:solidFill>
                        </a:rPr>
                        <a:t>$64,000 per month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33725"/>
                  </a:ext>
                </a:extLst>
              </a:tr>
              <a:tr h="450506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Gold -&gt; Diamond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u="none" strike="noStrike" noProof="0">
                          <a:solidFill>
                            <a:srgbClr val="FFFFFF"/>
                          </a:solidFill>
                        </a:rPr>
                        <a:t>$129,000 per month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6482730"/>
                  </a:ext>
                </a:extLst>
              </a:tr>
              <a:tr h="501993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Diamond -&gt; Platinum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u="none" strike="noStrike" noProof="0">
                          <a:solidFill>
                            <a:srgbClr val="FFFFFF"/>
                          </a:solidFill>
                        </a:rPr>
                        <a:t>$267,000 per month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9644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4419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E7BEE-0CC5-93A6-E221-8066FAB3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Full files with parameters (Markov)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07757D-9A61-C17B-6695-738B0FAB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A66DC6-B15D-F636-3521-C5D6A8D79904}"/>
              </a:ext>
            </a:extLst>
          </p:cNvPr>
          <p:cNvSpPr txBox="1"/>
          <p:nvPr/>
        </p:nvSpPr>
        <p:spPr>
          <a:xfrm>
            <a:off x="2419353" y="496739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AE5B471-F427-6845-89D9-E8A6135E27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798063"/>
              </p:ext>
            </p:extLst>
          </p:nvPr>
        </p:nvGraphicFramePr>
        <p:xfrm>
          <a:off x="1452800" y="1365422"/>
          <a:ext cx="9014038" cy="4118916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4144662">
                  <a:extLst>
                    <a:ext uri="{9D8B030D-6E8A-4147-A177-3AD203B41FA5}">
                      <a16:colId xmlns:a16="http://schemas.microsoft.com/office/drawing/2014/main" val="2055965192"/>
                    </a:ext>
                  </a:extLst>
                </a:gridCol>
                <a:gridCol w="4869376">
                  <a:extLst>
                    <a:ext uri="{9D8B030D-6E8A-4147-A177-3AD203B41FA5}">
                      <a16:colId xmlns:a16="http://schemas.microsoft.com/office/drawing/2014/main" val="684235585"/>
                    </a:ext>
                  </a:extLst>
                </a:gridCol>
              </a:tblGrid>
              <a:tr h="501993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Parameters w/ explanation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593324930"/>
                  </a:ext>
                </a:extLst>
              </a:tr>
              <a:tr h="51486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DATA_PATH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File explorer path to raw data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3899936"/>
                  </a:ext>
                </a:extLst>
              </a:tr>
              <a:tr h="52773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OUTPUT_DIR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u="none" strike="noStrike" noProof="0">
                          <a:solidFill>
                            <a:srgbClr val="FFFFFF"/>
                          </a:solidFill>
                        </a:rPr>
                        <a:t>Where to output data</a:t>
                      </a:r>
                      <a:endParaRPr lang="en-US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8688823"/>
                  </a:ext>
                </a:extLst>
              </a:tr>
              <a:tr h="55347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TIME_START &amp; TIME_END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u="none" strike="noStrike" noProof="0">
                          <a:solidFill>
                            <a:srgbClr val="FFFFFF"/>
                          </a:solidFill>
                        </a:rPr>
                        <a:t>Timeframe for data to be used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33725"/>
                  </a:ext>
                </a:extLst>
              </a:tr>
              <a:tr h="1042601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TIME_SEPERATION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u="none" strike="noStrike" noProof="0">
                          <a:solidFill>
                            <a:srgbClr val="FFFFFF"/>
                          </a:solidFill>
                        </a:rPr>
                        <a:t>How data is separated into time chunks (Can be Weekly, Biweekly, Monthly, Quarterly, Half-yearly, or Yearly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6482730"/>
                  </a:ext>
                </a:extLst>
              </a:tr>
              <a:tr h="501993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CLUSTERING_METHOD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u="none" strike="noStrike" noProof="0">
                          <a:solidFill>
                            <a:srgbClr val="FFFFFF"/>
                          </a:solidFill>
                        </a:rPr>
                        <a:t>Method of clustering to use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964469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CLUSTER_NUMBER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u="none" strike="noStrike" noProof="0">
                          <a:solidFill>
                            <a:srgbClr val="FFFFFF"/>
                          </a:solidFill>
                        </a:rPr>
                        <a:t>Number of clusters to use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5889943"/>
                  </a:ext>
                </a:extLst>
              </a:tr>
            </a:tbl>
          </a:graphicData>
        </a:graphic>
      </p:graphicFrame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E4312B5-D2E4-4A77-1462-8D28A10F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012" y="5707242"/>
            <a:ext cx="9149200" cy="460890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/>
              <a:t>Run file once with these parameters set, and it will output predictions for next iteration (week, month, year, etc.)</a:t>
            </a:r>
          </a:p>
          <a:p>
            <a:pPr>
              <a:buClr>
                <a:srgbClr val="8AD0D6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249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220A-DEF1-FFEB-FB70-ECAB1A06A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Automatic Feature Selection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E52F4-C085-03C3-BA74-873AF33E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7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8D06B5-A7E2-7B6A-586E-53242DD96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082" y="2348263"/>
            <a:ext cx="5061175" cy="426909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/>
              <a:t>Simple Feature Selection with Random Forest</a:t>
            </a:r>
          </a:p>
          <a:p>
            <a:pPr>
              <a:buClr>
                <a:srgbClr val="8AD0D6"/>
              </a:buClr>
            </a:pPr>
            <a:r>
              <a:rPr lang="en-US" sz="2400"/>
              <a:t>Calculate feature importance compared to revenue</a:t>
            </a:r>
          </a:p>
          <a:p>
            <a:pPr>
              <a:buClr>
                <a:srgbClr val="8AD0D6"/>
              </a:buClr>
            </a:pPr>
            <a:endParaRPr lang="en-US" sz="2400"/>
          </a:p>
          <a:p>
            <a:pPr>
              <a:buClr>
                <a:srgbClr val="1E5155">
                  <a:lumMod val="40000"/>
                  <a:lumOff val="60000"/>
                </a:srgbClr>
              </a:buClr>
            </a:pPr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885C45-7917-2955-CE83-B4211D233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165435"/>
              </p:ext>
            </p:extLst>
          </p:nvPr>
        </p:nvGraphicFramePr>
        <p:xfrm>
          <a:off x="7274009" y="1449858"/>
          <a:ext cx="4144662" cy="4466450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4144662">
                  <a:extLst>
                    <a:ext uri="{9D8B030D-6E8A-4147-A177-3AD203B41FA5}">
                      <a16:colId xmlns:a16="http://schemas.microsoft.com/office/drawing/2014/main" val="2055965192"/>
                    </a:ext>
                  </a:extLst>
                </a:gridCol>
              </a:tblGrid>
              <a:tr h="50199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8 Most Important Features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3324930"/>
                  </a:ext>
                </a:extLst>
              </a:tr>
              <a:tr h="51486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TotalProfit</a:t>
                      </a:r>
                      <a:endParaRPr lang="en-US" err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3899936"/>
                  </a:ext>
                </a:extLst>
              </a:tr>
              <a:tr h="52773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PopularOrderRatio</a:t>
                      </a:r>
                      <a:endParaRPr lang="en-US" err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8688823"/>
                  </a:ext>
                </a:extLst>
              </a:tr>
              <a:tr h="55347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TotalSalesQuantity</a:t>
                      </a:r>
                      <a:endParaRPr lang="en-US" err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33725"/>
                  </a:ext>
                </a:extLst>
              </a:tr>
              <a:tr h="43763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HighProfitOrderRatio</a:t>
                      </a:r>
                      <a:endParaRPr lang="en-US" err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6482730"/>
                  </a:ext>
                </a:extLst>
              </a:tr>
              <a:tr h="501993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OrderCount</a:t>
                      </a:r>
                      <a:endParaRPr lang="en-US" err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964469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FFFF"/>
                          </a:solidFill>
                        </a:rPr>
                        <a:t>TotalUnitPrice</a:t>
                      </a:r>
                      <a:endParaRPr lang="en-US" err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588994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NumDistinctProducts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390846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NumDistinctProductGroups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3798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012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98918-D77B-D320-ADF7-519625FB0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EB64C-2345-945F-FB77-6CD89B984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/>
              <a:t>Summary of Findings document is in progress – will be completed early next week.</a:t>
            </a:r>
          </a:p>
          <a:p>
            <a:pPr marL="0" indent="0">
              <a:buClr>
                <a:srgbClr val="8AD0D6"/>
              </a:buClr>
              <a:buNone/>
            </a:pP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/>
              <a:t>Would you like us to present our summary of findings?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95CF3E-77F3-9791-5587-5BC67AF6E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/>
          <a:lstStyle/>
          <a:p>
            <a:r>
              <a:rPr lang="en-US"/>
              <a:t>Summary of Findings</a:t>
            </a:r>
          </a:p>
        </p:txBody>
      </p:sp>
    </p:spTree>
    <p:extLst>
      <p:ext uri="{BB962C8B-B14F-4D97-AF65-F5344CB8AC3E}">
        <p14:creationId xmlns:p14="http://schemas.microsoft.com/office/powerpoint/2010/main" val="634413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2D1CA8-4AF4-EE92-811B-E41F68602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Next Steps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0C7CA-C74A-47C3-E8E1-675A2D2DF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5C2A7D-A2CA-3FC7-C810-CE0225A50F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2156534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1652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CA33D-9372-9927-F8E7-2A49143B3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958" y="2593703"/>
            <a:ext cx="4931955" cy="1340076"/>
          </a:xfrm>
        </p:spPr>
        <p:txBody>
          <a:bodyPr/>
          <a:lstStyle/>
          <a:p>
            <a:pPr algn="ctr"/>
            <a:r>
              <a:rPr lang="en-US" sz="6000" b="1"/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7AA1C3-D07C-64CF-7189-5DC9C418E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855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Ion</vt:lpstr>
      <vt:lpstr>Intuilize – Cluster Commanders Customer Segmentation &amp; Prediction  Weekly Meeting 4/25/2025</vt:lpstr>
      <vt:lpstr>Agenda</vt:lpstr>
      <vt:lpstr>Monthly Prediction Model</vt:lpstr>
      <vt:lpstr>2023 December Data (Sample)</vt:lpstr>
      <vt:lpstr>Insights</vt:lpstr>
      <vt:lpstr>Full files with parameters (Markov)</vt:lpstr>
      <vt:lpstr>Automatic Feature Selection</vt:lpstr>
      <vt:lpstr>Summary of Findings</vt:lpstr>
      <vt:lpstr>Next Steps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2025-01-29T16:03:38Z</dcterms:created>
  <dcterms:modified xsi:type="dcterms:W3CDTF">2025-04-25T16:34:00Z</dcterms:modified>
</cp:coreProperties>
</file>