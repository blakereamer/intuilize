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421" r:id="rId3"/>
    <p:sldId id="424" r:id="rId4"/>
    <p:sldId id="419" r:id="rId5"/>
    <p:sldId id="422" r:id="rId6"/>
    <p:sldId id="423" r:id="rId7"/>
    <p:sldId id="42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1B22F-8398-A417-C586-E6F987AE8C26}" v="267" dt="2025-01-15T18:10:26.373"/>
    <p1510:client id="{1A4B5C1D-CB82-9E83-4963-C01276453773}" v="241" dt="2025-01-15T17:40:53.474"/>
    <p1510:client id="{5938A7B7-26F4-17FE-17B2-9E5F23DB6CA5}" v="532" dt="2025-01-16T23:32:53.595"/>
    <p1510:client id="{621467D9-3E38-D662-F8FA-6C6719EF4350}" v="7" dt="2025-01-17T16:47:31.147"/>
    <p1510:client id="{E15B512D-AB04-BB3D-5A37-DBF313F5E44C}" v="403" dt="2025-01-17T17:04:54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eddy, Shashank reddy" userId="S::qn1833ep@go.minnstate.edu::5f8d5532-cbd8-40c0-aa18-97830f20e260" providerId="AD" clId="Web-{0FB1B22F-8398-A417-C586-E6F987AE8C26}"/>
    <pc:docChg chg="addSld delSld modSld">
      <pc:chgData name="Srinivasa Reddy, Shashank reddy" userId="S::qn1833ep@go.minnstate.edu::5f8d5532-cbd8-40c0-aa18-97830f20e260" providerId="AD" clId="Web-{0FB1B22F-8398-A417-C586-E6F987AE8C26}" dt="2025-01-15T18:10:24.717" v="264" actId="20577"/>
      <pc:docMkLst>
        <pc:docMk/>
      </pc:docMkLst>
      <pc:sldChg chg="delSp modSp add del delAnim">
        <pc:chgData name="Srinivasa Reddy, Shashank reddy" userId="S::qn1833ep@go.minnstate.edu::5f8d5532-cbd8-40c0-aa18-97830f20e260" providerId="AD" clId="Web-{0FB1B22F-8398-A417-C586-E6F987AE8C26}" dt="2025-01-15T18:10:10.060" v="256"/>
        <pc:sldMkLst>
          <pc:docMk/>
          <pc:sldMk cId="1332351385" sldId="266"/>
        </pc:sldMkLst>
        <pc:picChg chg="mod">
          <ac:chgData name="Srinivasa Reddy, Shashank reddy" userId="S::qn1833ep@go.minnstate.edu::5f8d5532-cbd8-40c0-aa18-97830f20e260" providerId="AD" clId="Web-{0FB1B22F-8398-A417-C586-E6F987AE8C26}" dt="2025-01-15T18:06:09.643" v="223" actId="1076"/>
          <ac:picMkLst>
            <pc:docMk/>
            <pc:sldMk cId="1332351385" sldId="266"/>
            <ac:picMk id="19" creationId="{3D323931-CCDA-231E-55FB-DC2E49B4D2E1}"/>
          </ac:picMkLst>
        </pc:picChg>
        <pc:picChg chg="del">
          <ac:chgData name="Srinivasa Reddy, Shashank reddy" userId="S::qn1833ep@go.minnstate.edu::5f8d5532-cbd8-40c0-aa18-97830f20e260" providerId="AD" clId="Web-{0FB1B22F-8398-A417-C586-E6F987AE8C26}" dt="2025-01-15T18:07:11.880" v="236"/>
          <ac:picMkLst>
            <pc:docMk/>
            <pc:sldMk cId="1332351385" sldId="266"/>
            <ac:picMk id="24" creationId="{BEE7F794-08D0-1EC6-C513-119BF824FE4F}"/>
          </ac:picMkLst>
        </pc:picChg>
        <pc:picChg chg="del mod">
          <ac:chgData name="Srinivasa Reddy, Shashank reddy" userId="S::qn1833ep@go.minnstate.edu::5f8d5532-cbd8-40c0-aa18-97830f20e260" providerId="AD" clId="Web-{0FB1B22F-8398-A417-C586-E6F987AE8C26}" dt="2025-01-15T18:06:20.909" v="226"/>
          <ac:picMkLst>
            <pc:docMk/>
            <pc:sldMk cId="1332351385" sldId="266"/>
            <ac:picMk id="28" creationId="{1C2309E5-ABE8-B641-C257-00F644A7E163}"/>
          </ac:picMkLst>
        </pc:picChg>
        <pc:picChg chg="del mod">
          <ac:chgData name="Srinivasa Reddy, Shashank reddy" userId="S::qn1833ep@go.minnstate.edu::5f8d5532-cbd8-40c0-aa18-97830f20e260" providerId="AD" clId="Web-{0FB1B22F-8398-A417-C586-E6F987AE8C26}" dt="2025-01-15T18:06:39.457" v="229"/>
          <ac:picMkLst>
            <pc:docMk/>
            <pc:sldMk cId="1332351385" sldId="266"/>
            <ac:picMk id="32" creationId="{7481B524-C534-580E-76AB-64874830D6A8}"/>
          </ac:picMkLst>
        </pc:picChg>
      </pc:sldChg>
      <pc:sldChg chg="addSp delSp modSp">
        <pc:chgData name="Srinivasa Reddy, Shashank reddy" userId="S::qn1833ep@go.minnstate.edu::5f8d5532-cbd8-40c0-aa18-97830f20e260" providerId="AD" clId="Web-{0FB1B22F-8398-A417-C586-E6F987AE8C26}" dt="2025-01-15T18:10:24.717" v="264" actId="20577"/>
        <pc:sldMkLst>
          <pc:docMk/>
          <pc:sldMk cId="3356664231" sldId="423"/>
        </pc:sldMkLst>
        <pc:spChg chg="del">
          <ac:chgData name="Srinivasa Reddy, Shashank reddy" userId="S::qn1833ep@go.minnstate.edu::5f8d5532-cbd8-40c0-aa18-97830f20e260" providerId="AD" clId="Web-{0FB1B22F-8398-A417-C586-E6F987AE8C26}" dt="2025-01-15T17:40:21.307" v="1"/>
          <ac:spMkLst>
            <pc:docMk/>
            <pc:sldMk cId="3356664231" sldId="423"/>
            <ac:spMk id="2" creationId="{B5FE363A-2577-EFEC-A03B-26EBBB4E3E28}"/>
          </ac:spMkLst>
        </pc:spChg>
        <pc:spChg chg="del">
          <ac:chgData name="Srinivasa Reddy, Shashank reddy" userId="S::qn1833ep@go.minnstate.edu::5f8d5532-cbd8-40c0-aa18-97830f20e260" providerId="AD" clId="Web-{0FB1B22F-8398-A417-C586-E6F987AE8C26}" dt="2025-01-15T17:45:20.742" v="45"/>
          <ac:spMkLst>
            <pc:docMk/>
            <pc:sldMk cId="3356664231" sldId="423"/>
            <ac:spMk id="3" creationId="{C8D71B41-C6F4-81E5-031C-F99EE5ACA08F}"/>
          </ac:spMkLst>
        </pc:spChg>
        <pc:spChg chg="add mod">
          <ac:chgData name="Srinivasa Reddy, Shashank reddy" userId="S::qn1833ep@go.minnstate.edu::5f8d5532-cbd8-40c0-aa18-97830f20e260" providerId="AD" clId="Web-{0FB1B22F-8398-A417-C586-E6F987AE8C26}" dt="2025-01-15T17:41:08.121" v="28" actId="20577"/>
          <ac:spMkLst>
            <pc:docMk/>
            <pc:sldMk cId="3356664231" sldId="423"/>
            <ac:spMk id="5" creationId="{24170958-C6F3-9582-1DE6-3E4F4F7B9B07}"/>
          </ac:spMkLst>
        </pc:spChg>
        <pc:spChg chg="add mod">
          <ac:chgData name="Srinivasa Reddy, Shashank reddy" userId="S::qn1833ep@go.minnstate.edu::5f8d5532-cbd8-40c0-aa18-97830f20e260" providerId="AD" clId="Web-{0FB1B22F-8398-A417-C586-E6F987AE8C26}" dt="2025-01-15T18:10:24.717" v="264" actId="20577"/>
          <ac:spMkLst>
            <pc:docMk/>
            <pc:sldMk cId="3356664231" sldId="423"/>
            <ac:spMk id="8" creationId="{B3824DAA-86F2-90D2-2EAA-337BC58C95EE}"/>
          </ac:spMkLst>
        </pc:spChg>
        <pc:picChg chg="add mod ord modCrop">
          <ac:chgData name="Srinivasa Reddy, Shashank reddy" userId="S::qn1833ep@go.minnstate.edu::5f8d5532-cbd8-40c0-aa18-97830f20e260" providerId="AD" clId="Web-{0FB1B22F-8398-A417-C586-E6F987AE8C26}" dt="2025-01-15T17:46:32.933" v="50" actId="14100"/>
          <ac:picMkLst>
            <pc:docMk/>
            <pc:sldMk cId="3356664231" sldId="423"/>
            <ac:picMk id="6" creationId="{FD70D68E-F28F-8483-8035-FCFF938BEAC9}"/>
          </ac:picMkLst>
        </pc:picChg>
      </pc:sldChg>
      <pc:sldChg chg="addSp delSp new del">
        <pc:chgData name="Srinivasa Reddy, Shashank reddy" userId="S::qn1833ep@go.minnstate.edu::5f8d5532-cbd8-40c0-aa18-97830f20e260" providerId="AD" clId="Web-{0FB1B22F-8398-A417-C586-E6F987AE8C26}" dt="2025-01-15T17:44:07.098" v="44"/>
        <pc:sldMkLst>
          <pc:docMk/>
          <pc:sldMk cId="3507713971" sldId="424"/>
        </pc:sldMkLst>
        <pc:spChg chg="del">
          <ac:chgData name="Srinivasa Reddy, Shashank reddy" userId="S::qn1833ep@go.minnstate.edu::5f8d5532-cbd8-40c0-aa18-97830f20e260" providerId="AD" clId="Web-{0FB1B22F-8398-A417-C586-E6F987AE8C26}" dt="2025-01-15T17:42:51.407" v="31"/>
          <ac:spMkLst>
            <pc:docMk/>
            <pc:sldMk cId="3507713971" sldId="424"/>
            <ac:spMk id="2" creationId="{C743D523-E1EA-2965-860E-5A1947DF0E1C}"/>
          </ac:spMkLst>
        </pc:spChg>
        <pc:spChg chg="add">
          <ac:chgData name="Srinivasa Reddy, Shashank reddy" userId="S::qn1833ep@go.minnstate.edu::5f8d5532-cbd8-40c0-aa18-97830f20e260" providerId="AD" clId="Web-{0FB1B22F-8398-A417-C586-E6F987AE8C26}" dt="2025-01-15T17:42:44.219" v="30"/>
          <ac:spMkLst>
            <pc:docMk/>
            <pc:sldMk cId="3507713971" sldId="424"/>
            <ac:spMk id="5" creationId="{24952E43-F0DC-D51C-FA92-F97B2D4EB34F}"/>
          </ac:spMkLst>
        </pc:spChg>
        <pc:spChg chg="add del">
          <ac:chgData name="Srinivasa Reddy, Shashank reddy" userId="S::qn1833ep@go.minnstate.edu::5f8d5532-cbd8-40c0-aa18-97830f20e260" providerId="AD" clId="Web-{0FB1B22F-8398-A417-C586-E6F987AE8C26}" dt="2025-01-15T17:43:00.861" v="33"/>
          <ac:spMkLst>
            <pc:docMk/>
            <pc:sldMk cId="3507713971" sldId="424"/>
            <ac:spMk id="6" creationId="{FA33F423-804A-2C8D-ABA3-86C0D7318187}"/>
          </ac:spMkLst>
        </pc:spChg>
        <pc:spChg chg="add">
          <ac:chgData name="Srinivasa Reddy, Shashank reddy" userId="S::qn1833ep@go.minnstate.edu::5f8d5532-cbd8-40c0-aa18-97830f20e260" providerId="AD" clId="Web-{0FB1B22F-8398-A417-C586-E6F987AE8C26}" dt="2025-01-15T17:43:13.768" v="34"/>
          <ac:spMkLst>
            <pc:docMk/>
            <pc:sldMk cId="3507713971" sldId="424"/>
            <ac:spMk id="7" creationId="{0733C655-9655-D367-9672-3B714898BFEC}"/>
          </ac:spMkLst>
        </pc:spChg>
      </pc:sldChg>
      <pc:sldChg chg="addSp delSp modSp new del addAnim">
        <pc:chgData name="Srinivasa Reddy, Shashank reddy" userId="S::qn1833ep@go.minnstate.edu::5f8d5532-cbd8-40c0-aa18-97830f20e260" providerId="AD" clId="Web-{0FB1B22F-8398-A417-C586-E6F987AE8C26}" dt="2025-01-15T18:10:06.482" v="255"/>
        <pc:sldMkLst>
          <pc:docMk/>
          <pc:sldMk cId="4266210344" sldId="424"/>
        </pc:sldMkLst>
        <pc:spChg chg="del">
          <ac:chgData name="Srinivasa Reddy, Shashank reddy" userId="S::qn1833ep@go.minnstate.edu::5f8d5532-cbd8-40c0-aa18-97830f20e260" providerId="AD" clId="Web-{0FB1B22F-8398-A417-C586-E6F987AE8C26}" dt="2025-01-15T17:51:28.712" v="203"/>
          <ac:spMkLst>
            <pc:docMk/>
            <pc:sldMk cId="4266210344" sldId="424"/>
            <ac:spMk id="2" creationId="{B8C28AF7-252E-FDDA-E221-C9E0090F66DF}"/>
          </ac:spMkLst>
        </pc:spChg>
        <pc:spChg chg="del">
          <ac:chgData name="Srinivasa Reddy, Shashank reddy" userId="S::qn1833ep@go.minnstate.edu::5f8d5532-cbd8-40c0-aa18-97830f20e260" providerId="AD" clId="Web-{0FB1B22F-8398-A417-C586-E6F987AE8C26}" dt="2025-01-15T17:51:57.604" v="208"/>
          <ac:spMkLst>
            <pc:docMk/>
            <pc:sldMk cId="4266210344" sldId="424"/>
            <ac:spMk id="3" creationId="{8D597014-9C12-46DB-6CDD-F7634589270C}"/>
          </ac:spMkLst>
        </pc:spChg>
        <pc:spChg chg="add">
          <ac:chgData name="Srinivasa Reddy, Shashank reddy" userId="S::qn1833ep@go.minnstate.edu::5f8d5532-cbd8-40c0-aa18-97830f20e260" providerId="AD" clId="Web-{0FB1B22F-8398-A417-C586-E6F987AE8C26}" dt="2025-01-15T17:51:29.009" v="204"/>
          <ac:spMkLst>
            <pc:docMk/>
            <pc:sldMk cId="4266210344" sldId="424"/>
            <ac:spMk id="5" creationId="{DBF7EC9A-AC97-4AA8-F07B-BD4C18D89B60}"/>
          </ac:spMkLst>
        </pc:spChg>
        <pc:spChg chg="add del mod">
          <ac:chgData name="Srinivasa Reddy, Shashank reddy" userId="S::qn1833ep@go.minnstate.edu::5f8d5532-cbd8-40c0-aa18-97830f20e260" providerId="AD" clId="Web-{0FB1B22F-8398-A417-C586-E6F987AE8C26}" dt="2025-01-15T17:51:53.776" v="207"/>
          <ac:spMkLst>
            <pc:docMk/>
            <pc:sldMk cId="4266210344" sldId="424"/>
            <ac:spMk id="6" creationId="{7C4606EE-8E0B-0EAC-AE37-D960C4385714}"/>
          </ac:spMkLst>
        </pc:spChg>
        <pc:spChg chg="add mod">
          <ac:chgData name="Srinivasa Reddy, Shashank reddy" userId="S::qn1833ep@go.minnstate.edu::5f8d5532-cbd8-40c0-aa18-97830f20e260" providerId="AD" clId="Web-{0FB1B22F-8398-A417-C586-E6F987AE8C26}" dt="2025-01-15T17:52:14.933" v="219" actId="20577"/>
          <ac:spMkLst>
            <pc:docMk/>
            <pc:sldMk cId="4266210344" sldId="424"/>
            <ac:spMk id="8" creationId="{2EDDEED2-3F1D-E659-1758-37150EA6BD90}"/>
          </ac:spMkLst>
        </pc:spChg>
        <pc:picChg chg="add ord">
          <ac:chgData name="Srinivasa Reddy, Shashank reddy" userId="S::qn1833ep@go.minnstate.edu::5f8d5532-cbd8-40c0-aa18-97830f20e260" providerId="AD" clId="Web-{0FB1B22F-8398-A417-C586-E6F987AE8C26}" dt="2025-01-15T18:09:21.120" v="250"/>
          <ac:picMkLst>
            <pc:docMk/>
            <pc:sldMk cId="4266210344" sldId="424"/>
            <ac:picMk id="9" creationId="{1C2309E5-ABE8-B641-C257-00F644A7E163}"/>
          </ac:picMkLst>
        </pc:picChg>
        <pc:picChg chg="add mod ord">
          <ac:chgData name="Srinivasa Reddy, Shashank reddy" userId="S::qn1833ep@go.minnstate.edu::5f8d5532-cbd8-40c0-aa18-97830f20e260" providerId="AD" clId="Web-{0FB1B22F-8398-A417-C586-E6F987AE8C26}" dt="2025-01-15T18:09:46.309" v="253"/>
          <ac:picMkLst>
            <pc:docMk/>
            <pc:sldMk cId="4266210344" sldId="424"/>
            <ac:picMk id="10" creationId="{427D5A2A-13C1-8B65-1298-9BC7F0BEC5AC}"/>
          </ac:picMkLst>
        </pc:picChg>
        <pc:picChg chg="add mod ord modCrop">
          <ac:chgData name="Srinivasa Reddy, Shashank reddy" userId="S::qn1833ep@go.minnstate.edu::5f8d5532-cbd8-40c0-aa18-97830f20e260" providerId="AD" clId="Web-{0FB1B22F-8398-A417-C586-E6F987AE8C26}" dt="2025-01-15T18:09:51.262" v="254" actId="1076"/>
          <ac:picMkLst>
            <pc:docMk/>
            <pc:sldMk cId="4266210344" sldId="424"/>
            <ac:picMk id="11" creationId="{A80BBF32-3A9B-6B48-6F42-EA78B69210DF}"/>
          </ac:picMkLst>
        </pc:picChg>
        <pc:picChg chg="add mod">
          <ac:chgData name="Srinivasa Reddy, Shashank reddy" userId="S::qn1833ep@go.minnstate.edu::5f8d5532-cbd8-40c0-aa18-97830f20e260" providerId="AD" clId="Web-{0FB1B22F-8398-A417-C586-E6F987AE8C26}" dt="2025-01-15T18:09:27.980" v="251" actId="1076"/>
          <ac:picMkLst>
            <pc:docMk/>
            <pc:sldMk cId="4266210344" sldId="424"/>
            <ac:picMk id="12" creationId="{11A5613E-1955-CE60-2A8C-92F0A63729A7}"/>
          </ac:picMkLst>
        </pc:picChg>
      </pc:sldChg>
      <pc:sldChg chg="addSp delSp new del">
        <pc:chgData name="Srinivasa Reddy, Shashank reddy" userId="S::qn1833ep@go.minnstate.edu::5f8d5532-cbd8-40c0-aa18-97830f20e260" providerId="AD" clId="Web-{0FB1B22F-8398-A417-C586-E6F987AE8C26}" dt="2025-01-15T17:44:03.145" v="43"/>
        <pc:sldMkLst>
          <pc:docMk/>
          <pc:sldMk cId="1980334729" sldId="425"/>
        </pc:sldMkLst>
        <pc:spChg chg="add del">
          <ac:chgData name="Srinivasa Reddy, Shashank reddy" userId="S::qn1833ep@go.minnstate.edu::5f8d5532-cbd8-40c0-aa18-97830f20e260" providerId="AD" clId="Web-{0FB1B22F-8398-A417-C586-E6F987AE8C26}" dt="2025-01-15T17:43:55.566" v="40"/>
          <ac:spMkLst>
            <pc:docMk/>
            <pc:sldMk cId="1980334729" sldId="425"/>
            <ac:spMk id="4" creationId="{0733C655-9655-D367-9672-3B714898BFEC}"/>
          </ac:spMkLst>
        </pc:spChg>
        <pc:spChg chg="add del">
          <ac:chgData name="Srinivasa Reddy, Shashank reddy" userId="S::qn1833ep@go.minnstate.edu::5f8d5532-cbd8-40c0-aa18-97830f20e260" providerId="AD" clId="Web-{0FB1B22F-8398-A417-C586-E6F987AE8C26}" dt="2025-01-15T17:43:58.192" v="42"/>
          <ac:spMkLst>
            <pc:docMk/>
            <pc:sldMk cId="1980334729" sldId="425"/>
            <ac:spMk id="5" creationId="{0733C655-9655-D367-9672-3B714898BFEC}"/>
          </ac:spMkLst>
        </pc:spChg>
      </pc:sldChg>
    </pc:docChg>
  </pc:docChgLst>
  <pc:docChgLst>
    <pc:chgData name="Lakku, Sai Keertana R" userId="S::kb7924tj@go.minnstate.edu::aa713373-d62e-42be-a5fb-296135668942" providerId="AD" clId="Web-{5938A7B7-26F4-17FE-17B2-9E5F23DB6CA5}"/>
    <pc:docChg chg="addSld modSld">
      <pc:chgData name="Lakku, Sai Keertana R" userId="S::kb7924tj@go.minnstate.edu::aa713373-d62e-42be-a5fb-296135668942" providerId="AD" clId="Web-{5938A7B7-26F4-17FE-17B2-9E5F23DB6CA5}" dt="2025-01-16T23:32:53.595" v="333" actId="20577"/>
      <pc:docMkLst>
        <pc:docMk/>
      </pc:docMkLst>
      <pc:sldChg chg="modSp">
        <pc:chgData name="Lakku, Sai Keertana R" userId="S::kb7924tj@go.minnstate.edu::aa713373-d62e-42be-a5fb-296135668942" providerId="AD" clId="Web-{5938A7B7-26F4-17FE-17B2-9E5F23DB6CA5}" dt="2025-01-16T19:27:21.578" v="215" actId="14100"/>
        <pc:sldMkLst>
          <pc:docMk/>
          <pc:sldMk cId="109857222" sldId="256"/>
        </pc:sldMkLst>
        <pc:spChg chg="mod">
          <ac:chgData name="Lakku, Sai Keertana R" userId="S::kb7924tj@go.minnstate.edu::aa713373-d62e-42be-a5fb-296135668942" providerId="AD" clId="Web-{5938A7B7-26F4-17FE-17B2-9E5F23DB6CA5}" dt="2025-01-16T19:27:21.578" v="215" actId="14100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Lakku, Sai Keertana R" userId="S::kb7924tj@go.minnstate.edu::aa713373-d62e-42be-a5fb-296135668942" providerId="AD" clId="Web-{5938A7B7-26F4-17FE-17B2-9E5F23DB6CA5}" dt="2025-01-15T17:25:10.010" v="11" actId="20577"/>
        <pc:sldMkLst>
          <pc:docMk/>
          <pc:sldMk cId="2636442411" sldId="421"/>
        </pc:sldMkLst>
        <pc:spChg chg="mod">
          <ac:chgData name="Lakku, Sai Keertana R" userId="S::kb7924tj@go.minnstate.edu::aa713373-d62e-42be-a5fb-296135668942" providerId="AD" clId="Web-{5938A7B7-26F4-17FE-17B2-9E5F23DB6CA5}" dt="2025-01-15T17:25:10.010" v="11" actId="20577"/>
          <ac:spMkLst>
            <pc:docMk/>
            <pc:sldMk cId="2636442411" sldId="421"/>
            <ac:spMk id="2" creationId="{86C759DB-5B4D-3F9F-F269-FF76FE3FF2D2}"/>
          </ac:spMkLst>
        </pc:spChg>
      </pc:sldChg>
      <pc:sldChg chg="addSp modSp new">
        <pc:chgData name="Lakku, Sai Keertana R" userId="S::kb7924tj@go.minnstate.edu::aa713373-d62e-42be-a5fb-296135668942" providerId="AD" clId="Web-{5938A7B7-26F4-17FE-17B2-9E5F23DB6CA5}" dt="2025-01-16T23:32:53.595" v="333" actId="20577"/>
        <pc:sldMkLst>
          <pc:docMk/>
          <pc:sldMk cId="2760292561" sldId="422"/>
        </pc:sldMkLst>
        <pc:spChg chg="mod">
          <ac:chgData name="Lakku, Sai Keertana R" userId="S::kb7924tj@go.minnstate.edu::aa713373-d62e-42be-a5fb-296135668942" providerId="AD" clId="Web-{5938A7B7-26F4-17FE-17B2-9E5F23DB6CA5}" dt="2025-01-16T23:32:53.595" v="333" actId="20577"/>
          <ac:spMkLst>
            <pc:docMk/>
            <pc:sldMk cId="2760292561" sldId="422"/>
            <ac:spMk id="2" creationId="{15DE69C0-8367-5993-3BF3-5DDB06088751}"/>
          </ac:spMkLst>
        </pc:spChg>
        <pc:spChg chg="mod">
          <ac:chgData name="Lakku, Sai Keertana R" userId="S::kb7924tj@go.minnstate.edu::aa713373-d62e-42be-a5fb-296135668942" providerId="AD" clId="Web-{5938A7B7-26F4-17FE-17B2-9E5F23DB6CA5}" dt="2025-01-16T19:33:34.107" v="281" actId="14100"/>
          <ac:spMkLst>
            <pc:docMk/>
            <pc:sldMk cId="2760292561" sldId="422"/>
            <ac:spMk id="3" creationId="{5B11E5EA-861B-D1D9-32B9-7C118692A16A}"/>
          </ac:spMkLst>
        </pc:spChg>
        <pc:spChg chg="add mod">
          <ac:chgData name="Lakku, Sai Keertana R" userId="S::kb7924tj@go.minnstate.edu::aa713373-d62e-42be-a5fb-296135668942" providerId="AD" clId="Web-{5938A7B7-26F4-17FE-17B2-9E5F23DB6CA5}" dt="2025-01-16T23:27:55.769" v="317" actId="20577"/>
          <ac:spMkLst>
            <pc:docMk/>
            <pc:sldMk cId="2760292561" sldId="422"/>
            <ac:spMk id="4" creationId="{E0C8D8D9-CBF9-FB84-6B85-E782F23AE45B}"/>
          </ac:spMkLst>
        </pc:spChg>
        <pc:picChg chg="add mod">
          <ac:chgData name="Lakku, Sai Keertana R" userId="S::kb7924tj@go.minnstate.edu::aa713373-d62e-42be-a5fb-296135668942" providerId="AD" clId="Web-{5938A7B7-26F4-17FE-17B2-9E5F23DB6CA5}" dt="2025-01-16T23:29:30.549" v="320" actId="1076"/>
          <ac:picMkLst>
            <pc:docMk/>
            <pc:sldMk cId="2760292561" sldId="422"/>
            <ac:picMk id="5" creationId="{EE8F8709-026A-D2CA-2C26-DDC4AF38FA99}"/>
          </ac:picMkLst>
        </pc:picChg>
      </pc:sldChg>
      <pc:sldChg chg="modSp">
        <pc:chgData name="Lakku, Sai Keertana R" userId="S::kb7924tj@go.minnstate.edu::aa713373-d62e-42be-a5fb-296135668942" providerId="AD" clId="Web-{5938A7B7-26F4-17FE-17B2-9E5F23DB6CA5}" dt="2025-01-16T23:30:40.783" v="331" actId="20577"/>
        <pc:sldMkLst>
          <pc:docMk/>
          <pc:sldMk cId="352852579" sldId="425"/>
        </pc:sldMkLst>
        <pc:spChg chg="mod">
          <ac:chgData name="Lakku, Sai Keertana R" userId="S::kb7924tj@go.minnstate.edu::aa713373-d62e-42be-a5fb-296135668942" providerId="AD" clId="Web-{5938A7B7-26F4-17FE-17B2-9E5F23DB6CA5}" dt="2025-01-16T23:30:40.783" v="331" actId="20577"/>
          <ac:spMkLst>
            <pc:docMk/>
            <pc:sldMk cId="352852579" sldId="425"/>
            <ac:spMk id="3" creationId="{E3C22E05-6E4B-DDA1-DB04-A17248C65BE0}"/>
          </ac:spMkLst>
        </pc:spChg>
      </pc:sldChg>
    </pc:docChg>
  </pc:docChgLst>
  <pc:docChgLst>
    <pc:chgData name="Wilkins, Graham C" userId="S::bh5884is@go.minnstate.edu::d858373d-d4a5-4d5a-af0d-fcf67a33b3d5" providerId="AD" clId="Web-{1A4B5C1D-CB82-9E83-4963-C01276453773}"/>
    <pc:docChg chg="addSld delSld modSld sldOrd addMainMaster delMainMaster">
      <pc:chgData name="Wilkins, Graham C" userId="S::bh5884is@go.minnstate.edu::d858373d-d4a5-4d5a-af0d-fcf67a33b3d5" providerId="AD" clId="Web-{1A4B5C1D-CB82-9E83-4963-C01276453773}" dt="2025-01-15T17:40:51.490" v="244" actId="20577"/>
      <pc:docMkLst>
        <pc:docMk/>
      </pc:docMkLst>
      <pc:sldChg chg="modSp mod modClrScheme chgLayout">
        <pc:chgData name="Wilkins, Graham C" userId="S::bh5884is@go.minnstate.edu::d858373d-d4a5-4d5a-af0d-fcf67a33b3d5" providerId="AD" clId="Web-{1A4B5C1D-CB82-9E83-4963-C01276453773}" dt="2025-01-15T17:19:19.587" v="13" actId="20577"/>
        <pc:sldMkLst>
          <pc:docMk/>
          <pc:sldMk cId="109857222" sldId="256"/>
        </pc:sldMkLst>
        <pc:spChg chg="mod ord">
          <ac:chgData name="Wilkins, Graham C" userId="S::bh5884is@go.minnstate.edu::d858373d-d4a5-4d5a-af0d-fcf67a33b3d5" providerId="AD" clId="Web-{1A4B5C1D-CB82-9E83-4963-C01276453773}" dt="2025-01-15T17:18:49.571" v="5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Wilkins, Graham C" userId="S::bh5884is@go.minnstate.edu::d858373d-d4a5-4d5a-af0d-fcf67a33b3d5" providerId="AD" clId="Web-{1A4B5C1D-CB82-9E83-4963-C01276453773}" dt="2025-01-15T17:19:19.587" v="1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add mod modClrScheme chgLayout">
        <pc:chgData name="Wilkins, Graham C" userId="S::bh5884is@go.minnstate.edu::d858373d-d4a5-4d5a-af0d-fcf67a33b3d5" providerId="AD" clId="Web-{1A4B5C1D-CB82-9E83-4963-C01276453773}" dt="2025-01-15T17:40:51.490" v="244" actId="20577"/>
        <pc:sldMkLst>
          <pc:docMk/>
          <pc:sldMk cId="1620776624" sldId="419"/>
        </pc:sldMkLst>
        <pc:spChg chg="mod ord">
          <ac:chgData name="Wilkins, Graham C" userId="S::bh5884is@go.minnstate.edu::d858373d-d4a5-4d5a-af0d-fcf67a33b3d5" providerId="AD" clId="Web-{1A4B5C1D-CB82-9E83-4963-C01276453773}" dt="2025-01-15T17:40:51.490" v="244" actId="20577"/>
          <ac:spMkLst>
            <pc:docMk/>
            <pc:sldMk cId="1620776624" sldId="419"/>
            <ac:spMk id="2" creationId="{FA33F423-804A-2C8D-ABA3-86C0D7318187}"/>
          </ac:spMkLst>
        </pc:spChg>
        <pc:spChg chg="mod">
          <ac:chgData name="Wilkins, Graham C" userId="S::bh5884is@go.minnstate.edu::d858373d-d4a5-4d5a-af0d-fcf67a33b3d5" providerId="AD" clId="Web-{1A4B5C1D-CB82-9E83-4963-C01276453773}" dt="2025-01-15T17:40:18.504" v="222" actId="20577"/>
          <ac:spMkLst>
            <pc:docMk/>
            <pc:sldMk cId="1620776624" sldId="419"/>
            <ac:spMk id="11" creationId="{16A77B58-9A92-B625-EE33-797A96A4813D}"/>
          </ac:spMkLst>
        </pc:spChg>
        <pc:picChg chg="mod ord">
          <ac:chgData name="Wilkins, Graham C" userId="S::bh5884is@go.minnstate.edu::d858373d-d4a5-4d5a-af0d-fcf67a33b3d5" providerId="AD" clId="Web-{1A4B5C1D-CB82-9E83-4963-C01276453773}" dt="2025-01-15T17:24:23.582" v="128" actId="1076"/>
          <ac:picMkLst>
            <pc:docMk/>
            <pc:sldMk cId="1620776624" sldId="419"/>
            <ac:picMk id="5" creationId="{4804AF8F-0AA3-C877-FC41-F83F7709FB18}"/>
          </ac:picMkLst>
        </pc:picChg>
      </pc:sldChg>
      <pc:sldChg chg="modSp new del">
        <pc:chgData name="Wilkins, Graham C" userId="S::bh5884is@go.minnstate.edu::d858373d-d4a5-4d5a-af0d-fcf67a33b3d5" providerId="AD" clId="Web-{1A4B5C1D-CB82-9E83-4963-C01276453773}" dt="2025-01-15T17:27:24.635" v="196"/>
        <pc:sldMkLst>
          <pc:docMk/>
          <pc:sldMk cId="4289520332" sldId="420"/>
        </pc:sldMkLst>
        <pc:spChg chg="mod">
          <ac:chgData name="Wilkins, Graham C" userId="S::bh5884is@go.minnstate.edu::d858373d-d4a5-4d5a-af0d-fcf67a33b3d5" providerId="AD" clId="Web-{1A4B5C1D-CB82-9E83-4963-C01276453773}" dt="2025-01-15T17:24:35.348" v="143" actId="20577"/>
          <ac:spMkLst>
            <pc:docMk/>
            <pc:sldMk cId="4289520332" sldId="420"/>
            <ac:spMk id="2" creationId="{E52E46E7-B99E-B329-A8DD-AEE2468E0ACE}"/>
          </ac:spMkLst>
        </pc:spChg>
        <pc:spChg chg="mod">
          <ac:chgData name="Wilkins, Graham C" userId="S::bh5884is@go.minnstate.edu::d858373d-d4a5-4d5a-af0d-fcf67a33b3d5" providerId="AD" clId="Web-{1A4B5C1D-CB82-9E83-4963-C01276453773}" dt="2025-01-15T17:27:24.088" v="195" actId="20577"/>
          <ac:spMkLst>
            <pc:docMk/>
            <pc:sldMk cId="4289520332" sldId="420"/>
            <ac:spMk id="3" creationId="{7D5408F9-AFA9-8E4A-287A-1B5BB2C0DE63}"/>
          </ac:spMkLst>
        </pc:spChg>
      </pc:sldChg>
      <pc:sldChg chg="ord">
        <pc:chgData name="Wilkins, Graham C" userId="S::bh5884is@go.minnstate.edu::d858373d-d4a5-4d5a-af0d-fcf67a33b3d5" providerId="AD" clId="Web-{1A4B5C1D-CB82-9E83-4963-C01276453773}" dt="2025-01-15T17:30:05.687" v="198"/>
        <pc:sldMkLst>
          <pc:docMk/>
          <pc:sldMk cId="2760292561" sldId="422"/>
        </pc:sldMkLst>
      </pc:sldChg>
      <pc:sldChg chg="modSp new ord">
        <pc:chgData name="Wilkins, Graham C" userId="S::bh5884is@go.minnstate.edu::d858373d-d4a5-4d5a-af0d-fcf67a33b3d5" providerId="AD" clId="Web-{1A4B5C1D-CB82-9E83-4963-C01276453773}" dt="2025-01-15T17:35:03.447" v="217" actId="20577"/>
        <pc:sldMkLst>
          <pc:docMk/>
          <pc:sldMk cId="3356664231" sldId="423"/>
        </pc:sldMkLst>
        <pc:spChg chg="mod">
          <ac:chgData name="Wilkins, Graham C" userId="S::bh5884is@go.minnstate.edu::d858373d-d4a5-4d5a-af0d-fcf67a33b3d5" providerId="AD" clId="Web-{1A4B5C1D-CB82-9E83-4963-C01276453773}" dt="2025-01-15T17:35:03.447" v="217" actId="20577"/>
          <ac:spMkLst>
            <pc:docMk/>
            <pc:sldMk cId="3356664231" sldId="423"/>
            <ac:spMk id="2" creationId="{B5FE363A-2577-EFEC-A03B-26EBBB4E3E28}"/>
          </ac:spMkLst>
        </pc:spChg>
      </pc:sldChg>
      <pc:sldMasterChg chg="del delSldLayout">
        <pc:chgData name="Wilkins, Graham C" userId="S::bh5884is@go.minnstate.edu::d858373d-d4a5-4d5a-af0d-fcf67a33b3d5" providerId="AD" clId="Web-{1A4B5C1D-CB82-9E83-4963-C01276453773}" dt="2025-01-15T17:18:30.929" v="0"/>
        <pc:sldMasterMkLst>
          <pc:docMk/>
          <pc:sldMasterMk cId="2460954070" sldId="2147483660"/>
        </pc:sldMasterMkLst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Wilkins, Graham C" userId="S::bh5884is@go.minnstate.edu::d858373d-d4a5-4d5a-af0d-fcf67a33b3d5" providerId="AD" clId="Web-{1A4B5C1D-CB82-9E83-4963-C01276453773}" dt="2025-01-15T17:18:30.929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Wilkins, Graham C" userId="S::bh5884is@go.minnstate.edu::d858373d-d4a5-4d5a-af0d-fcf67a33b3d5" providerId="AD" clId="Web-{1A4B5C1D-CB82-9E83-4963-C01276453773}" dt="2025-01-15T17:18:36.898" v="1"/>
        <pc:sldMasterMkLst>
          <pc:docMk/>
          <pc:sldMasterMk cId="3641853977" sldId="2147483672"/>
        </pc:sldMasterMkLst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2306915003" sldId="2147483673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3211405986" sldId="2147483674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985966918" sldId="2147483675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2711584968" sldId="2147483676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3936532464" sldId="2147483677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3197063437" sldId="2147483678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2925012625" sldId="2147483679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3545033224" sldId="2147483680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337936364" sldId="2147483681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1176958999" sldId="2147483682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36.898" v="1"/>
          <pc:sldLayoutMkLst>
            <pc:docMk/>
            <pc:sldMasterMk cId="3641853977" sldId="2147483672"/>
            <pc:sldLayoutMk cId="945405765" sldId="2147483683"/>
          </pc:sldLayoutMkLst>
        </pc:sldLayoutChg>
      </pc:sldMasterChg>
      <pc:sldMasterChg chg="add del addSldLayout delSldLayout modSldLayout">
        <pc:chgData name="Wilkins, Graham C" userId="S::bh5884is@go.minnstate.edu::d858373d-d4a5-4d5a-af0d-fcf67a33b3d5" providerId="AD" clId="Web-{1A4B5C1D-CB82-9E83-4963-C01276453773}" dt="2025-01-15T17:18:40.867" v="2"/>
        <pc:sldMasterMkLst>
          <pc:docMk/>
          <pc:sldMasterMk cId="3130240049" sldId="2147483684"/>
        </pc:sldMasterMkLst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3742370034" sldId="2147483685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3609994892" sldId="2147483686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3785397705" sldId="2147483687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427654907" sldId="2147483688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1696721158" sldId="2147483689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2338129548" sldId="2147483690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3292144682" sldId="2147483691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3222749271" sldId="2147483692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4248419478" sldId="2147483693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2071016356" sldId="2147483694"/>
          </pc:sldLayoutMkLst>
        </pc:sldLayoutChg>
        <pc:sldLayoutChg chg="add del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130240049" sldId="2147483684"/>
            <pc:sldLayoutMk cId="2296100554" sldId="2147483695"/>
          </pc:sldLayoutMkLst>
        </pc:sldLayoutChg>
      </pc:sldMasterChg>
      <pc:sldMasterChg chg="add addSldLayout modSldLayout">
        <pc:chgData name="Wilkins, Graham C" userId="S::bh5884is@go.minnstate.edu::d858373d-d4a5-4d5a-af0d-fcf67a33b3d5" providerId="AD" clId="Web-{1A4B5C1D-CB82-9E83-4963-C01276453773}" dt="2025-01-15T17:19:55.276" v="14"/>
        <pc:sldMasterMkLst>
          <pc:docMk/>
          <pc:sldMasterMk cId="3207909995" sldId="2147483696"/>
        </pc:sldMasterMkLst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92598792" sldId="2147483697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724448162" sldId="2147483698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940948779" sldId="2147483699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510984977" sldId="2147483700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155403663" sldId="2147483701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874931530" sldId="2147483702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3061139288" sldId="2147483703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1920296479" sldId="2147483704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1018473270" sldId="2147483705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1680546083" sldId="2147483706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103329139" sldId="2147483707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170297360" sldId="2147483708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3216368817" sldId="2147483709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585517074" sldId="2147483710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1265730984" sldId="2147483711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2749645815" sldId="2147483712"/>
          </pc:sldLayoutMkLst>
        </pc:sldLayoutChg>
        <pc:sldLayoutChg chg="add mod replId">
          <pc:chgData name="Wilkins, Graham C" userId="S::bh5884is@go.minnstate.edu::d858373d-d4a5-4d5a-af0d-fcf67a33b3d5" providerId="AD" clId="Web-{1A4B5C1D-CB82-9E83-4963-C01276453773}" dt="2025-01-15T17:18:40.867" v="2"/>
          <pc:sldLayoutMkLst>
            <pc:docMk/>
            <pc:sldMasterMk cId="3207909995" sldId="2147483696"/>
            <pc:sldLayoutMk cId="3080985948" sldId="2147483713"/>
          </pc:sldLayoutMkLst>
        </pc:sldLayoutChg>
        <pc:sldLayoutChg chg="add">
          <pc:chgData name="Wilkins, Graham C" userId="S::bh5884is@go.minnstate.edu::d858373d-d4a5-4d5a-af0d-fcf67a33b3d5" providerId="AD" clId="Web-{1A4B5C1D-CB82-9E83-4963-C01276453773}" dt="2025-01-15T17:19:55.276" v="14"/>
          <pc:sldLayoutMkLst>
            <pc:docMk/>
            <pc:sldMasterMk cId="3207909995" sldId="2147483696"/>
            <pc:sldLayoutMk cId="3684149123" sldId="2147483714"/>
          </pc:sldLayoutMkLst>
        </pc:sldLayoutChg>
      </pc:sldMasterChg>
    </pc:docChg>
  </pc:docChgLst>
  <pc:docChgLst>
    <pc:chgData name="Srinivasa Reddy, Shashank reddy" userId="S::qn1833ep@go.minnstate.edu::5f8d5532-cbd8-40c0-aa18-97830f20e260" providerId="AD" clId="Web-{621467D9-3E38-D662-F8FA-6C6719EF4350}"/>
    <pc:docChg chg="modSld sldOrd modMainMaster">
      <pc:chgData name="Srinivasa Reddy, Shashank reddy" userId="S::qn1833ep@go.minnstate.edu::5f8d5532-cbd8-40c0-aa18-97830f20e260" providerId="AD" clId="Web-{621467D9-3E38-D662-F8FA-6C6719EF4350}" dt="2025-01-17T16:47:31.147" v="5"/>
      <pc:docMkLst>
        <pc:docMk/>
      </pc:docMkLst>
      <pc:sldChg chg="addSp delSp modSp">
        <pc:chgData name="Srinivasa Reddy, Shashank reddy" userId="S::qn1833ep@go.minnstate.edu::5f8d5532-cbd8-40c0-aa18-97830f20e260" providerId="AD" clId="Web-{621467D9-3E38-D662-F8FA-6C6719EF4350}" dt="2025-01-17T16:47:23.381" v="4"/>
        <pc:sldMkLst>
          <pc:docMk/>
          <pc:sldMk cId="109857222" sldId="256"/>
        </pc:sldMkLst>
        <pc:spChg chg="mod">
          <ac:chgData name="Srinivasa Reddy, Shashank reddy" userId="S::qn1833ep@go.minnstate.edu::5f8d5532-cbd8-40c0-aa18-97830f20e260" providerId="AD" clId="Web-{621467D9-3E38-D662-F8FA-6C6719EF4350}" dt="2025-01-17T16:03:45.400" v="0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rinivasa Reddy, Shashank reddy" userId="S::qn1833ep@go.minnstate.edu::5f8d5532-cbd8-40c0-aa18-97830f20e260" providerId="AD" clId="Web-{621467D9-3E38-D662-F8FA-6C6719EF4350}" dt="2025-01-17T16:47:18.100" v="2"/>
          <ac:spMkLst>
            <pc:docMk/>
            <pc:sldMk cId="109857222" sldId="256"/>
            <ac:spMk id="4" creationId="{1517B959-CCEA-4907-A985-6843003C73B4}"/>
          </ac:spMkLst>
        </pc:spChg>
        <pc:spChg chg="add del mod">
          <ac:chgData name="Srinivasa Reddy, Shashank reddy" userId="S::qn1833ep@go.minnstate.edu::5f8d5532-cbd8-40c0-aa18-97830f20e260" providerId="AD" clId="Web-{621467D9-3E38-D662-F8FA-6C6719EF4350}" dt="2025-01-17T16:47:23.381" v="4"/>
          <ac:spMkLst>
            <pc:docMk/>
            <pc:sldMk cId="109857222" sldId="256"/>
            <ac:spMk id="5" creationId="{650597B8-F757-F479-94DE-1C8BC470EFBB}"/>
          </ac:spMkLst>
        </pc:spChg>
      </pc:sldChg>
      <pc:sldChg chg="addSp modSp">
        <pc:chgData name="Srinivasa Reddy, Shashank reddy" userId="S::qn1833ep@go.minnstate.edu::5f8d5532-cbd8-40c0-aa18-97830f20e260" providerId="AD" clId="Web-{621467D9-3E38-D662-F8FA-6C6719EF4350}" dt="2025-01-17T16:47:31.147" v="5"/>
        <pc:sldMkLst>
          <pc:docMk/>
          <pc:sldMk cId="1620776624" sldId="419"/>
        </pc:sldMkLst>
        <pc:spChg chg="add mod">
          <ac:chgData name="Srinivasa Reddy, Shashank reddy" userId="S::qn1833ep@go.minnstate.edu::5f8d5532-cbd8-40c0-aa18-97830f20e260" providerId="AD" clId="Web-{621467D9-3E38-D662-F8FA-6C6719EF4350}" dt="2025-01-17T16:47:31.147" v="5"/>
          <ac:spMkLst>
            <pc:docMk/>
            <pc:sldMk cId="1620776624" sldId="419"/>
            <ac:spMk id="3" creationId="{58CDA899-F6D6-F0C3-82D0-EB7AE16DC9B6}"/>
          </ac:spMkLst>
        </pc:spChg>
      </pc:sldChg>
      <pc:sldChg chg="addSp modSp">
        <pc:chgData name="Srinivasa Reddy, Shashank reddy" userId="S::qn1833ep@go.minnstate.edu::5f8d5532-cbd8-40c0-aa18-97830f20e260" providerId="AD" clId="Web-{621467D9-3E38-D662-F8FA-6C6719EF4350}" dt="2025-01-17T16:47:31.147" v="5"/>
        <pc:sldMkLst>
          <pc:docMk/>
          <pc:sldMk cId="2636442411" sldId="421"/>
        </pc:sldMkLst>
        <pc:spChg chg="add mod">
          <ac:chgData name="Srinivasa Reddy, Shashank reddy" userId="S::qn1833ep@go.minnstate.edu::5f8d5532-cbd8-40c0-aa18-97830f20e260" providerId="AD" clId="Web-{621467D9-3E38-D662-F8FA-6C6719EF4350}" dt="2025-01-17T16:47:31.147" v="5"/>
          <ac:spMkLst>
            <pc:docMk/>
            <pc:sldMk cId="2636442411" sldId="421"/>
            <ac:spMk id="4" creationId="{1B341F50-4760-D589-6E72-62BFEAF5F846}"/>
          </ac:spMkLst>
        </pc:spChg>
      </pc:sldChg>
      <pc:sldChg chg="addSp modSp">
        <pc:chgData name="Srinivasa Reddy, Shashank reddy" userId="S::qn1833ep@go.minnstate.edu::5f8d5532-cbd8-40c0-aa18-97830f20e260" providerId="AD" clId="Web-{621467D9-3E38-D662-F8FA-6C6719EF4350}" dt="2025-01-17T16:47:31.147" v="5"/>
        <pc:sldMkLst>
          <pc:docMk/>
          <pc:sldMk cId="2760292561" sldId="422"/>
        </pc:sldMkLst>
        <pc:spChg chg="add mod">
          <ac:chgData name="Srinivasa Reddy, Shashank reddy" userId="S::qn1833ep@go.minnstate.edu::5f8d5532-cbd8-40c0-aa18-97830f20e260" providerId="AD" clId="Web-{621467D9-3E38-D662-F8FA-6C6719EF4350}" dt="2025-01-17T16:47:31.147" v="5"/>
          <ac:spMkLst>
            <pc:docMk/>
            <pc:sldMk cId="2760292561" sldId="422"/>
            <ac:spMk id="6" creationId="{6C87B0D8-8D0A-7924-36E0-9571F4FB010E}"/>
          </ac:spMkLst>
        </pc:spChg>
      </pc:sldChg>
      <pc:sldChg chg="addSp modSp">
        <pc:chgData name="Srinivasa Reddy, Shashank reddy" userId="S::qn1833ep@go.minnstate.edu::5f8d5532-cbd8-40c0-aa18-97830f20e260" providerId="AD" clId="Web-{621467D9-3E38-D662-F8FA-6C6719EF4350}" dt="2025-01-17T16:47:31.147" v="5"/>
        <pc:sldMkLst>
          <pc:docMk/>
          <pc:sldMk cId="3356664231" sldId="423"/>
        </pc:sldMkLst>
        <pc:spChg chg="add mod">
          <ac:chgData name="Srinivasa Reddy, Shashank reddy" userId="S::qn1833ep@go.minnstate.edu::5f8d5532-cbd8-40c0-aa18-97830f20e260" providerId="AD" clId="Web-{621467D9-3E38-D662-F8FA-6C6719EF4350}" dt="2025-01-17T16:47:31.147" v="5"/>
          <ac:spMkLst>
            <pc:docMk/>
            <pc:sldMk cId="3356664231" sldId="423"/>
            <ac:spMk id="2" creationId="{B7608848-DC38-9B56-3AF5-81CC8D5D6ACF}"/>
          </ac:spMkLst>
        </pc:spChg>
      </pc:sldChg>
      <pc:sldChg chg="addSp modSp ord">
        <pc:chgData name="Srinivasa Reddy, Shashank reddy" userId="S::qn1833ep@go.minnstate.edu::5f8d5532-cbd8-40c0-aa18-97830f20e260" providerId="AD" clId="Web-{621467D9-3E38-D662-F8FA-6C6719EF4350}" dt="2025-01-17T16:47:31.147" v="5"/>
        <pc:sldMkLst>
          <pc:docMk/>
          <pc:sldMk cId="2274737137" sldId="424"/>
        </pc:sldMkLst>
        <pc:spChg chg="add mod">
          <ac:chgData name="Srinivasa Reddy, Shashank reddy" userId="S::qn1833ep@go.minnstate.edu::5f8d5532-cbd8-40c0-aa18-97830f20e260" providerId="AD" clId="Web-{621467D9-3E38-D662-F8FA-6C6719EF4350}" dt="2025-01-17T16:47:31.147" v="5"/>
          <ac:spMkLst>
            <pc:docMk/>
            <pc:sldMk cId="2274737137" sldId="424"/>
            <ac:spMk id="2" creationId="{1C113E3F-6A6D-A495-3973-7A270C389756}"/>
          </ac:spMkLst>
        </pc:spChg>
      </pc:sldChg>
      <pc:sldChg chg="addSp modSp">
        <pc:chgData name="Srinivasa Reddy, Shashank reddy" userId="S::qn1833ep@go.minnstate.edu::5f8d5532-cbd8-40c0-aa18-97830f20e260" providerId="AD" clId="Web-{621467D9-3E38-D662-F8FA-6C6719EF4350}" dt="2025-01-17T16:47:31.147" v="5"/>
        <pc:sldMkLst>
          <pc:docMk/>
          <pc:sldMk cId="352852579" sldId="425"/>
        </pc:sldMkLst>
        <pc:spChg chg="add mod">
          <ac:chgData name="Srinivasa Reddy, Shashank reddy" userId="S::qn1833ep@go.minnstate.edu::5f8d5532-cbd8-40c0-aa18-97830f20e260" providerId="AD" clId="Web-{621467D9-3E38-D662-F8FA-6C6719EF4350}" dt="2025-01-17T16:47:31.147" v="5"/>
          <ac:spMkLst>
            <pc:docMk/>
            <pc:sldMk cId="352852579" sldId="425"/>
            <ac:spMk id="4" creationId="{A543E430-FAE5-87C7-8CA3-3B488636DB19}"/>
          </ac:spMkLst>
        </pc:spChg>
      </pc:sldChg>
      <pc:sldMasterChg chg="mod modSldLayout">
        <pc:chgData name="Srinivasa Reddy, Shashank reddy" userId="S::qn1833ep@go.minnstate.edu::5f8d5532-cbd8-40c0-aa18-97830f20e260" providerId="AD" clId="Web-{621467D9-3E38-D662-F8FA-6C6719EF4350}" dt="2025-01-17T16:47:31.147" v="5"/>
        <pc:sldMasterMkLst>
          <pc:docMk/>
          <pc:sldMasterMk cId="3207909995" sldId="2147483696"/>
        </pc:sldMasterMkLst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92598792" sldId="2147483697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724448162" sldId="2147483698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940948779" sldId="2147483699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510984977" sldId="2147483700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155403663" sldId="2147483701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874931530" sldId="2147483702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3061139288" sldId="2147483703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1920296479" sldId="2147483704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1018473270" sldId="2147483705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1680546083" sldId="2147483706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103329139" sldId="2147483707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170297360" sldId="2147483708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3216368817" sldId="2147483709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585517074" sldId="2147483710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1265730984" sldId="2147483711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2749645815" sldId="2147483712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3080985948" sldId="2147483713"/>
          </pc:sldLayoutMkLst>
        </pc:sldLayoutChg>
        <pc:sldLayoutChg chg="mod">
          <pc:chgData name="Srinivasa Reddy, Shashank reddy" userId="S::qn1833ep@go.minnstate.edu::5f8d5532-cbd8-40c0-aa18-97830f20e260" providerId="AD" clId="Web-{621467D9-3E38-D662-F8FA-6C6719EF4350}" dt="2025-01-17T16:47:31.147" v="5"/>
          <pc:sldLayoutMkLst>
            <pc:docMk/>
            <pc:sldMasterMk cId="3207909995" sldId="2147483696"/>
            <pc:sldLayoutMk cId="3684149123" sldId="2147483714"/>
          </pc:sldLayoutMkLst>
        </pc:sldLayoutChg>
      </pc:sldMasterChg>
    </pc:docChg>
  </pc:docChgLst>
  <pc:docChgLst>
    <pc:chgData name="Hjulberg, Andrew S" userId="S::hi6397ef@go.minnstate.edu::55255bf8-79f2-42d3-80cc-139b63d0776c" providerId="AD" clId="Web-{E15B512D-AB04-BB3D-5A37-DBF313F5E44C}"/>
    <pc:docChg chg="addSld modSld">
      <pc:chgData name="Hjulberg, Andrew S" userId="S::hi6397ef@go.minnstate.edu::55255bf8-79f2-42d3-80cc-139b63d0776c" providerId="AD" clId="Web-{E15B512D-AB04-BB3D-5A37-DBF313F5E44C}" dt="2025-01-17T17:04:30.921" v="392" actId="20577"/>
      <pc:docMkLst>
        <pc:docMk/>
      </pc:docMkLst>
      <pc:sldChg chg="modSp">
        <pc:chgData name="Hjulberg, Andrew S" userId="S::hi6397ef@go.minnstate.edu::55255bf8-79f2-42d3-80cc-139b63d0776c" providerId="AD" clId="Web-{E15B512D-AB04-BB3D-5A37-DBF313F5E44C}" dt="2025-01-17T15:00:16.657" v="371" actId="20577"/>
        <pc:sldMkLst>
          <pc:docMk/>
          <pc:sldMk cId="2636442411" sldId="421"/>
        </pc:sldMkLst>
        <pc:spChg chg="mod">
          <ac:chgData name="Hjulberg, Andrew S" userId="S::hi6397ef@go.minnstate.edu::55255bf8-79f2-42d3-80cc-139b63d0776c" providerId="AD" clId="Web-{E15B512D-AB04-BB3D-5A37-DBF313F5E44C}" dt="2025-01-17T15:00:16.657" v="371" actId="20577"/>
          <ac:spMkLst>
            <pc:docMk/>
            <pc:sldMk cId="2636442411" sldId="421"/>
            <ac:spMk id="3" creationId="{B21CF2AF-F9A8-4229-FCE5-2EB8CF3EE4C3}"/>
          </ac:spMkLst>
        </pc:spChg>
      </pc:sldChg>
      <pc:sldChg chg="addSp delSp modSp add replId">
        <pc:chgData name="Hjulberg, Andrew S" userId="S::hi6397ef@go.minnstate.edu::55255bf8-79f2-42d3-80cc-139b63d0776c" providerId="AD" clId="Web-{E15B512D-AB04-BB3D-5A37-DBF313F5E44C}" dt="2025-01-16T01:57:50.575" v="219" actId="1076"/>
        <pc:sldMkLst>
          <pc:docMk/>
          <pc:sldMk cId="2274737137" sldId="424"/>
        </pc:sldMkLst>
        <pc:spChg chg="add del mod">
          <ac:chgData name="Hjulberg, Andrew S" userId="S::hi6397ef@go.minnstate.edu::55255bf8-79f2-42d3-80cc-139b63d0776c" providerId="AD" clId="Web-{E15B512D-AB04-BB3D-5A37-DBF313F5E44C}" dt="2025-01-16T01:53:51.356" v="217"/>
          <ac:spMkLst>
            <pc:docMk/>
            <pc:sldMk cId="2274737137" sldId="424"/>
            <ac:spMk id="3" creationId="{A306A045-9DF0-C8C9-311A-B70ABD3AD557}"/>
          </ac:spMkLst>
        </pc:spChg>
        <pc:spChg chg="mod">
          <ac:chgData name="Hjulberg, Andrew S" userId="S::hi6397ef@go.minnstate.edu::55255bf8-79f2-42d3-80cc-139b63d0776c" providerId="AD" clId="Web-{E15B512D-AB04-BB3D-5A37-DBF313F5E44C}" dt="2025-01-16T01:50:31.062" v="121" actId="20577"/>
          <ac:spMkLst>
            <pc:docMk/>
            <pc:sldMk cId="2274737137" sldId="424"/>
            <ac:spMk id="5" creationId="{24170958-C6F3-9582-1DE6-3E4F4F7B9B07}"/>
          </ac:spMkLst>
        </pc:spChg>
        <pc:spChg chg="mod">
          <ac:chgData name="Hjulberg, Andrew S" userId="S::hi6397ef@go.minnstate.edu::55255bf8-79f2-42d3-80cc-139b63d0776c" providerId="AD" clId="Web-{E15B512D-AB04-BB3D-5A37-DBF313F5E44C}" dt="2025-01-16T01:53:44.700" v="216" actId="20577"/>
          <ac:spMkLst>
            <pc:docMk/>
            <pc:sldMk cId="2274737137" sldId="424"/>
            <ac:spMk id="8" creationId="{B3824DAA-86F2-90D2-2EAA-337BC58C95EE}"/>
          </ac:spMkLst>
        </pc:spChg>
        <pc:picChg chg="add mod">
          <ac:chgData name="Hjulberg, Andrew S" userId="S::hi6397ef@go.minnstate.edu::55255bf8-79f2-42d3-80cc-139b63d0776c" providerId="AD" clId="Web-{E15B512D-AB04-BB3D-5A37-DBF313F5E44C}" dt="2025-01-16T01:57:50.575" v="219" actId="1076"/>
          <ac:picMkLst>
            <pc:docMk/>
            <pc:sldMk cId="2274737137" sldId="424"/>
            <ac:picMk id="4" creationId="{39843797-3731-B4DC-1FF9-0C1FB8357B54}"/>
          </ac:picMkLst>
        </pc:picChg>
        <pc:picChg chg="del">
          <ac:chgData name="Hjulberg, Andrew S" userId="S::hi6397ef@go.minnstate.edu::55255bf8-79f2-42d3-80cc-139b63d0776c" providerId="AD" clId="Web-{E15B512D-AB04-BB3D-5A37-DBF313F5E44C}" dt="2025-01-16T01:51:29.597" v="144"/>
          <ac:picMkLst>
            <pc:docMk/>
            <pc:sldMk cId="2274737137" sldId="424"/>
            <ac:picMk id="6" creationId="{FD70D68E-F28F-8483-8035-FCFF938BEAC9}"/>
          </ac:picMkLst>
        </pc:picChg>
      </pc:sldChg>
      <pc:sldChg chg="modSp new">
        <pc:chgData name="Hjulberg, Andrew S" userId="S::hi6397ef@go.minnstate.edu::55255bf8-79f2-42d3-80cc-139b63d0776c" providerId="AD" clId="Web-{E15B512D-AB04-BB3D-5A37-DBF313F5E44C}" dt="2025-01-17T17:04:30.921" v="392" actId="20577"/>
        <pc:sldMkLst>
          <pc:docMk/>
          <pc:sldMk cId="352852579" sldId="425"/>
        </pc:sldMkLst>
        <pc:spChg chg="mod">
          <ac:chgData name="Hjulberg, Andrew S" userId="S::hi6397ef@go.minnstate.edu::55255bf8-79f2-42d3-80cc-139b63d0776c" providerId="AD" clId="Web-{E15B512D-AB04-BB3D-5A37-DBF313F5E44C}" dt="2025-01-16T02:00:07.896" v="230" actId="20577"/>
          <ac:spMkLst>
            <pc:docMk/>
            <pc:sldMk cId="352852579" sldId="425"/>
            <ac:spMk id="2" creationId="{E3F60C0B-7180-2B07-9970-09E945987C21}"/>
          </ac:spMkLst>
        </pc:spChg>
        <pc:spChg chg="mod">
          <ac:chgData name="Hjulberg, Andrew S" userId="S::hi6397ef@go.minnstate.edu::55255bf8-79f2-42d3-80cc-139b63d0776c" providerId="AD" clId="Web-{E15B512D-AB04-BB3D-5A37-DBF313F5E44C}" dt="2025-01-17T17:04:30.921" v="392" actId="20577"/>
          <ac:spMkLst>
            <pc:docMk/>
            <pc:sldMk cId="352852579" sldId="425"/>
            <ac:spMk id="3" creationId="{E3C22E05-6E4B-DDA1-DB04-A17248C65B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9AF41-E0C5-419F-8325-AAB4143D6455}" type="datetimeFigureOut">
              <a:t>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6635C-F4FF-4E4D-9742-E69B9ADADE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8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879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4816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4877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497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366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3153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3928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964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7327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4608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2913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9736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688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1707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3098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4581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8594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4149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0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9488266" cy="2677648"/>
          </a:xfrm>
        </p:spPr>
        <p:txBody>
          <a:bodyPr/>
          <a:lstStyle/>
          <a:p>
            <a:r>
              <a:rPr lang="en-US" err="1"/>
              <a:t>Intuilize</a:t>
            </a:r>
            <a:r>
              <a:rPr lang="en-US"/>
              <a:t> QB Weekly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1/17/2025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7B959-CCEA-4907-A985-6843003C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59DB-5B4D-3F9F-F269-FF76FE3F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CF2AF-F9A8-4229-FCE5-2EB8CF3E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Introductions</a:t>
            </a:r>
          </a:p>
          <a:p>
            <a:r>
              <a:rPr lang="en-US"/>
              <a:t>Status of NDA</a:t>
            </a:r>
          </a:p>
          <a:p>
            <a:r>
              <a:rPr lang="en-US"/>
              <a:t>Discuss previous team's progress</a:t>
            </a:r>
          </a:p>
          <a:p>
            <a:r>
              <a:rPr lang="en-US"/>
              <a:t>Discuss what is expected of us</a:t>
            </a:r>
          </a:p>
          <a:p>
            <a:r>
              <a:rPr lang="en-US"/>
              <a:t>Obtaining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1F50-4760-D589-6E72-62BFEAF5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2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170958-C6F3-9582-1DE6-3E4F4F7B9B07}"/>
              </a:ext>
            </a:extLst>
          </p:cNvPr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Andy </a:t>
            </a:r>
            <a:r>
              <a:rPr lang="en-US" err="1"/>
              <a:t>Hjulberg</a:t>
            </a:r>
          </a:p>
          <a:p>
            <a:r>
              <a:rPr lang="en-US"/>
              <a:t>Team Lead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824DAA-86F2-90D2-2EAA-337BC58C95EE}"/>
              </a:ext>
            </a:extLst>
          </p:cNvPr>
          <p:cNvSpPr txBox="1">
            <a:spLocks/>
          </p:cNvSpPr>
          <p:nvPr/>
        </p:nvSpPr>
        <p:spPr>
          <a:xfrm>
            <a:off x="314212" y="2203477"/>
            <a:ext cx="6787747" cy="4380869"/>
          </a:xfrm>
          <a:prstGeom prst="rect">
            <a:avLst/>
          </a:prstGeom>
        </p:spPr>
        <p:txBody>
          <a:bodyPr vert="horz" lIns="0" tIns="22860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S2 Student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From Blaine, MN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Hobbies: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/>
                </a:solidFill>
              </a:rPr>
              <a:t>Music/Playing guitar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/>
                </a:solidFill>
              </a:rPr>
              <a:t>Sports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/>
                </a:solidFill>
              </a:rPr>
              <a:t>Hiking and nature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Some previous experience with machine learning models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endParaRPr lang="en-US" sz="280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rgbClr val="000000"/>
              </a:solidFill>
            </a:endParaRPr>
          </a:p>
          <a:p>
            <a:pPr marL="1143000" lvl="1" indent="-283210">
              <a:buFont typeface="Courier New" panose="020B0604020202020204" pitchFamily="34" charset="0"/>
              <a:buChar char="o"/>
            </a:pPr>
            <a:endParaRPr lang="en-US" sz="320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>
              <a:solidFill>
                <a:srgbClr val="000000"/>
              </a:solidFill>
            </a:endParaRPr>
          </a:p>
          <a:p>
            <a:pPr marL="457200" indent="-457200">
              <a:buChar char="•"/>
            </a:pPr>
            <a:endParaRPr lang="en-US" sz="3200">
              <a:solidFill>
                <a:srgbClr val="FFFFFF"/>
              </a:solidFill>
            </a:endParaRPr>
          </a:p>
          <a:p>
            <a:pPr marL="283210" indent="-283210"/>
            <a:endParaRPr lang="en-US">
              <a:solidFill>
                <a:srgbClr val="FFFFFF"/>
              </a:solidFill>
            </a:endParaRPr>
          </a:p>
          <a:p>
            <a:pPr marL="283210" indent="-283210"/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Picture 3" descr="A person walking on a bridge&#10;&#10;Description automatically generated">
            <a:extLst>
              <a:ext uri="{FF2B5EF4-FFF2-40B4-BE49-F238E27FC236}">
                <a16:creationId xmlns:a16="http://schemas.microsoft.com/office/drawing/2014/main" id="{39843797-3731-B4DC-1FF9-0C1FB835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017" y="2336800"/>
            <a:ext cx="3086100" cy="41148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113E3F-6A6D-A495-3973-7A270C38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3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F423-804A-2C8D-ABA3-86C0D731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Graham Wilkins</a:t>
            </a:r>
            <a:br>
              <a:rPr lang="en-US"/>
            </a:br>
            <a:r>
              <a:rPr lang="en-US"/>
              <a:t>Machine Learning Engineer</a:t>
            </a:r>
          </a:p>
        </p:txBody>
      </p:sp>
      <p:pic>
        <p:nvPicPr>
          <p:cNvPr id="5" name="Content Placeholder 4" descr="A person taking a selfie&#10;&#10;Description automatically generated">
            <a:extLst>
              <a:ext uri="{FF2B5EF4-FFF2-40B4-BE49-F238E27FC236}">
                <a16:creationId xmlns:a16="http://schemas.microsoft.com/office/drawing/2014/main" id="{4804AF8F-0AA3-C877-FC41-F83F7709F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0418" y="2838824"/>
            <a:ext cx="4555066" cy="3416300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6A77B58-9A92-B625-EE33-797A96A4813D}"/>
              </a:ext>
            </a:extLst>
          </p:cNvPr>
          <p:cNvSpPr txBox="1">
            <a:spLocks/>
          </p:cNvSpPr>
          <p:nvPr/>
        </p:nvSpPr>
        <p:spPr>
          <a:xfrm>
            <a:off x="314212" y="2203477"/>
            <a:ext cx="6787747" cy="4380869"/>
          </a:xfrm>
          <a:prstGeom prst="rect">
            <a:avLst/>
          </a:prstGeom>
        </p:spPr>
        <p:txBody>
          <a:bodyPr vert="horz" lIns="0" tIns="22860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S2 Student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Interests in logic &amp; problem solving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In my free time: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/>
                </a:solidFill>
              </a:rPr>
              <a:t>Games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/>
                </a:solidFill>
              </a:rPr>
              <a:t>Walks &amp; nature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/>
                </a:solidFill>
              </a:rPr>
              <a:t>Family</a:t>
            </a:r>
          </a:p>
          <a:p>
            <a:pPr marL="457200" indent="-28321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Used CNNs &amp; DL for a previous project</a:t>
            </a:r>
          </a:p>
          <a:p>
            <a:pPr marL="1143000" lvl="1" indent="-283210">
              <a:buFont typeface="Courier New" panose="020B0604020202020204" pitchFamily="34" charset="0"/>
              <a:buChar char="o"/>
            </a:pPr>
            <a:endParaRPr lang="en-US" sz="3200">
              <a:solidFill>
                <a:schemeClr val="tx1"/>
              </a:solidFill>
            </a:endParaRPr>
          </a:p>
          <a:p>
            <a:pPr marL="457200" indent="-457200">
              <a:buChar char="•"/>
            </a:pPr>
            <a:endParaRPr lang="en-US" sz="3200">
              <a:solidFill>
                <a:srgbClr val="000000"/>
              </a:solidFill>
            </a:endParaRPr>
          </a:p>
          <a:p>
            <a:pPr marL="457200" indent="-457200">
              <a:buChar char="•"/>
            </a:pPr>
            <a:endParaRPr lang="en-US" sz="3200"/>
          </a:p>
          <a:p>
            <a:pPr marL="283210" indent="-283210"/>
            <a:endParaRPr lang="en-US"/>
          </a:p>
          <a:p>
            <a:pPr marL="283210" indent="-283210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72E75-56D8-4351-746C-0544F83E6FD8}"/>
              </a:ext>
            </a:extLst>
          </p:cNvPr>
          <p:cNvSpPr txBox="1"/>
          <p:nvPr/>
        </p:nvSpPr>
        <p:spPr>
          <a:xfrm>
            <a:off x="10661371" y="6492658"/>
            <a:ext cx="1528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11/13/24 - 3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CDA899-F6D6-F0C3-82D0-EB7AE16D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7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69C0-8367-5993-3BF3-5DDB0608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Sai Keertana Lakku</a:t>
            </a:r>
            <a:br>
              <a:rPr lang="en-US"/>
            </a:br>
            <a:r>
              <a:rPr lang="en-US">
                <a:solidFill>
                  <a:schemeClr val="bg1"/>
                </a:solidFill>
              </a:rPr>
              <a:t>Data Science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1E5EA-861B-D1D9-32B9-7C118692A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828417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8D8D9-CBF9-FB84-6B85-E782F23AE45B}"/>
              </a:ext>
            </a:extLst>
          </p:cNvPr>
          <p:cNvSpPr txBox="1"/>
          <p:nvPr/>
        </p:nvSpPr>
        <p:spPr>
          <a:xfrm>
            <a:off x="643776" y="2256705"/>
            <a:ext cx="5724939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800"/>
              <a:t>J2 Student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800"/>
              <a:t>From Andhra, India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800"/>
              <a:t>Hobbies: 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800"/>
              <a:t>Hiking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800"/>
              <a:t>Travelling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800"/>
              <a:t>No Prior Experience in ML but knowledgeable in Python.</a:t>
            </a:r>
          </a:p>
          <a:p>
            <a:endParaRPr lang="en-US" sz="2400"/>
          </a:p>
          <a:p>
            <a:endParaRPr lang="en-US" sz="2400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F8709-026A-D2CA-2C26-DDC4AF38F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770" y="2438400"/>
            <a:ext cx="3190060" cy="39491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7B0D8-8D0A-7924-36E0-9571F4FB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9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erson in a white shirt&#10;&#10;Description automatically generated">
            <a:extLst>
              <a:ext uri="{FF2B5EF4-FFF2-40B4-BE49-F238E27FC236}">
                <a16:creationId xmlns:a16="http://schemas.microsoft.com/office/drawing/2014/main" id="{FD70D68E-F28F-8483-8035-FCFF938BE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428" t="22081" r="14721"/>
          <a:stretch/>
        </p:blipFill>
        <p:spPr>
          <a:xfrm rot="16200000">
            <a:off x="8298441" y="3098631"/>
            <a:ext cx="3495638" cy="2675172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4170958-C6F3-9582-1DE6-3E4F4F7B9B07}"/>
              </a:ext>
            </a:extLst>
          </p:cNvPr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Shashank Reddy</a:t>
            </a:r>
          </a:p>
          <a:p>
            <a:r>
              <a:rPr lang="en-US"/>
              <a:t>Machine Learning Engineer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824DAA-86F2-90D2-2EAA-337BC58C95EE}"/>
              </a:ext>
            </a:extLst>
          </p:cNvPr>
          <p:cNvSpPr txBox="1">
            <a:spLocks/>
          </p:cNvSpPr>
          <p:nvPr/>
        </p:nvSpPr>
        <p:spPr>
          <a:xfrm>
            <a:off x="314212" y="2203477"/>
            <a:ext cx="6787747" cy="4380869"/>
          </a:xfrm>
          <a:prstGeom prst="rect">
            <a:avLst/>
          </a:prstGeom>
        </p:spPr>
        <p:txBody>
          <a:bodyPr vert="horz" lIns="0" tIns="228600" rIns="0" bIns="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J2 Student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From Bangalore, India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Love to learn and challenge myself and play sports</a:t>
            </a:r>
          </a:p>
          <a:p>
            <a:pPr marL="457200" indent="-457200">
              <a:buChar char="•"/>
            </a:pPr>
            <a:r>
              <a:rPr lang="en-US" sz="2800">
                <a:solidFill>
                  <a:schemeClr val="tx1"/>
                </a:solidFill>
              </a:rPr>
              <a:t>Peak Curiosity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Worked on </a:t>
            </a:r>
            <a:r>
              <a:rPr lang="en-US" sz="2800" err="1">
                <a:solidFill>
                  <a:schemeClr val="tx1"/>
                </a:solidFill>
              </a:rPr>
              <a:t>Winforms</a:t>
            </a:r>
            <a:r>
              <a:rPr lang="en-US" sz="2800">
                <a:solidFill>
                  <a:schemeClr val="tx1"/>
                </a:solidFill>
              </a:rPr>
              <a:t> application for </a:t>
            </a:r>
            <a:r>
              <a:rPr lang="en-US" sz="2800" err="1">
                <a:solidFill>
                  <a:schemeClr val="tx1"/>
                </a:solidFill>
              </a:rPr>
              <a:t>Navitor</a:t>
            </a:r>
            <a:endParaRPr lang="en-US" sz="280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Some experience in supervised Machine Learning and CNN.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rgbClr val="000000"/>
              </a:solidFill>
            </a:endParaRPr>
          </a:p>
          <a:p>
            <a:pPr marL="1143000" lvl="1" indent="-283210">
              <a:buFont typeface="Courier New" panose="020B0604020202020204" pitchFamily="34" charset="0"/>
              <a:buChar char="o"/>
            </a:pPr>
            <a:endParaRPr lang="en-US" sz="3200">
              <a:solidFill>
                <a:srgbClr val="000000"/>
              </a:solidFill>
            </a:endParaRPr>
          </a:p>
          <a:p>
            <a:pPr marL="457200" indent="-457200">
              <a:buChar char="•"/>
            </a:pPr>
            <a:endParaRPr lang="en-US" sz="3200">
              <a:solidFill>
                <a:srgbClr val="000000"/>
              </a:solidFill>
            </a:endParaRPr>
          </a:p>
          <a:p>
            <a:pPr marL="457200" indent="-457200">
              <a:buChar char="•"/>
            </a:pPr>
            <a:endParaRPr lang="en-US" sz="3200"/>
          </a:p>
          <a:p>
            <a:pPr marL="283210" indent="-283210"/>
            <a:endParaRPr lang="en-US"/>
          </a:p>
          <a:p>
            <a:pPr marL="283210" indent="-283210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08848-DC38-9B56-3AF5-81CC8D5D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6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0C0B-7180-2B07-9970-09E94598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2E05-6E4B-DDA1-DB04-A17248C65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Status of NDA document.</a:t>
            </a:r>
          </a:p>
          <a:p>
            <a:r>
              <a:rPr lang="en-US"/>
              <a:t>What was the previous team able to accomplish?</a:t>
            </a:r>
          </a:p>
          <a:p>
            <a:r>
              <a:rPr lang="en-US"/>
              <a:t>How would you like us to build off what has already been completed?</a:t>
            </a:r>
          </a:p>
          <a:p>
            <a:r>
              <a:rPr lang="en-US"/>
              <a:t>When can we expect to get data?</a:t>
            </a:r>
          </a:p>
          <a:p>
            <a:r>
              <a:rPr lang="en-US"/>
              <a:t>What tools will we be using?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3E430-FAE5-87C7-8CA3-3B488636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2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Ion Boardroom</vt:lpstr>
      <vt:lpstr>Intuilize QB Weekly Meeting</vt:lpstr>
      <vt:lpstr>Agenda</vt:lpstr>
      <vt:lpstr>PowerPoint Presentation</vt:lpstr>
      <vt:lpstr>Graham Wilkins Machine Learning Engineer</vt:lpstr>
      <vt:lpstr>Sai Keertana Lakku Data Science Engineer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2025-01-15T17:18:00Z</dcterms:created>
  <dcterms:modified xsi:type="dcterms:W3CDTF">2025-01-17T17:04:57Z</dcterms:modified>
</cp:coreProperties>
</file>