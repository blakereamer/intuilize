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73" r:id="rId4"/>
    <p:sldId id="267" r:id="rId5"/>
    <p:sldId id="277" r:id="rId6"/>
    <p:sldId id="276" r:id="rId7"/>
    <p:sldId id="275" r:id="rId8"/>
    <p:sldId id="274" r:id="rId9"/>
    <p:sldId id="26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5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6CB649-3097-89C8-559B-AA01E4D4941F}" v="167" dt="2025-02-28T17:24:34.060"/>
    <p1510:client id="{64159B3A-8EC3-1548-AB78-74344C4AE6CE}" v="431" dt="2025-02-28T17:29:58.939"/>
    <p1510:client id="{87C06292-1DAC-6B06-D1BF-913DCCB5227D}" v="7" dt="2025-02-28T17:30:29.8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ku, Sai Keertana R" userId="S::kb7924tj@go.minnstate.edu::aa713373-d62e-42be-a5fb-296135668942" providerId="AD" clId="Web-{55809949-4BA6-31A0-30FC-BD82EA129E1F}"/>
    <pc:docChg chg="addSld delSld modSld">
      <pc:chgData name="Lakku, Sai Keertana R" userId="S::kb7924tj@go.minnstate.edu::aa713373-d62e-42be-a5fb-296135668942" providerId="AD" clId="Web-{55809949-4BA6-31A0-30FC-BD82EA129E1F}" dt="2025-02-21T16:41:10.613" v="434" actId="20577"/>
      <pc:docMkLst>
        <pc:docMk/>
      </pc:docMkLst>
      <pc:sldChg chg="modSp">
        <pc:chgData name="Lakku, Sai Keertana R" userId="S::kb7924tj@go.minnstate.edu::aa713373-d62e-42be-a5fb-296135668942" providerId="AD" clId="Web-{55809949-4BA6-31A0-30FC-BD82EA129E1F}" dt="2025-02-21T16:41:10.613" v="434" actId="20577"/>
        <pc:sldMkLst>
          <pc:docMk/>
          <pc:sldMk cId="886379872" sldId="257"/>
        </pc:sldMkLst>
        <pc:graphicFrameChg chg="modGraphic">
          <ac:chgData name="Lakku, Sai Keertana R" userId="S::kb7924tj@go.minnstate.edu::aa713373-d62e-42be-a5fb-296135668942" providerId="AD" clId="Web-{55809949-4BA6-31A0-30FC-BD82EA129E1F}" dt="2025-02-21T16:41:10.613" v="434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addSp delSp modSp">
        <pc:chgData name="Lakku, Sai Keertana R" userId="S::kb7924tj@go.minnstate.edu::aa713373-d62e-42be-a5fb-296135668942" providerId="AD" clId="Web-{55809949-4BA6-31A0-30FC-BD82EA129E1F}" dt="2025-02-21T16:39:34.876" v="414"/>
        <pc:sldMkLst>
          <pc:docMk/>
          <pc:sldMk cId="38658698" sldId="258"/>
        </pc:sldMkLst>
        <pc:spChg chg="mo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2" creationId="{688AC3B9-2A52-B51A-D8EE-90A85703DD3C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30" creationId="{4E78424C-6FD0-41F8-9CAA-5DC19C42359F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32" creationId="{DD136760-57DC-4301-8BEA-B71AD2D13905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34" creationId="{BDC58DEA-1307-4F44-AD47-E613D8B76A89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34.876" v="414"/>
          <ac:spMkLst>
            <pc:docMk/>
            <pc:sldMk cId="38658698" sldId="258"/>
            <ac:spMk id="36" creationId="{C99B912D-1E4B-42AF-A2BE-CFEFEC916EE7}"/>
          </ac:spMkLst>
        </pc:spChg>
      </pc:sldChg>
      <pc:sldChg chg="modSp del">
        <pc:chgData name="Lakku, Sai Keertana R" userId="S::kb7924tj@go.minnstate.edu::aa713373-d62e-42be-a5fb-296135668942" providerId="AD" clId="Web-{55809949-4BA6-31A0-30FC-BD82EA129E1F}" dt="2025-02-21T16:30:02.022" v="58"/>
        <pc:sldMkLst>
          <pc:docMk/>
          <pc:sldMk cId="3481272266" sldId="266"/>
        </pc:sldMkLst>
      </pc:sldChg>
      <pc:sldChg chg="modSp">
        <pc:chgData name="Lakku, Sai Keertana R" userId="S::kb7924tj@go.minnstate.edu::aa713373-d62e-42be-a5fb-296135668942" providerId="AD" clId="Web-{55809949-4BA6-31A0-30FC-BD82EA129E1F}" dt="2025-02-21T16:32:59.947" v="284" actId="20577"/>
        <pc:sldMkLst>
          <pc:docMk/>
          <pc:sldMk cId="1987320157" sldId="267"/>
        </pc:sldMkLst>
        <pc:spChg chg="mod">
          <ac:chgData name="Lakku, Sai Keertana R" userId="S::kb7924tj@go.minnstate.edu::aa713373-d62e-42be-a5fb-296135668942" providerId="AD" clId="Web-{55809949-4BA6-31A0-30FC-BD82EA129E1F}" dt="2025-02-21T16:32:59.947" v="284" actId="20577"/>
          <ac:spMkLst>
            <pc:docMk/>
            <pc:sldMk cId="1987320157" sldId="267"/>
            <ac:spMk id="2" creationId="{97BAABD8-7260-4DFE-68DB-0632582C632D}"/>
          </ac:spMkLst>
        </pc:spChg>
      </pc:sldChg>
      <pc:sldChg chg="modSp">
        <pc:chgData name="Lakku, Sai Keertana R" userId="S::kb7924tj@go.minnstate.edu::aa713373-d62e-42be-a5fb-296135668942" providerId="AD" clId="Web-{55809949-4BA6-31A0-30FC-BD82EA129E1F}" dt="2025-02-21T16:29:21.912" v="52" actId="20577"/>
        <pc:sldMkLst>
          <pc:docMk/>
          <pc:sldMk cId="1105610437" sldId="268"/>
        </pc:sldMkLst>
      </pc:sldChg>
      <pc:sldChg chg="new del">
        <pc:chgData name="Lakku, Sai Keertana R" userId="S::kb7924tj@go.minnstate.edu::aa713373-d62e-42be-a5fb-296135668942" providerId="AD" clId="Web-{55809949-4BA6-31A0-30FC-BD82EA129E1F}" dt="2025-02-21T16:27:20.159" v="1"/>
        <pc:sldMkLst>
          <pc:docMk/>
          <pc:sldMk cId="1086306751" sldId="269"/>
        </pc:sldMkLst>
      </pc:sldChg>
      <pc:sldChg chg="addSp delSp modSp new mod setBg setClrOvrMap">
        <pc:chgData name="Lakku, Sai Keertana R" userId="S::kb7924tj@go.minnstate.edu::aa713373-d62e-42be-a5fb-296135668942" providerId="AD" clId="Web-{55809949-4BA6-31A0-30FC-BD82EA129E1F}" dt="2025-02-21T16:39:54.158" v="415"/>
        <pc:sldMkLst>
          <pc:docMk/>
          <pc:sldMk cId="1258313468" sldId="269"/>
        </pc:sldMkLst>
        <pc:spChg chg="mo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2" creationId="{802D1CA8-4AF4-EE92-811B-E41F68602FF1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9" creationId="{F747F1B4-B831-4277-8AB0-32767F7EB7BF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11" creationId="{D80CFA21-AB7C-4BEB-9BFF-05764FBBF3C6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13" creationId="{12F7E335-851A-4CAE-B09F-E657819D4600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39:54.158" v="415"/>
          <ac:spMkLst>
            <pc:docMk/>
            <pc:sldMk cId="1258313468" sldId="269"/>
            <ac:spMk id="15" creationId="{10B541F0-7F6E-402E-84D8-CF96EACA5FBC}"/>
          </ac:spMkLst>
        </pc:spChg>
        <pc:graphicFrameChg chg="add">
          <ac:chgData name="Lakku, Sai Keertana R" userId="S::kb7924tj@go.minnstate.edu::aa713373-d62e-42be-a5fb-296135668942" providerId="AD" clId="Web-{55809949-4BA6-31A0-30FC-BD82EA129E1F}" dt="2025-02-21T16:39:54.158" v="415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modSp new">
        <pc:chgData name="Lakku, Sai Keertana R" userId="S::kb7924tj@go.minnstate.edu::aa713373-d62e-42be-a5fb-296135668942" providerId="AD" clId="Web-{55809949-4BA6-31A0-30FC-BD82EA129E1F}" dt="2025-02-21T16:32:51.744" v="280" actId="20577"/>
        <pc:sldMkLst>
          <pc:docMk/>
          <pc:sldMk cId="3515090267" sldId="270"/>
        </pc:sldMkLst>
        <pc:spChg chg="mod">
          <ac:chgData name="Lakku, Sai Keertana R" userId="S::kb7924tj@go.minnstate.edu::aa713373-d62e-42be-a5fb-296135668942" providerId="AD" clId="Web-{55809949-4BA6-31A0-30FC-BD82EA129E1F}" dt="2025-02-21T16:32:51.744" v="280" actId="20577"/>
          <ac:spMkLst>
            <pc:docMk/>
            <pc:sldMk cId="3515090267" sldId="270"/>
            <ac:spMk id="2" creationId="{EA09EF9F-3A87-3E44-CB5B-EDCC40297D43}"/>
          </ac:spMkLst>
        </pc:spChg>
      </pc:sldChg>
      <pc:sldChg chg="addSp delSp modSp new mod setBg setClrOvrMap">
        <pc:chgData name="Lakku, Sai Keertana R" userId="S::kb7924tj@go.minnstate.edu::aa713373-d62e-42be-a5fb-296135668942" providerId="AD" clId="Web-{55809949-4BA6-31A0-30FC-BD82EA129E1F}" dt="2025-02-21T16:40:25.237" v="416"/>
        <pc:sldMkLst>
          <pc:docMk/>
          <pc:sldMk cId="1340975371" sldId="271"/>
        </pc:sldMkLst>
        <pc:spChg chg="mo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2" creationId="{E58A1520-60AF-0E6B-03F1-3A8E2623E3E6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9" creationId="{F747F1B4-B831-4277-8AB0-32767F7EB7BF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11" creationId="{D80CFA21-AB7C-4BEB-9BFF-05764FBBF3C6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13" creationId="{12F7E335-851A-4CAE-B09F-E657819D4600}"/>
          </ac:spMkLst>
        </pc:spChg>
        <pc:spChg chg="add">
          <ac:chgData name="Lakku, Sai Keertana R" userId="S::kb7924tj@go.minnstate.edu::aa713373-d62e-42be-a5fb-296135668942" providerId="AD" clId="Web-{55809949-4BA6-31A0-30FC-BD82EA129E1F}" dt="2025-02-21T16:40:25.237" v="416"/>
          <ac:spMkLst>
            <pc:docMk/>
            <pc:sldMk cId="1340975371" sldId="271"/>
            <ac:spMk id="15" creationId="{10B541F0-7F6E-402E-84D8-CF96EACA5FBC}"/>
          </ac:spMkLst>
        </pc:spChg>
        <pc:graphicFrameChg chg="add">
          <ac:chgData name="Lakku, Sai Keertana R" userId="S::kb7924tj@go.minnstate.edu::aa713373-d62e-42be-a5fb-296135668942" providerId="AD" clId="Web-{55809949-4BA6-31A0-30FC-BD82EA129E1F}" dt="2025-02-21T16:40:25.237" v="416"/>
          <ac:graphicFrameMkLst>
            <pc:docMk/>
            <pc:sldMk cId="1340975371" sldId="271"/>
            <ac:graphicFrameMk id="5" creationId="{D7A5384F-0122-3104-7460-473A31760BA4}"/>
          </ac:graphicFrameMkLst>
        </pc:graphicFrameChg>
      </pc:sldChg>
    </pc:docChg>
  </pc:docChgLst>
  <pc:docChgLst>
    <pc:chgData name="Lakku, Sai Keertana R" userId="S::kb7924tj@go.minnstate.edu::aa713373-d62e-42be-a5fb-296135668942" providerId="AD" clId="Web-{9FEA75D6-2E57-8A5D-906F-0FD5885D31A6}"/>
    <pc:docChg chg="delSld modSld">
      <pc:chgData name="Lakku, Sai Keertana R" userId="S::kb7924tj@go.minnstate.edu::aa713373-d62e-42be-a5fb-296135668942" providerId="AD" clId="Web-{9FEA75D6-2E57-8A5D-906F-0FD5885D31A6}" dt="2025-02-21T17:28:40.671" v="12" actId="14100"/>
      <pc:docMkLst>
        <pc:docMk/>
      </pc:docMkLst>
      <pc:sldChg chg="addSp delSp modSp">
        <pc:chgData name="Lakku, Sai Keertana R" userId="S::kb7924tj@go.minnstate.edu::aa713373-d62e-42be-a5fb-296135668942" providerId="AD" clId="Web-{9FEA75D6-2E57-8A5D-906F-0FD5885D31A6}" dt="2025-02-21T17:21:38.592" v="9" actId="14100"/>
        <pc:sldMkLst>
          <pc:docMk/>
          <pc:sldMk cId="886379872" sldId="257"/>
        </pc:sldMkLst>
        <pc:graphicFrameChg chg="add del mod">
          <ac:chgData name="Lakku, Sai Keertana R" userId="S::kb7924tj@go.minnstate.edu::aa713373-d62e-42be-a5fb-296135668942" providerId="AD" clId="Web-{9FEA75D6-2E57-8A5D-906F-0FD5885D31A6}" dt="2025-02-21T17:21:38.592" v="9" actId="14100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">
        <pc:chgData name="Lakku, Sai Keertana R" userId="S::kb7924tj@go.minnstate.edu::aa713373-d62e-42be-a5fb-296135668942" providerId="AD" clId="Web-{9FEA75D6-2E57-8A5D-906F-0FD5885D31A6}" dt="2025-02-21T17:28:14.935" v="11" actId="1076"/>
        <pc:sldMkLst>
          <pc:docMk/>
          <pc:sldMk cId="38658698" sldId="258"/>
        </pc:sldMkLst>
        <pc:graphicFrameChg chg="mod">
          <ac:chgData name="Lakku, Sai Keertana R" userId="S::kb7924tj@go.minnstate.edu::aa713373-d62e-42be-a5fb-296135668942" providerId="AD" clId="Web-{9FEA75D6-2E57-8A5D-906F-0FD5885D31A6}" dt="2025-02-21T17:28:14.935" v="11" actId="1076"/>
          <ac:graphicFrameMkLst>
            <pc:docMk/>
            <pc:sldMk cId="38658698" sldId="258"/>
            <ac:graphicFrameMk id="26" creationId="{71D73092-2A0E-E41D-454C-1CF0818F9866}"/>
          </ac:graphicFrameMkLst>
        </pc:graphicFrameChg>
      </pc:sldChg>
      <pc:sldChg chg="del">
        <pc:chgData name="Lakku, Sai Keertana R" userId="S::kb7924tj@go.minnstate.edu::aa713373-d62e-42be-a5fb-296135668942" providerId="AD" clId="Web-{9FEA75D6-2E57-8A5D-906F-0FD5885D31A6}" dt="2025-02-21T16:44:48.527" v="8"/>
        <pc:sldMkLst>
          <pc:docMk/>
          <pc:sldMk cId="1105610437" sldId="268"/>
        </pc:sldMkLst>
      </pc:sldChg>
      <pc:sldChg chg="modSp">
        <pc:chgData name="Lakku, Sai Keertana R" userId="S::kb7924tj@go.minnstate.edu::aa713373-d62e-42be-a5fb-296135668942" providerId="AD" clId="Web-{9FEA75D6-2E57-8A5D-906F-0FD5885D31A6}" dt="2025-02-21T17:28:40.671" v="12" actId="14100"/>
        <pc:sldMkLst>
          <pc:docMk/>
          <pc:sldMk cId="3503842829" sldId="272"/>
        </pc:sldMkLst>
        <pc:picChg chg="mod">
          <ac:chgData name="Lakku, Sai Keertana R" userId="S::kb7924tj@go.minnstate.edu::aa713373-d62e-42be-a5fb-296135668942" providerId="AD" clId="Web-{9FEA75D6-2E57-8A5D-906F-0FD5885D31A6}" dt="2025-02-21T17:28:40.671" v="12" actId="14100"/>
          <ac:picMkLst>
            <pc:docMk/>
            <pc:sldMk cId="3503842829" sldId="272"/>
            <ac:picMk id="4" creationId="{65AAB778-E52C-C44C-F751-5FC55CDB838D}"/>
          </ac:picMkLst>
        </pc:picChg>
      </pc:sldChg>
    </pc:docChg>
  </pc:docChgLst>
  <pc:docChgLst>
    <pc:chgData name="Hjulberg, Andrew S" userId="S::hi6397ef@go.minnstate.edu::55255bf8-79f2-42d3-80cc-139b63d0776c" providerId="AD" clId="Web-{376CB649-3097-89C8-559B-AA01E4D4941F}"/>
    <pc:docChg chg="addSld delSld modSld sldOrd">
      <pc:chgData name="Hjulberg, Andrew S" userId="S::hi6397ef@go.minnstate.edu::55255bf8-79f2-42d3-80cc-139b63d0776c" providerId="AD" clId="Web-{376CB649-3097-89C8-559B-AA01E4D4941F}" dt="2025-02-28T17:24:34.060" v="337"/>
      <pc:docMkLst>
        <pc:docMk/>
      </pc:docMkLst>
      <pc:sldChg chg="modSp">
        <pc:chgData name="Hjulberg, Andrew S" userId="S::hi6397ef@go.minnstate.edu::55255bf8-79f2-42d3-80cc-139b63d0776c" providerId="AD" clId="Web-{376CB649-3097-89C8-559B-AA01E4D4941F}" dt="2025-02-28T16:22:23.532" v="67" actId="20577"/>
        <pc:sldMkLst>
          <pc:docMk/>
          <pc:sldMk cId="886379872" sldId="257"/>
        </pc:sldMkLst>
        <pc:graphicFrameChg chg="modGraphic">
          <ac:chgData name="Hjulberg, Andrew S" userId="S::hi6397ef@go.minnstate.edu::55255bf8-79f2-42d3-80cc-139b63d0776c" providerId="AD" clId="Web-{376CB649-3097-89C8-559B-AA01E4D4941F}" dt="2025-02-28T16:22:23.532" v="67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del">
        <pc:chgData name="Hjulberg, Andrew S" userId="S::hi6397ef@go.minnstate.edu::55255bf8-79f2-42d3-80cc-139b63d0776c" providerId="AD" clId="Web-{376CB649-3097-89C8-559B-AA01E4D4941F}" dt="2025-02-28T17:12:37.375" v="224"/>
        <pc:sldMkLst>
          <pc:docMk/>
          <pc:sldMk cId="38658698" sldId="258"/>
        </pc:sldMkLst>
      </pc:sldChg>
      <pc:sldChg chg="modSp">
        <pc:chgData name="Hjulberg, Andrew S" userId="S::hi6397ef@go.minnstate.edu::55255bf8-79f2-42d3-80cc-139b63d0776c" providerId="AD" clId="Web-{376CB649-3097-89C8-559B-AA01E4D4941F}" dt="2025-02-28T17:14:43.577" v="334" actId="20577"/>
        <pc:sldMkLst>
          <pc:docMk/>
          <pc:sldMk cId="1258313468" sldId="269"/>
        </pc:sldMkLst>
        <pc:graphicFrameChg chg="modGraphic">
          <ac:chgData name="Hjulberg, Andrew S" userId="S::hi6397ef@go.minnstate.edu::55255bf8-79f2-42d3-80cc-139b63d0776c" providerId="AD" clId="Web-{376CB649-3097-89C8-559B-AA01E4D4941F}" dt="2025-02-28T17:14:43.577" v="334" actId="20577"/>
          <ac:graphicFrameMkLst>
            <pc:docMk/>
            <pc:sldMk cId="1258313468" sldId="269"/>
            <ac:graphicFrameMk id="5" creationId="{635C2A7D-A2CA-3FC7-C810-CE0225A50F5B}"/>
          </ac:graphicFrameMkLst>
        </pc:graphicFrameChg>
      </pc:sldChg>
      <pc:sldChg chg="del">
        <pc:chgData name="Hjulberg, Andrew S" userId="S::hi6397ef@go.minnstate.edu::55255bf8-79f2-42d3-80cc-139b63d0776c" providerId="AD" clId="Web-{376CB649-3097-89C8-559B-AA01E4D4941F}" dt="2025-02-28T17:12:48.375" v="225"/>
        <pc:sldMkLst>
          <pc:docMk/>
          <pc:sldMk cId="3503842829" sldId="272"/>
        </pc:sldMkLst>
      </pc:sldChg>
      <pc:sldChg chg="addSp delSp modSp">
        <pc:chgData name="Hjulberg, Andrew S" userId="S::hi6397ef@go.minnstate.edu::55255bf8-79f2-42d3-80cc-139b63d0776c" providerId="AD" clId="Web-{376CB649-3097-89C8-559B-AA01E4D4941F}" dt="2025-02-28T17:21:15.717" v="336"/>
        <pc:sldMkLst>
          <pc:docMk/>
          <pc:sldMk cId="1656249528" sldId="273"/>
        </pc:sldMkLst>
        <pc:spChg chg="mod">
          <ac:chgData name="Hjulberg, Andrew S" userId="S::hi6397ef@go.minnstate.edu::55255bf8-79f2-42d3-80cc-139b63d0776c" providerId="AD" clId="Web-{376CB649-3097-89C8-559B-AA01E4D4941F}" dt="2025-02-28T16:22:51.158" v="76" actId="20577"/>
          <ac:spMkLst>
            <pc:docMk/>
            <pc:sldMk cId="1656249528" sldId="273"/>
            <ac:spMk id="2" creationId="{7ADE7BEE-0CC5-93A6-E221-8066FAB3E767}"/>
          </ac:spMkLst>
        </pc:spChg>
        <pc:spChg chg="del mod">
          <ac:chgData name="Hjulberg, Andrew S" userId="S::hi6397ef@go.minnstate.edu::55255bf8-79f2-42d3-80cc-139b63d0776c" providerId="AD" clId="Web-{376CB649-3097-89C8-559B-AA01E4D4941F}" dt="2025-02-28T17:20:34.248" v="335"/>
          <ac:spMkLst>
            <pc:docMk/>
            <pc:sldMk cId="1656249528" sldId="273"/>
            <ac:spMk id="3" creationId="{46A343F2-B698-48D2-FC3A-44822BF5DE6B}"/>
          </ac:spMkLst>
        </pc:spChg>
        <pc:spChg chg="del mod">
          <ac:chgData name="Hjulberg, Andrew S" userId="S::hi6397ef@go.minnstate.edu::55255bf8-79f2-42d3-80cc-139b63d0776c" providerId="AD" clId="Web-{376CB649-3097-89C8-559B-AA01E4D4941F}" dt="2025-02-28T16:23:04.627" v="87"/>
          <ac:spMkLst>
            <pc:docMk/>
            <pc:sldMk cId="1656249528" sldId="273"/>
            <ac:spMk id="6" creationId="{517CD70C-E249-1C4A-7A66-32A36B4BB5CC}"/>
          </ac:spMkLst>
        </pc:spChg>
        <pc:spChg chg="del">
          <ac:chgData name="Hjulberg, Andrew S" userId="S::hi6397ef@go.minnstate.edu::55255bf8-79f2-42d3-80cc-139b63d0776c" providerId="AD" clId="Web-{376CB649-3097-89C8-559B-AA01E4D4941F}" dt="2025-02-28T16:23:06.549" v="88"/>
          <ac:spMkLst>
            <pc:docMk/>
            <pc:sldMk cId="1656249528" sldId="273"/>
            <ac:spMk id="7" creationId="{037204CA-53E4-FFCF-ECFA-2F596608CD9D}"/>
          </ac:spMkLst>
        </pc:spChg>
        <pc:picChg chg="add mod">
          <ac:chgData name="Hjulberg, Andrew S" userId="S::hi6397ef@go.minnstate.edu::55255bf8-79f2-42d3-80cc-139b63d0776c" providerId="AD" clId="Web-{376CB649-3097-89C8-559B-AA01E4D4941F}" dt="2025-02-28T17:21:15.717" v="336"/>
          <ac:picMkLst>
            <pc:docMk/>
            <pc:sldMk cId="1656249528" sldId="273"/>
            <ac:picMk id="4" creationId="{3CE9554B-8A7F-5658-1146-1B2D8E79C2FD}"/>
          </ac:picMkLst>
        </pc:picChg>
      </pc:sldChg>
      <pc:sldChg chg="modSp add ord replId">
        <pc:chgData name="Hjulberg, Andrew S" userId="S::hi6397ef@go.minnstate.edu::55255bf8-79f2-42d3-80cc-139b63d0776c" providerId="AD" clId="Web-{376CB649-3097-89C8-559B-AA01E4D4941F}" dt="2025-02-28T17:24:34.060" v="337"/>
        <pc:sldMkLst>
          <pc:docMk/>
          <pc:sldMk cId="893194236" sldId="274"/>
        </pc:sldMkLst>
        <pc:spChg chg="mod">
          <ac:chgData name="Hjulberg, Andrew S" userId="S::hi6397ef@go.minnstate.edu::55255bf8-79f2-42d3-80cc-139b63d0776c" providerId="AD" clId="Web-{376CB649-3097-89C8-559B-AA01E4D4941F}" dt="2025-02-28T16:24:05.395" v="105" actId="20577"/>
          <ac:spMkLst>
            <pc:docMk/>
            <pc:sldMk cId="893194236" sldId="274"/>
            <ac:spMk id="2" creationId="{FBE08AF8-5DFC-680F-363D-9939D6AB4E40}"/>
          </ac:spMkLst>
        </pc:spChg>
        <pc:spChg chg="mod">
          <ac:chgData name="Hjulberg, Andrew S" userId="S::hi6397ef@go.minnstate.edu::55255bf8-79f2-42d3-80cc-139b63d0776c" providerId="AD" clId="Web-{376CB649-3097-89C8-559B-AA01E4D4941F}" dt="2025-02-28T16:26:23.713" v="223" actId="20577"/>
          <ac:spMkLst>
            <pc:docMk/>
            <pc:sldMk cId="893194236" sldId="274"/>
            <ac:spMk id="3" creationId="{C5BA3A65-7E07-E196-7479-E250D272D1AE}"/>
          </ac:spMkLst>
        </pc:spChg>
      </pc:sldChg>
    </pc:docChg>
  </pc:docChgLst>
  <pc:docChgLst>
    <pc:chgData name="Lakku, Sai Keertana R" userId="S::kb7924tj@go.minnstate.edu::aa713373-d62e-42be-a5fb-296135668942" providerId="AD" clId="Web-{21C7DA03-CA7E-CD3B-3EDF-5DD967C42C77}"/>
    <pc:docChg chg="addSld delSld modSld">
      <pc:chgData name="Lakku, Sai Keertana R" userId="S::kb7924tj@go.minnstate.edu::aa713373-d62e-42be-a5fb-296135668942" providerId="AD" clId="Web-{21C7DA03-CA7E-CD3B-3EDF-5DD967C42C77}" dt="2025-02-21T16:26:15.022" v="202"/>
      <pc:docMkLst>
        <pc:docMk/>
      </pc:docMkLst>
      <pc:sldChg chg="modSp">
        <pc:chgData name="Lakku, Sai Keertana R" userId="S::kb7924tj@go.minnstate.edu::aa713373-d62e-42be-a5fb-296135668942" providerId="AD" clId="Web-{21C7DA03-CA7E-CD3B-3EDF-5DD967C42C77}" dt="2025-02-21T16:13:23.852" v="32" actId="20577"/>
        <pc:sldMkLst>
          <pc:docMk/>
          <pc:sldMk cId="886379872" sldId="257"/>
        </pc:sldMkLst>
        <pc:graphicFrameChg chg="modGraphic">
          <ac:chgData name="Lakku, Sai Keertana R" userId="S::kb7924tj@go.minnstate.edu::aa713373-d62e-42be-a5fb-296135668942" providerId="AD" clId="Web-{21C7DA03-CA7E-CD3B-3EDF-5DD967C42C77}" dt="2025-02-21T16:13:23.852" v="32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addSp delSp modSp">
        <pc:chgData name="Lakku, Sai Keertana R" userId="S::kb7924tj@go.minnstate.edu::aa713373-d62e-42be-a5fb-296135668942" providerId="AD" clId="Web-{21C7DA03-CA7E-CD3B-3EDF-5DD967C42C77}" dt="2025-02-21T16:26:06.694" v="201" actId="20577"/>
        <pc:sldMkLst>
          <pc:docMk/>
          <pc:sldMk cId="38658698" sldId="258"/>
        </pc:sldMkLst>
        <pc:spChg chg="mod">
          <ac:chgData name="Lakku, Sai Keertana R" userId="S::kb7924tj@go.minnstate.edu::aa713373-d62e-42be-a5fb-296135668942" providerId="AD" clId="Web-{21C7DA03-CA7E-CD3B-3EDF-5DD967C42C77}" dt="2025-02-21T16:25:16.332" v="199" actId="20577"/>
          <ac:spMkLst>
            <pc:docMk/>
            <pc:sldMk cId="38658698" sldId="258"/>
            <ac:spMk id="2" creationId="{688AC3B9-2A52-B51A-D8EE-90A85703DD3C}"/>
          </ac:spMkLst>
        </pc:spChg>
      </pc:sldChg>
      <pc:sldChg chg="del">
        <pc:chgData name="Lakku, Sai Keertana R" userId="S::kb7924tj@go.minnstate.edu::aa713373-d62e-42be-a5fb-296135668942" providerId="AD" clId="Web-{21C7DA03-CA7E-CD3B-3EDF-5DD967C42C77}" dt="2025-02-21T16:14:08.635" v="39"/>
        <pc:sldMkLst>
          <pc:docMk/>
          <pc:sldMk cId="2651625976" sldId="261"/>
        </pc:sldMkLst>
      </pc:sldChg>
      <pc:sldChg chg="modSp new">
        <pc:chgData name="Lakku, Sai Keertana R" userId="S::kb7924tj@go.minnstate.edu::aa713373-d62e-42be-a5fb-296135668942" providerId="AD" clId="Web-{21C7DA03-CA7E-CD3B-3EDF-5DD967C42C77}" dt="2025-02-21T16:14:55.699" v="54" actId="20577"/>
        <pc:sldMkLst>
          <pc:docMk/>
          <pc:sldMk cId="1987320157" sldId="267"/>
        </pc:sldMkLst>
        <pc:spChg chg="mod">
          <ac:chgData name="Lakku, Sai Keertana R" userId="S::kb7924tj@go.minnstate.edu::aa713373-d62e-42be-a5fb-296135668942" providerId="AD" clId="Web-{21C7DA03-CA7E-CD3B-3EDF-5DD967C42C77}" dt="2025-02-21T16:14:55.699" v="54" actId="20577"/>
          <ac:spMkLst>
            <pc:docMk/>
            <pc:sldMk cId="1987320157" sldId="267"/>
            <ac:spMk id="2" creationId="{97BAABD8-7260-4DFE-68DB-0632582C632D}"/>
          </ac:spMkLst>
        </pc:spChg>
      </pc:sldChg>
      <pc:sldChg chg="del">
        <pc:chgData name="Lakku, Sai Keertana R" userId="S::kb7924tj@go.minnstate.edu::aa713373-d62e-42be-a5fb-296135668942" providerId="AD" clId="Web-{21C7DA03-CA7E-CD3B-3EDF-5DD967C42C77}" dt="2025-02-21T16:14:12.104" v="40"/>
        <pc:sldMkLst>
          <pc:docMk/>
          <pc:sldMk cId="3700447520" sldId="267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2.885" v="37"/>
        <pc:sldMkLst>
          <pc:docMk/>
          <pc:sldMk cId="809836373" sldId="268"/>
        </pc:sldMkLst>
      </pc:sldChg>
      <pc:sldChg chg="new">
        <pc:chgData name="Lakku, Sai Keertana R" userId="S::kb7924tj@go.minnstate.edu::aa713373-d62e-42be-a5fb-296135668942" providerId="AD" clId="Web-{21C7DA03-CA7E-CD3B-3EDF-5DD967C42C77}" dt="2025-02-21T16:26:15.022" v="202"/>
        <pc:sldMkLst>
          <pc:docMk/>
          <pc:sldMk cId="1105610437" sldId="268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4.885" v="38"/>
        <pc:sldMkLst>
          <pc:docMk/>
          <pc:sldMk cId="2215554830" sldId="269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0.838" v="36"/>
        <pc:sldMkLst>
          <pc:docMk/>
          <pc:sldMk cId="3842570437" sldId="270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0.087" v="34"/>
        <pc:sldMkLst>
          <pc:docMk/>
          <pc:sldMk cId="1108363778" sldId="271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3:57.416" v="33"/>
        <pc:sldMkLst>
          <pc:docMk/>
          <pc:sldMk cId="2224434557" sldId="272"/>
        </pc:sldMkLst>
      </pc:sldChg>
      <pc:sldChg chg="del">
        <pc:chgData name="Lakku, Sai Keertana R" userId="S::kb7924tj@go.minnstate.edu::aa713373-d62e-42be-a5fb-296135668942" providerId="AD" clId="Web-{21C7DA03-CA7E-CD3B-3EDF-5DD967C42C77}" dt="2025-02-21T16:14:00.134" v="35"/>
        <pc:sldMkLst>
          <pc:docMk/>
          <pc:sldMk cId="986477362" sldId="273"/>
        </pc:sldMkLst>
      </pc:sldChg>
    </pc:docChg>
  </pc:docChgLst>
  <pc:docChgLst>
    <pc:chgData name="Hjulberg, Andrew S" userId="S::hi6397ef@go.minnstate.edu::55255bf8-79f2-42d3-80cc-139b63d0776c" providerId="AD" clId="Web-{87C06292-1DAC-6B06-D1BF-913DCCB5227D}"/>
    <pc:docChg chg="modSld">
      <pc:chgData name="Hjulberg, Andrew S" userId="S::hi6397ef@go.minnstate.edu::55255bf8-79f2-42d3-80cc-139b63d0776c" providerId="AD" clId="Web-{87C06292-1DAC-6B06-D1BF-913DCCB5227D}" dt="2025-02-28T17:30:24.971" v="2" actId="20577"/>
      <pc:docMkLst>
        <pc:docMk/>
      </pc:docMkLst>
      <pc:sldChg chg="modSp">
        <pc:chgData name="Hjulberg, Andrew S" userId="S::hi6397ef@go.minnstate.edu::55255bf8-79f2-42d3-80cc-139b63d0776c" providerId="AD" clId="Web-{87C06292-1DAC-6B06-D1BF-913DCCB5227D}" dt="2025-02-28T17:30:24.971" v="2" actId="20577"/>
        <pc:sldMkLst>
          <pc:docMk/>
          <pc:sldMk cId="109857222" sldId="256"/>
        </pc:sldMkLst>
        <pc:spChg chg="mod">
          <ac:chgData name="Hjulberg, Andrew S" userId="S::hi6397ef@go.minnstate.edu::55255bf8-79f2-42d3-80cc-139b63d0776c" providerId="AD" clId="Web-{87C06292-1DAC-6B06-D1BF-913DCCB5227D}" dt="2025-02-28T17:30:24.971" v="2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Srinivasa Reddy, Shashank reddy" userId="S::qn1833ep@go.minnstate.edu::5f8d5532-cbd8-40c0-aa18-97830f20e260" providerId="AD" clId="Web-{DDD9CB3A-D437-50AB-39BD-7C98B75F5347}"/>
    <pc:docChg chg="addSld modSld">
      <pc:chgData name="Srinivasa Reddy, Shashank reddy" userId="S::qn1833ep@go.minnstate.edu::5f8d5532-cbd8-40c0-aa18-97830f20e260" providerId="AD" clId="Web-{DDD9CB3A-D437-50AB-39BD-7C98B75F5347}" dt="2025-02-21T17:16:18.082" v="404" actId="20577"/>
      <pc:docMkLst>
        <pc:docMk/>
      </pc:docMkLst>
      <pc:sldChg chg="addSp delSp modSp">
        <pc:chgData name="Srinivasa Reddy, Shashank reddy" userId="S::qn1833ep@go.minnstate.edu::5f8d5532-cbd8-40c0-aa18-97830f20e260" providerId="AD" clId="Web-{DDD9CB3A-D437-50AB-39BD-7C98B75F5347}" dt="2025-02-21T17:16:18.082" v="404" actId="20577"/>
        <pc:sldMkLst>
          <pc:docMk/>
          <pc:sldMk cId="1987320157" sldId="267"/>
        </pc:sldMkLst>
        <pc:spChg chg="add mod">
          <ac:chgData name="Srinivasa Reddy, Shashank reddy" userId="S::qn1833ep@go.minnstate.edu::5f8d5532-cbd8-40c0-aa18-97830f20e260" providerId="AD" clId="Web-{DDD9CB3A-D437-50AB-39BD-7C98B75F5347}" dt="2025-02-21T17:16:18.082" v="404" actId="20577"/>
          <ac:spMkLst>
            <pc:docMk/>
            <pc:sldMk cId="1987320157" sldId="267"/>
            <ac:spMk id="4" creationId="{10BBC347-6A01-2036-1706-BF4065DE7D9F}"/>
          </ac:spMkLst>
        </pc:spChg>
      </pc:sldChg>
      <pc:sldChg chg="addSp delSp modSp">
        <pc:chgData name="Srinivasa Reddy, Shashank reddy" userId="S::qn1833ep@go.minnstate.edu::5f8d5532-cbd8-40c0-aa18-97830f20e260" providerId="AD" clId="Web-{DDD9CB3A-D437-50AB-39BD-7C98B75F5347}" dt="2025-02-21T17:01:37.968" v="4" actId="1076"/>
        <pc:sldMkLst>
          <pc:docMk/>
          <pc:sldMk cId="3515090267" sldId="270"/>
        </pc:sldMkLst>
        <pc:picChg chg="add mod">
          <ac:chgData name="Srinivasa Reddy, Shashank reddy" userId="S::qn1833ep@go.minnstate.edu::5f8d5532-cbd8-40c0-aa18-97830f20e260" providerId="AD" clId="Web-{DDD9CB3A-D437-50AB-39BD-7C98B75F5347}" dt="2025-02-21T17:01:37.968" v="4" actId="1076"/>
          <ac:picMkLst>
            <pc:docMk/>
            <pc:sldMk cId="3515090267" sldId="270"/>
            <ac:picMk id="4" creationId="{45642381-F90B-86C1-D45A-D89FB5E60EDA}"/>
          </ac:picMkLst>
        </pc:picChg>
      </pc:sldChg>
      <pc:sldChg chg="addSp delSp modSp new">
        <pc:chgData name="Srinivasa Reddy, Shashank reddy" userId="S::qn1833ep@go.minnstate.edu::5f8d5532-cbd8-40c0-aa18-97830f20e260" providerId="AD" clId="Web-{DDD9CB3A-D437-50AB-39BD-7C98B75F5347}" dt="2025-02-21T17:13:04.980" v="312" actId="20577"/>
        <pc:sldMkLst>
          <pc:docMk/>
          <pc:sldMk cId="1656249528" sldId="273"/>
        </pc:sldMkLst>
        <pc:spChg chg="mod">
          <ac:chgData name="Srinivasa Reddy, Shashank reddy" userId="S::qn1833ep@go.minnstate.edu::5f8d5532-cbd8-40c0-aa18-97830f20e260" providerId="AD" clId="Web-{DDD9CB3A-D437-50AB-39BD-7C98B75F5347}" dt="2025-02-21T17:02:28.939" v="16" actId="20577"/>
          <ac:spMkLst>
            <pc:docMk/>
            <pc:sldMk cId="1656249528" sldId="273"/>
            <ac:spMk id="2" creationId="{7ADE7BEE-0CC5-93A6-E221-8066FAB3E767}"/>
          </ac:spMkLst>
        </pc:spChg>
        <pc:spChg chg="mod">
          <ac:chgData name="Srinivasa Reddy, Shashank reddy" userId="S::qn1833ep@go.minnstate.edu::5f8d5532-cbd8-40c0-aa18-97830f20e260" providerId="AD" clId="Web-{DDD9CB3A-D437-50AB-39BD-7C98B75F5347}" dt="2025-02-21T17:09:45.878" v="243" actId="1076"/>
          <ac:spMkLst>
            <pc:docMk/>
            <pc:sldMk cId="1656249528" sldId="273"/>
            <ac:spMk id="3" creationId="{46A343F2-B698-48D2-FC3A-44822BF5DE6B}"/>
          </ac:spMkLst>
        </pc:spChg>
      </pc:sldChg>
    </pc:docChg>
  </pc:docChgLst>
  <pc:docChgLst>
    <pc:chgData clId="Web-{87C06292-1DAC-6B06-D1BF-913DCCB5227D}"/>
    <pc:docChg chg="modSld">
      <pc:chgData name="" userId="" providerId="" clId="Web-{87C06292-1DAC-6B06-D1BF-913DCCB5227D}" dt="2025-02-28T17:30:19.909" v="2" actId="20577"/>
      <pc:docMkLst>
        <pc:docMk/>
      </pc:docMkLst>
      <pc:sldChg chg="modSp">
        <pc:chgData name="" userId="" providerId="" clId="Web-{87C06292-1DAC-6B06-D1BF-913DCCB5227D}" dt="2025-02-28T17:30:19.909" v="2" actId="20577"/>
        <pc:sldMkLst>
          <pc:docMk/>
          <pc:sldMk cId="109857222" sldId="256"/>
        </pc:sldMkLst>
        <pc:spChg chg="mod">
          <ac:chgData name="" userId="" providerId="" clId="Web-{87C06292-1DAC-6B06-D1BF-913DCCB5227D}" dt="2025-02-28T17:30:19.909" v="2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Wilkins, Graham C" userId="S::bh5884is@go.minnstate.edu::d858373d-d4a5-4d5a-af0d-fcf67a33b3d5" providerId="AD" clId="Web-{31106DFC-D532-26BB-50FA-8A9ECCEE5849}"/>
    <pc:docChg chg="addSld delSld modSld">
      <pc:chgData name="Wilkins, Graham C" userId="S::bh5884is@go.minnstate.edu::d858373d-d4a5-4d5a-af0d-fcf67a33b3d5" providerId="AD" clId="Web-{31106DFC-D532-26BB-50FA-8A9ECCEE5849}" dt="2025-02-21T17:28:19.901" v="102" actId="20577"/>
      <pc:docMkLst>
        <pc:docMk/>
      </pc:docMkLst>
      <pc:sldChg chg="modSp">
        <pc:chgData name="Wilkins, Graham C" userId="S::bh5884is@go.minnstate.edu::d858373d-d4a5-4d5a-af0d-fcf67a33b3d5" providerId="AD" clId="Web-{31106DFC-D532-26BB-50FA-8A9ECCEE5849}" dt="2025-02-21T17:28:19.901" v="102" actId="20577"/>
        <pc:sldMkLst>
          <pc:docMk/>
          <pc:sldMk cId="38658698" sldId="258"/>
        </pc:sldMkLst>
        <pc:graphicFrameChg chg="modGraphic">
          <ac:chgData name="Wilkins, Graham C" userId="S::bh5884is@go.minnstate.edu::d858373d-d4a5-4d5a-af0d-fcf67a33b3d5" providerId="AD" clId="Web-{31106DFC-D532-26BB-50FA-8A9ECCEE5849}" dt="2025-02-21T17:28:19.901" v="102" actId="20577"/>
          <ac:graphicFrameMkLst>
            <pc:docMk/>
            <pc:sldMk cId="38658698" sldId="258"/>
            <ac:graphicFrameMk id="26" creationId="{71D73092-2A0E-E41D-454C-1CF0818F9866}"/>
          </ac:graphicFrameMkLst>
        </pc:graphicFrameChg>
      </pc:sldChg>
      <pc:sldChg chg="addSp delSp modSp add replId">
        <pc:chgData name="Wilkins, Graham C" userId="S::bh5884is@go.minnstate.edu::d858373d-d4a5-4d5a-af0d-fcf67a33b3d5" providerId="AD" clId="Web-{31106DFC-D532-26BB-50FA-8A9ECCEE5849}" dt="2025-02-21T17:02:19.754" v="13" actId="20577"/>
        <pc:sldMkLst>
          <pc:docMk/>
          <pc:sldMk cId="3503842829" sldId="272"/>
        </pc:sldMkLst>
        <pc:spChg chg="mod">
          <ac:chgData name="Wilkins, Graham C" userId="S::bh5884is@go.minnstate.edu::d858373d-d4a5-4d5a-af0d-fcf67a33b3d5" providerId="AD" clId="Web-{31106DFC-D532-26BB-50FA-8A9ECCEE5849}" dt="2025-02-21T17:02:19.754" v="13" actId="20577"/>
          <ac:spMkLst>
            <pc:docMk/>
            <pc:sldMk cId="3503842829" sldId="272"/>
            <ac:spMk id="2" creationId="{7EFF37DF-3C0E-0C94-5117-32E3B5470806}"/>
          </ac:spMkLst>
        </pc:spChg>
        <pc:picChg chg="add mod">
          <ac:chgData name="Wilkins, Graham C" userId="S::bh5884is@go.minnstate.edu::d858373d-d4a5-4d5a-af0d-fcf67a33b3d5" providerId="AD" clId="Web-{31106DFC-D532-26BB-50FA-8A9ECCEE5849}" dt="2025-02-21T16:46:37.423" v="7" actId="1076"/>
          <ac:picMkLst>
            <pc:docMk/>
            <pc:sldMk cId="3503842829" sldId="272"/>
            <ac:picMk id="4" creationId="{65AAB778-E52C-C44C-F751-5FC55CDB838D}"/>
          </ac:picMkLst>
        </pc:picChg>
      </pc:sldChg>
      <pc:sldChg chg="add del replId">
        <pc:chgData name="Wilkins, Graham C" userId="S::bh5884is@go.minnstate.edu::d858373d-d4a5-4d5a-af0d-fcf67a33b3d5" providerId="AD" clId="Web-{31106DFC-D532-26BB-50FA-8A9ECCEE5849}" dt="2025-02-21T16:46:28.157" v="3"/>
        <pc:sldMkLst>
          <pc:docMk/>
          <pc:sldMk cId="1675201661" sldId="273"/>
        </pc:sldMkLst>
      </pc:sldChg>
    </pc:docChg>
  </pc:docChgLst>
  <pc:docChgLst>
    <pc:chgData clId="Web-{21C7DA03-CA7E-CD3B-3EDF-5DD967C42C77}"/>
    <pc:docChg chg="modSld">
      <pc:chgData name="" userId="" providerId="" clId="Web-{21C7DA03-CA7E-CD3B-3EDF-5DD967C42C77}" dt="2025-02-21T16:12:25.209" v="2" actId="20577"/>
      <pc:docMkLst>
        <pc:docMk/>
      </pc:docMkLst>
      <pc:sldChg chg="modSp">
        <pc:chgData name="" userId="" providerId="" clId="Web-{21C7DA03-CA7E-CD3B-3EDF-5DD967C42C77}" dt="2025-02-21T16:12:25.209" v="2" actId="20577"/>
        <pc:sldMkLst>
          <pc:docMk/>
          <pc:sldMk cId="109857222" sldId="256"/>
        </pc:sldMkLst>
        <pc:spChg chg="mod">
          <ac:chgData name="" userId="" providerId="" clId="Web-{21C7DA03-CA7E-CD3B-3EDF-5DD967C42C77}" dt="2025-02-21T16:12:25.209" v="2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Wilkins, Graham C" userId="S::bh5884is@go.minnstate.edu::d858373d-d4a5-4d5a-af0d-fcf67a33b3d5" providerId="AD" clId="Web-{64159B3A-8EC3-1548-AB78-74344C4AE6CE}"/>
    <pc:docChg chg="addSld delSld modSld sldOrd">
      <pc:chgData name="Wilkins, Graham C" userId="S::bh5884is@go.minnstate.edu::d858373d-d4a5-4d5a-af0d-fcf67a33b3d5" providerId="AD" clId="Web-{64159B3A-8EC3-1548-AB78-74344C4AE6CE}" dt="2025-02-28T17:29:58.939" v="370"/>
      <pc:docMkLst>
        <pc:docMk/>
      </pc:docMkLst>
      <pc:sldChg chg="modSp">
        <pc:chgData name="Wilkins, Graham C" userId="S::bh5884is@go.minnstate.edu::d858373d-d4a5-4d5a-af0d-fcf67a33b3d5" providerId="AD" clId="Web-{64159B3A-8EC3-1548-AB78-74344C4AE6CE}" dt="2025-02-28T17:24:56.491" v="205" actId="20577"/>
        <pc:sldMkLst>
          <pc:docMk/>
          <pc:sldMk cId="886379872" sldId="257"/>
        </pc:sldMkLst>
        <pc:graphicFrameChg chg="modGraphic">
          <ac:chgData name="Wilkins, Graham C" userId="S::bh5884is@go.minnstate.edu::d858373d-d4a5-4d5a-af0d-fcf67a33b3d5" providerId="AD" clId="Web-{64159B3A-8EC3-1548-AB78-74344C4AE6CE}" dt="2025-02-28T17:24:56.491" v="205" actId="20577"/>
          <ac:graphicFrameMkLst>
            <pc:docMk/>
            <pc:sldMk cId="886379872" sldId="257"/>
            <ac:graphicFrameMk id="5" creationId="{9A14E344-C0EF-6EF9-DF71-7586FD44B7A9}"/>
          </ac:graphicFrameMkLst>
        </pc:graphicFrameChg>
      </pc:sldChg>
      <pc:sldChg chg="modSp ord">
        <pc:chgData name="Wilkins, Graham C" userId="S::bh5884is@go.minnstate.edu::d858373d-d4a5-4d5a-af0d-fcf67a33b3d5" providerId="AD" clId="Web-{64159B3A-8EC3-1548-AB78-74344C4AE6CE}" dt="2025-02-28T17:29:36.782" v="348" actId="20577"/>
        <pc:sldMkLst>
          <pc:docMk/>
          <pc:sldMk cId="1987320157" sldId="267"/>
        </pc:sldMkLst>
        <pc:spChg chg="mod">
          <ac:chgData name="Wilkins, Graham C" userId="S::bh5884is@go.minnstate.edu::d858373d-d4a5-4d5a-af0d-fcf67a33b3d5" providerId="AD" clId="Web-{64159B3A-8EC3-1548-AB78-74344C4AE6CE}" dt="2025-02-28T17:29:05.063" v="315" actId="20577"/>
          <ac:spMkLst>
            <pc:docMk/>
            <pc:sldMk cId="1987320157" sldId="267"/>
            <ac:spMk id="2" creationId="{97BAABD8-7260-4DFE-68DB-0632582C632D}"/>
          </ac:spMkLst>
        </pc:spChg>
        <pc:spChg chg="mod">
          <ac:chgData name="Wilkins, Graham C" userId="S::bh5884is@go.minnstate.edu::d858373d-d4a5-4d5a-af0d-fcf67a33b3d5" providerId="AD" clId="Web-{64159B3A-8EC3-1548-AB78-74344C4AE6CE}" dt="2025-02-28T17:29:36.782" v="348" actId="20577"/>
          <ac:spMkLst>
            <pc:docMk/>
            <pc:sldMk cId="1987320157" sldId="267"/>
            <ac:spMk id="4" creationId="{10BBC347-6A01-2036-1706-BF4065DE7D9F}"/>
          </ac:spMkLst>
        </pc:spChg>
      </pc:sldChg>
      <pc:sldChg chg="del">
        <pc:chgData name="Wilkins, Graham C" userId="S::bh5884is@go.minnstate.edu::d858373d-d4a5-4d5a-af0d-fcf67a33b3d5" providerId="AD" clId="Web-{64159B3A-8EC3-1548-AB78-74344C4AE6CE}" dt="2025-02-28T17:00:46.813" v="0"/>
        <pc:sldMkLst>
          <pc:docMk/>
          <pc:sldMk cId="3515090267" sldId="270"/>
        </pc:sldMkLst>
      </pc:sldChg>
      <pc:sldChg chg="del">
        <pc:chgData name="Wilkins, Graham C" userId="S::bh5884is@go.minnstate.edu::d858373d-d4a5-4d5a-af0d-fcf67a33b3d5" providerId="AD" clId="Web-{64159B3A-8EC3-1548-AB78-74344C4AE6CE}" dt="2025-02-28T17:00:48.719" v="1"/>
        <pc:sldMkLst>
          <pc:docMk/>
          <pc:sldMk cId="1340975371" sldId="271"/>
        </pc:sldMkLst>
      </pc:sldChg>
      <pc:sldChg chg="addSp delSp modSp new">
        <pc:chgData name="Wilkins, Graham C" userId="S::bh5884is@go.minnstate.edu::d858373d-d4a5-4d5a-af0d-fcf67a33b3d5" providerId="AD" clId="Web-{64159B3A-8EC3-1548-AB78-74344C4AE6CE}" dt="2025-02-28T17:23:58.270" v="117" actId="14100"/>
        <pc:sldMkLst>
          <pc:docMk/>
          <pc:sldMk cId="401840768" sldId="275"/>
        </pc:sldMkLst>
        <pc:spChg chg="mod">
          <ac:chgData name="Wilkins, Graham C" userId="S::bh5884is@go.minnstate.edu::d858373d-d4a5-4d5a-af0d-fcf67a33b3d5" providerId="AD" clId="Web-{64159B3A-8EC3-1548-AB78-74344C4AE6CE}" dt="2025-02-28T17:13:04.496" v="74" actId="20577"/>
          <ac:spMkLst>
            <pc:docMk/>
            <pc:sldMk cId="401840768" sldId="275"/>
            <ac:spMk id="2" creationId="{3EB6FC04-BAAA-F161-D2CC-CF6F439C9A15}"/>
          </ac:spMkLst>
        </pc:spChg>
        <pc:spChg chg="del">
          <ac:chgData name="Wilkins, Graham C" userId="S::bh5884is@go.minnstate.edu::d858373d-d4a5-4d5a-af0d-fcf67a33b3d5" providerId="AD" clId="Web-{64159B3A-8EC3-1548-AB78-74344C4AE6CE}" dt="2025-02-28T17:08:47.393" v="3"/>
          <ac:spMkLst>
            <pc:docMk/>
            <pc:sldMk cId="401840768" sldId="275"/>
            <ac:spMk id="3" creationId="{6F83B398-1AD6-7017-7723-9C1A1EEEA1D5}"/>
          </ac:spMkLst>
        </pc:spChg>
        <pc:spChg chg="add mod">
          <ac:chgData name="Wilkins, Graham C" userId="S::bh5884is@go.minnstate.edu::d858373d-d4a5-4d5a-af0d-fcf67a33b3d5" providerId="AD" clId="Web-{64159B3A-8EC3-1548-AB78-74344C4AE6CE}" dt="2025-02-28T17:23:46.473" v="111" actId="20577"/>
          <ac:spMkLst>
            <pc:docMk/>
            <pc:sldMk cId="401840768" sldId="275"/>
            <ac:spMk id="7" creationId="{6077AC48-BA9A-E26D-5B16-7578A2A2EB0B}"/>
          </ac:spMkLst>
        </pc:spChg>
        <pc:spChg chg="add mod">
          <ac:chgData name="Wilkins, Graham C" userId="S::bh5884is@go.minnstate.edu::d858373d-d4a5-4d5a-af0d-fcf67a33b3d5" providerId="AD" clId="Web-{64159B3A-8EC3-1548-AB78-74344C4AE6CE}" dt="2025-02-28T17:23:58.270" v="117" actId="14100"/>
          <ac:spMkLst>
            <pc:docMk/>
            <pc:sldMk cId="401840768" sldId="275"/>
            <ac:spMk id="8" creationId="{A90DCF66-5BF6-0F5B-D13C-AEC37C82769C}"/>
          </ac:spMkLst>
        </pc:spChg>
        <pc:picChg chg="add mod ord">
          <ac:chgData name="Wilkins, Graham C" userId="S::bh5884is@go.minnstate.edu::d858373d-d4a5-4d5a-af0d-fcf67a33b3d5" providerId="AD" clId="Web-{64159B3A-8EC3-1548-AB78-74344C4AE6CE}" dt="2025-02-28T17:16:59.817" v="101" actId="14100"/>
          <ac:picMkLst>
            <pc:docMk/>
            <pc:sldMk cId="401840768" sldId="275"/>
            <ac:picMk id="4" creationId="{448E08A2-9CC6-254A-374C-EB9E6914CC7E}"/>
          </ac:picMkLst>
        </pc:picChg>
        <pc:picChg chg="add mod">
          <ac:chgData name="Wilkins, Graham C" userId="S::bh5884is@go.minnstate.edu::d858373d-d4a5-4d5a-af0d-fcf67a33b3d5" providerId="AD" clId="Web-{64159B3A-8EC3-1548-AB78-74344C4AE6CE}" dt="2025-02-28T17:16:55.567" v="99" actId="14100"/>
          <ac:picMkLst>
            <pc:docMk/>
            <pc:sldMk cId="401840768" sldId="275"/>
            <ac:picMk id="5" creationId="{6A5363CA-460A-FF24-F57B-F2E5720B633A}"/>
          </ac:picMkLst>
        </pc:picChg>
      </pc:sldChg>
      <pc:sldChg chg="addSp delSp modSp new">
        <pc:chgData name="Wilkins, Graham C" userId="S::bh5884is@go.minnstate.edu::d858373d-d4a5-4d5a-af0d-fcf67a33b3d5" providerId="AD" clId="Web-{64159B3A-8EC3-1548-AB78-74344C4AE6CE}" dt="2025-02-28T17:24:07.552" v="119"/>
        <pc:sldMkLst>
          <pc:docMk/>
          <pc:sldMk cId="4168929902" sldId="276"/>
        </pc:sldMkLst>
        <pc:spChg chg="mod">
          <ac:chgData name="Wilkins, Graham C" userId="S::bh5884is@go.minnstate.edu::d858373d-d4a5-4d5a-af0d-fcf67a33b3d5" providerId="AD" clId="Web-{64159B3A-8EC3-1548-AB78-74344C4AE6CE}" dt="2025-02-28T17:13:30.372" v="86" actId="14100"/>
          <ac:spMkLst>
            <pc:docMk/>
            <pc:sldMk cId="4168929902" sldId="276"/>
            <ac:spMk id="2" creationId="{3A947105-7D2A-E830-EE7F-E416842FDEE4}"/>
          </ac:spMkLst>
        </pc:spChg>
        <pc:spChg chg="del">
          <ac:chgData name="Wilkins, Graham C" userId="S::bh5884is@go.minnstate.edu::d858373d-d4a5-4d5a-af0d-fcf67a33b3d5" providerId="AD" clId="Web-{64159B3A-8EC3-1548-AB78-74344C4AE6CE}" dt="2025-02-28T17:11:39.556" v="57"/>
          <ac:spMkLst>
            <pc:docMk/>
            <pc:sldMk cId="4168929902" sldId="276"/>
            <ac:spMk id="3" creationId="{18D0C8DF-B480-26D9-2E60-79DAA1167776}"/>
          </ac:spMkLst>
        </pc:spChg>
        <pc:spChg chg="add del mod">
          <ac:chgData name="Wilkins, Graham C" userId="S::bh5884is@go.minnstate.edu::d858373d-d4a5-4d5a-af0d-fcf67a33b3d5" providerId="AD" clId="Web-{64159B3A-8EC3-1548-AB78-74344C4AE6CE}" dt="2025-02-28T17:16:39.973" v="94"/>
          <ac:spMkLst>
            <pc:docMk/>
            <pc:sldMk cId="4168929902" sldId="276"/>
            <ac:spMk id="7" creationId="{6B3EE8B4-DAE5-4780-4432-C0D953C1DAF3}"/>
          </ac:spMkLst>
        </pc:spChg>
        <pc:spChg chg="add">
          <ac:chgData name="Wilkins, Graham C" userId="S::bh5884is@go.minnstate.edu::d858373d-d4a5-4d5a-af0d-fcf67a33b3d5" providerId="AD" clId="Web-{64159B3A-8EC3-1548-AB78-74344C4AE6CE}" dt="2025-02-28T17:24:07.536" v="118"/>
          <ac:spMkLst>
            <pc:docMk/>
            <pc:sldMk cId="4168929902" sldId="276"/>
            <ac:spMk id="9" creationId="{687004A1-EE7B-234F-1EE6-93037565BE2B}"/>
          </ac:spMkLst>
        </pc:spChg>
        <pc:spChg chg="add">
          <ac:chgData name="Wilkins, Graham C" userId="S::bh5884is@go.minnstate.edu::d858373d-d4a5-4d5a-af0d-fcf67a33b3d5" providerId="AD" clId="Web-{64159B3A-8EC3-1548-AB78-74344C4AE6CE}" dt="2025-02-28T17:24:07.552" v="119"/>
          <ac:spMkLst>
            <pc:docMk/>
            <pc:sldMk cId="4168929902" sldId="276"/>
            <ac:spMk id="11" creationId="{765B3B5E-5AE2-B14D-9D4B-983E86C0F11C}"/>
          </ac:spMkLst>
        </pc:spChg>
        <pc:picChg chg="add mod">
          <ac:chgData name="Wilkins, Graham C" userId="S::bh5884is@go.minnstate.edu::d858373d-d4a5-4d5a-af0d-fcf67a33b3d5" providerId="AD" clId="Web-{64159B3A-8EC3-1548-AB78-74344C4AE6CE}" dt="2025-02-28T17:12:04.947" v="63" actId="14100"/>
          <ac:picMkLst>
            <pc:docMk/>
            <pc:sldMk cId="4168929902" sldId="276"/>
            <ac:picMk id="4" creationId="{C94739E7-ABB8-213B-651F-CA410C30A4F5}"/>
          </ac:picMkLst>
        </pc:picChg>
        <pc:picChg chg="add mod">
          <ac:chgData name="Wilkins, Graham C" userId="S::bh5884is@go.minnstate.edu::d858373d-d4a5-4d5a-af0d-fcf67a33b3d5" providerId="AD" clId="Web-{64159B3A-8EC3-1548-AB78-74344C4AE6CE}" dt="2025-02-28T17:12:02.525" v="62" actId="1076"/>
          <ac:picMkLst>
            <pc:docMk/>
            <pc:sldMk cId="4168929902" sldId="276"/>
            <ac:picMk id="5" creationId="{BAB3F4F4-2AD0-6F01-26E7-4086FD9B8BC3}"/>
          </ac:picMkLst>
        </pc:picChg>
      </pc:sldChg>
      <pc:sldChg chg="addSp delSp modSp new">
        <pc:chgData name="Wilkins, Graham C" userId="S::bh5884is@go.minnstate.edu::d858373d-d4a5-4d5a-af0d-fcf67a33b3d5" providerId="AD" clId="Web-{64159B3A-8EC3-1548-AB78-74344C4AE6CE}" dt="2025-02-28T17:28:44.812" v="310" actId="1076"/>
        <pc:sldMkLst>
          <pc:docMk/>
          <pc:sldMk cId="3273053664" sldId="277"/>
        </pc:sldMkLst>
        <pc:spChg chg="mod">
          <ac:chgData name="Wilkins, Graham C" userId="S::bh5884is@go.minnstate.edu::d858373d-d4a5-4d5a-af0d-fcf67a33b3d5" providerId="AD" clId="Web-{64159B3A-8EC3-1548-AB78-74344C4AE6CE}" dt="2025-02-28T17:24:31.756" v="161" actId="20577"/>
          <ac:spMkLst>
            <pc:docMk/>
            <pc:sldMk cId="3273053664" sldId="277"/>
            <ac:spMk id="2" creationId="{2F10C5DD-05A8-2437-33E3-AED0D9720D31}"/>
          </ac:spMkLst>
        </pc:spChg>
        <pc:spChg chg="del">
          <ac:chgData name="Wilkins, Graham C" userId="S::bh5884is@go.minnstate.edu::d858373d-d4a5-4d5a-af0d-fcf67a33b3d5" providerId="AD" clId="Web-{64159B3A-8EC3-1548-AB78-74344C4AE6CE}" dt="2025-02-28T17:16:24.097" v="92"/>
          <ac:spMkLst>
            <pc:docMk/>
            <pc:sldMk cId="3273053664" sldId="277"/>
            <ac:spMk id="3" creationId="{D8F6224C-D7F3-C5DD-56A2-F33AD227EEB2}"/>
          </ac:spMkLst>
        </pc:spChg>
        <pc:spChg chg="add mod">
          <ac:chgData name="Wilkins, Graham C" userId="S::bh5884is@go.minnstate.edu::d858373d-d4a5-4d5a-af0d-fcf67a33b3d5" providerId="AD" clId="Web-{64159B3A-8EC3-1548-AB78-74344C4AE6CE}" dt="2025-02-28T17:28:33.936" v="289" actId="20577"/>
          <ac:spMkLst>
            <pc:docMk/>
            <pc:sldMk cId="3273053664" sldId="277"/>
            <ac:spMk id="8" creationId="{B0A20924-784F-1448-9D0D-0EA3DDC0ADA4}"/>
          </ac:spMkLst>
        </pc:spChg>
        <pc:spChg chg="add del mod">
          <ac:chgData name="Wilkins, Graham C" userId="S::bh5884is@go.minnstate.edu::d858373d-d4a5-4d5a-af0d-fcf67a33b3d5" providerId="AD" clId="Web-{64159B3A-8EC3-1548-AB78-74344C4AE6CE}" dt="2025-02-28T17:28:31.514" v="288"/>
          <ac:spMkLst>
            <pc:docMk/>
            <pc:sldMk cId="3273053664" sldId="277"/>
            <ac:spMk id="10" creationId="{8094D909-0ACB-3D19-0ADB-FB3B72D9447C}"/>
          </ac:spMkLst>
        </pc:spChg>
        <pc:spChg chg="add mod">
          <ac:chgData name="Wilkins, Graham C" userId="S::bh5884is@go.minnstate.edu::d858373d-d4a5-4d5a-af0d-fcf67a33b3d5" providerId="AD" clId="Web-{64159B3A-8EC3-1548-AB78-74344C4AE6CE}" dt="2025-02-28T17:28:44.812" v="310" actId="1076"/>
          <ac:spMkLst>
            <pc:docMk/>
            <pc:sldMk cId="3273053664" sldId="277"/>
            <ac:spMk id="11" creationId="{4110D6CC-5486-E90F-79C8-E5628EF62ABB}"/>
          </ac:spMkLst>
        </pc:spChg>
        <pc:picChg chg="add mod ord">
          <ac:chgData name="Wilkins, Graham C" userId="S::bh5884is@go.minnstate.edu::d858373d-d4a5-4d5a-af0d-fcf67a33b3d5" providerId="AD" clId="Web-{64159B3A-8EC3-1548-AB78-74344C4AE6CE}" dt="2025-02-28T17:16:25.363" v="93" actId="1076"/>
          <ac:picMkLst>
            <pc:docMk/>
            <pc:sldMk cId="3273053664" sldId="277"/>
            <ac:picMk id="4" creationId="{4DF34ACB-364E-F7A2-3102-E8646AA9BBFC}"/>
          </ac:picMkLst>
        </pc:picChg>
        <pc:picChg chg="add mod">
          <ac:chgData name="Wilkins, Graham C" userId="S::bh5884is@go.minnstate.edu::d858373d-d4a5-4d5a-af0d-fcf67a33b3d5" providerId="AD" clId="Web-{64159B3A-8EC3-1548-AB78-74344C4AE6CE}" dt="2025-02-28T17:16:45.207" v="96" actId="1076"/>
          <ac:picMkLst>
            <pc:docMk/>
            <pc:sldMk cId="3273053664" sldId="277"/>
            <ac:picMk id="6" creationId="{CDBFF1CC-BAAD-4ABC-F244-842708F371DB}"/>
          </ac:picMkLst>
        </pc:picChg>
      </pc:sldChg>
      <pc:sldChg chg="modSp add del replId">
        <pc:chgData name="Wilkins, Graham C" userId="S::bh5884is@go.minnstate.edu::d858373d-d4a5-4d5a-af0d-fcf67a33b3d5" providerId="AD" clId="Web-{64159B3A-8EC3-1548-AB78-74344C4AE6CE}" dt="2025-02-28T17:29:58.939" v="370"/>
        <pc:sldMkLst>
          <pc:docMk/>
          <pc:sldMk cId="3060660367" sldId="278"/>
        </pc:sldMkLst>
        <pc:spChg chg="mod">
          <ac:chgData name="Wilkins, Graham C" userId="S::bh5884is@go.minnstate.edu::d858373d-d4a5-4d5a-af0d-fcf67a33b3d5" providerId="AD" clId="Web-{64159B3A-8EC3-1548-AB78-74344C4AE6CE}" dt="2025-02-28T17:29:56.846" v="369" actId="20577"/>
          <ac:spMkLst>
            <pc:docMk/>
            <pc:sldMk cId="3060660367" sldId="278"/>
            <ac:spMk id="4" creationId="{8EDDE56B-E950-2D20-EBBA-B3CAD92EA217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B9FC2A-95E4-4DB8-BC70-687346FDB92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2637BA54-32B7-431A-8E50-31211FEFEDF1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Century Schoolbook"/>
            </a:rPr>
            <a:t>Markov-chain</a:t>
          </a:r>
        </a:p>
      </dgm:t>
    </dgm:pt>
    <dgm:pt modelId="{19FA6DAF-DBA8-4000-B293-E2B5B4AB0DA4}" type="parTrans" cxnId="{CD6EF40F-47C8-430E-85E9-AF727F97D1D2}">
      <dgm:prSet/>
      <dgm:spPr/>
      <dgm:t>
        <a:bodyPr/>
        <a:lstStyle/>
        <a:p>
          <a:endParaRPr lang="en-US"/>
        </a:p>
      </dgm:t>
    </dgm:pt>
    <dgm:pt modelId="{D3ADAED7-3A0C-4D71-9557-1199C764C54D}" type="sibTrans" cxnId="{CD6EF40F-47C8-430E-85E9-AF727F97D1D2}">
      <dgm:prSet/>
      <dgm:spPr/>
      <dgm:t>
        <a:bodyPr/>
        <a:lstStyle/>
        <a:p>
          <a:endParaRPr lang="en-US"/>
        </a:p>
      </dgm:t>
    </dgm:pt>
    <dgm:pt modelId="{1C88F448-429B-45D3-BBA3-D45570DFF730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Century Schoolbook" panose="02040604050505020304"/>
            </a:rPr>
            <a:t>Clusters Scatterplot</a:t>
          </a:r>
        </a:p>
      </dgm:t>
    </dgm:pt>
    <dgm:pt modelId="{C04FB20D-AA03-4BDF-ADDC-105154080B03}" type="parTrans" cxnId="{2FB5DF13-142B-46AD-BE08-5EB7E8AF6290}">
      <dgm:prSet/>
      <dgm:spPr/>
    </dgm:pt>
    <dgm:pt modelId="{C398F7E2-D652-4DEE-9E6E-C33DDD66E17E}" type="sibTrans" cxnId="{2FB5DF13-142B-46AD-BE08-5EB7E8AF6290}">
      <dgm:prSet/>
      <dgm:spPr/>
    </dgm:pt>
    <dgm:pt modelId="{5897F250-CF84-48DA-A95C-BD8148985082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Century Schoolbook" panose="02040604050505020304"/>
            </a:rPr>
            <a:t> Feature Removal &amp; Weights</a:t>
          </a:r>
        </a:p>
      </dgm:t>
    </dgm:pt>
    <dgm:pt modelId="{C6483298-76CC-4322-9692-32ED74973BE7}" type="parTrans" cxnId="{BE8E0897-5CAF-4A67-A37C-81A9DE5D846A}">
      <dgm:prSet/>
      <dgm:spPr/>
    </dgm:pt>
    <dgm:pt modelId="{70C68A65-33D5-4B25-98C2-BF1B865DFE1B}" type="sibTrans" cxnId="{BE8E0897-5CAF-4A67-A37C-81A9DE5D846A}">
      <dgm:prSet/>
      <dgm:spPr/>
    </dgm:pt>
    <dgm:pt modelId="{E99B0EF7-498A-4D3C-A749-30C2B6B3BA54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Century Schoolbook" panose="02040604050505020304"/>
            </a:rPr>
            <a:t>Data Model Design Document</a:t>
          </a:r>
        </a:p>
      </dgm:t>
    </dgm:pt>
    <dgm:pt modelId="{13C43920-A01E-40F9-A219-D5EEFA7F7CBA}" type="parTrans" cxnId="{BC731550-2DC2-44E5-8DC3-917A4640A588}">
      <dgm:prSet/>
      <dgm:spPr/>
    </dgm:pt>
    <dgm:pt modelId="{642B4EAE-1932-4A54-A9A7-E5BCCFC846CC}" type="sibTrans" cxnId="{BC731550-2DC2-44E5-8DC3-917A4640A588}">
      <dgm:prSet/>
      <dgm:spPr/>
    </dgm:pt>
    <dgm:pt modelId="{4147953F-A707-4CBE-92FB-FA193B91A6F4}" type="pres">
      <dgm:prSet presAssocID="{F9B9FC2A-95E4-4DB8-BC70-687346FDB929}" presName="root" presStyleCnt="0">
        <dgm:presLayoutVars>
          <dgm:dir/>
          <dgm:resizeHandles val="exact"/>
        </dgm:presLayoutVars>
      </dgm:prSet>
      <dgm:spPr/>
    </dgm:pt>
    <dgm:pt modelId="{478EC2BA-717F-48CD-B306-76FE57A9FB9F}" type="pres">
      <dgm:prSet presAssocID="{2637BA54-32B7-431A-8E50-31211FEFEDF1}" presName="compNode" presStyleCnt="0"/>
      <dgm:spPr/>
    </dgm:pt>
    <dgm:pt modelId="{B08F16E5-0AB0-4A73-ACE0-0B9B4A5D64CE}" type="pres">
      <dgm:prSet presAssocID="{2637BA54-32B7-431A-8E50-31211FEFEDF1}" presName="bgRect" presStyleLbl="bgShp" presStyleIdx="0" presStyleCnt="4"/>
      <dgm:spPr/>
    </dgm:pt>
    <dgm:pt modelId="{672585AB-6627-45B6-A505-BAAD1D331D07}" type="pres">
      <dgm:prSet presAssocID="{2637BA54-32B7-431A-8E50-31211FEFEDF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7481CD80-12DB-42D1-B3AC-5F2547E4C6E2}" type="pres">
      <dgm:prSet presAssocID="{2637BA54-32B7-431A-8E50-31211FEFEDF1}" presName="spaceRect" presStyleCnt="0"/>
      <dgm:spPr/>
    </dgm:pt>
    <dgm:pt modelId="{82B81880-156F-4095-8F71-8947E74A454C}" type="pres">
      <dgm:prSet presAssocID="{2637BA54-32B7-431A-8E50-31211FEFEDF1}" presName="parTx" presStyleLbl="revTx" presStyleIdx="0" presStyleCnt="4">
        <dgm:presLayoutVars>
          <dgm:chMax val="0"/>
          <dgm:chPref val="0"/>
        </dgm:presLayoutVars>
      </dgm:prSet>
      <dgm:spPr/>
    </dgm:pt>
    <dgm:pt modelId="{9E0F8795-5FC9-4D5A-993B-36A38BAC8F27}" type="pres">
      <dgm:prSet presAssocID="{D3ADAED7-3A0C-4D71-9557-1199C764C54D}" presName="sibTrans" presStyleCnt="0"/>
      <dgm:spPr/>
    </dgm:pt>
    <dgm:pt modelId="{3F633E74-D142-4AE8-BE7E-C78AE759C9FD}" type="pres">
      <dgm:prSet presAssocID="{5897F250-CF84-48DA-A95C-BD8148985082}" presName="compNode" presStyleCnt="0"/>
      <dgm:spPr/>
    </dgm:pt>
    <dgm:pt modelId="{8141336F-7FA0-4A9A-A1FA-6C7EE13495DF}" type="pres">
      <dgm:prSet presAssocID="{5897F250-CF84-48DA-A95C-BD8148985082}" presName="bgRect" presStyleLbl="bgShp" presStyleIdx="1" presStyleCnt="4"/>
      <dgm:spPr/>
    </dgm:pt>
    <dgm:pt modelId="{9560FCE5-5AFA-4646-8972-127F1FB0B7C9}" type="pres">
      <dgm:prSet presAssocID="{5897F250-CF84-48DA-A95C-BD8148985082}" presName="iconRect" presStyleLbl="node1" presStyleIdx="1" presStyleCnt="4"/>
      <dgm:spPr/>
    </dgm:pt>
    <dgm:pt modelId="{ADB3CAA5-F527-4EFD-A3ED-9EC40214A577}" type="pres">
      <dgm:prSet presAssocID="{5897F250-CF84-48DA-A95C-BD8148985082}" presName="spaceRect" presStyleCnt="0"/>
      <dgm:spPr/>
    </dgm:pt>
    <dgm:pt modelId="{D46ED023-9535-45DA-BA20-D0DE38069F85}" type="pres">
      <dgm:prSet presAssocID="{5897F250-CF84-48DA-A95C-BD8148985082}" presName="parTx" presStyleLbl="revTx" presStyleIdx="1" presStyleCnt="4">
        <dgm:presLayoutVars>
          <dgm:chMax val="0"/>
          <dgm:chPref val="0"/>
        </dgm:presLayoutVars>
      </dgm:prSet>
      <dgm:spPr/>
    </dgm:pt>
    <dgm:pt modelId="{7D2444E2-2F3C-4F69-855A-53335378D6D1}" type="pres">
      <dgm:prSet presAssocID="{70C68A65-33D5-4B25-98C2-BF1B865DFE1B}" presName="sibTrans" presStyleCnt="0"/>
      <dgm:spPr/>
    </dgm:pt>
    <dgm:pt modelId="{507067B4-FC0D-4543-BDA2-45F28784D310}" type="pres">
      <dgm:prSet presAssocID="{1C88F448-429B-45D3-BBA3-D45570DFF730}" presName="compNode" presStyleCnt="0"/>
      <dgm:spPr/>
    </dgm:pt>
    <dgm:pt modelId="{899C9418-5BEE-493C-A169-220227FF4A96}" type="pres">
      <dgm:prSet presAssocID="{1C88F448-429B-45D3-BBA3-D45570DFF730}" presName="bgRect" presStyleLbl="bgShp" presStyleIdx="2" presStyleCnt="4"/>
      <dgm:spPr/>
    </dgm:pt>
    <dgm:pt modelId="{26D309BF-2D7E-4E4B-97C1-B2FFDF742925}" type="pres">
      <dgm:prSet presAssocID="{1C88F448-429B-45D3-BBA3-D45570DFF730}" presName="iconRect" presStyleLbl="node1" presStyleIdx="2" presStyleCnt="4"/>
      <dgm:spPr>
        <a:ln>
          <a:noFill/>
        </a:ln>
      </dgm:spPr>
    </dgm:pt>
    <dgm:pt modelId="{6B7A6452-252E-4A34-A88F-2B1B987D56D0}" type="pres">
      <dgm:prSet presAssocID="{1C88F448-429B-45D3-BBA3-D45570DFF730}" presName="spaceRect" presStyleCnt="0"/>
      <dgm:spPr/>
    </dgm:pt>
    <dgm:pt modelId="{CF403347-5B35-401A-B7F8-DE9EC17165BF}" type="pres">
      <dgm:prSet presAssocID="{1C88F448-429B-45D3-BBA3-D45570DFF730}" presName="parTx" presStyleLbl="revTx" presStyleIdx="2" presStyleCnt="4">
        <dgm:presLayoutVars>
          <dgm:chMax val="0"/>
          <dgm:chPref val="0"/>
        </dgm:presLayoutVars>
      </dgm:prSet>
      <dgm:spPr/>
    </dgm:pt>
    <dgm:pt modelId="{EB3AC6C7-5701-4C00-B951-5C2B6A960075}" type="pres">
      <dgm:prSet presAssocID="{C398F7E2-D652-4DEE-9E6E-C33DDD66E17E}" presName="sibTrans" presStyleCnt="0"/>
      <dgm:spPr/>
    </dgm:pt>
    <dgm:pt modelId="{FC4A4218-4F98-42AB-BD74-DF0D9EE73C23}" type="pres">
      <dgm:prSet presAssocID="{E99B0EF7-498A-4D3C-A749-30C2B6B3BA54}" presName="compNode" presStyleCnt="0"/>
      <dgm:spPr/>
    </dgm:pt>
    <dgm:pt modelId="{45DAF4A5-2D1D-4533-BB46-4638676CB424}" type="pres">
      <dgm:prSet presAssocID="{E99B0EF7-498A-4D3C-A749-30C2B6B3BA54}" presName="bgRect" presStyleLbl="bgShp" presStyleIdx="3" presStyleCnt="4"/>
      <dgm:spPr/>
    </dgm:pt>
    <dgm:pt modelId="{3547F566-E9CD-4B85-8584-D724F9234253}" type="pres">
      <dgm:prSet presAssocID="{E99B0EF7-498A-4D3C-A749-30C2B6B3BA54}" presName="iconRect" presStyleLbl="node1" presStyleIdx="3" presStyleCnt="4"/>
      <dgm:spPr/>
    </dgm:pt>
    <dgm:pt modelId="{76AB773B-B9B2-4C51-A2D5-7A344CC32BBE}" type="pres">
      <dgm:prSet presAssocID="{E99B0EF7-498A-4D3C-A749-30C2B6B3BA54}" presName="spaceRect" presStyleCnt="0"/>
      <dgm:spPr/>
    </dgm:pt>
    <dgm:pt modelId="{DA5FC007-EDBA-44B1-86F1-8EDA104DBC1F}" type="pres">
      <dgm:prSet presAssocID="{E99B0EF7-498A-4D3C-A749-30C2B6B3BA5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D6EF40F-47C8-430E-85E9-AF727F97D1D2}" srcId="{F9B9FC2A-95E4-4DB8-BC70-687346FDB929}" destId="{2637BA54-32B7-431A-8E50-31211FEFEDF1}" srcOrd="0" destOrd="0" parTransId="{19FA6DAF-DBA8-4000-B293-E2B5B4AB0DA4}" sibTransId="{D3ADAED7-3A0C-4D71-9557-1199C764C54D}"/>
    <dgm:cxn modelId="{2FB5DF13-142B-46AD-BE08-5EB7E8AF6290}" srcId="{F9B9FC2A-95E4-4DB8-BC70-687346FDB929}" destId="{1C88F448-429B-45D3-BBA3-D45570DFF730}" srcOrd="2" destOrd="0" parTransId="{C04FB20D-AA03-4BDF-ADDC-105154080B03}" sibTransId="{C398F7E2-D652-4DEE-9E6E-C33DDD66E17E}"/>
    <dgm:cxn modelId="{A61A6427-D3F5-4361-B7E2-9AA5F3EF1D70}" type="presOf" srcId="{2637BA54-32B7-431A-8E50-31211FEFEDF1}" destId="{82B81880-156F-4095-8F71-8947E74A454C}" srcOrd="0" destOrd="0" presId="urn:microsoft.com/office/officeart/2018/2/layout/IconVerticalSolidList"/>
    <dgm:cxn modelId="{877E643C-96CD-4093-968D-209A811F5622}" type="presOf" srcId="{1C88F448-429B-45D3-BBA3-D45570DFF730}" destId="{CF403347-5B35-401A-B7F8-DE9EC17165BF}" srcOrd="0" destOrd="0" presId="urn:microsoft.com/office/officeart/2018/2/layout/IconVerticalSolidList"/>
    <dgm:cxn modelId="{BC731550-2DC2-44E5-8DC3-917A4640A588}" srcId="{F9B9FC2A-95E4-4DB8-BC70-687346FDB929}" destId="{E99B0EF7-498A-4D3C-A749-30C2B6B3BA54}" srcOrd="3" destOrd="0" parTransId="{13C43920-A01E-40F9-A219-D5EEFA7F7CBA}" sibTransId="{642B4EAE-1932-4A54-A9A7-E5BCCFC846CC}"/>
    <dgm:cxn modelId="{5BCB3191-421C-4E7F-A1E1-1B9B59DD58E5}" type="presOf" srcId="{F9B9FC2A-95E4-4DB8-BC70-687346FDB929}" destId="{4147953F-A707-4CBE-92FB-FA193B91A6F4}" srcOrd="0" destOrd="0" presId="urn:microsoft.com/office/officeart/2018/2/layout/IconVerticalSolidList"/>
    <dgm:cxn modelId="{BE8E0897-5CAF-4A67-A37C-81A9DE5D846A}" srcId="{F9B9FC2A-95E4-4DB8-BC70-687346FDB929}" destId="{5897F250-CF84-48DA-A95C-BD8148985082}" srcOrd="1" destOrd="0" parTransId="{C6483298-76CC-4322-9692-32ED74973BE7}" sibTransId="{70C68A65-33D5-4B25-98C2-BF1B865DFE1B}"/>
    <dgm:cxn modelId="{08A07E98-4A5A-4430-A1F7-761C6F43A140}" type="presOf" srcId="{5897F250-CF84-48DA-A95C-BD8148985082}" destId="{D46ED023-9535-45DA-BA20-D0DE38069F85}" srcOrd="0" destOrd="0" presId="urn:microsoft.com/office/officeart/2018/2/layout/IconVerticalSolidList"/>
    <dgm:cxn modelId="{D68A7CCB-A2C0-4445-9BC2-A58CBF63E9C6}" type="presOf" srcId="{E99B0EF7-498A-4D3C-A749-30C2B6B3BA54}" destId="{DA5FC007-EDBA-44B1-86F1-8EDA104DBC1F}" srcOrd="0" destOrd="0" presId="urn:microsoft.com/office/officeart/2018/2/layout/IconVerticalSolidList"/>
    <dgm:cxn modelId="{313DBD27-60A1-4C59-B728-489080435BEE}" type="presParOf" srcId="{4147953F-A707-4CBE-92FB-FA193B91A6F4}" destId="{478EC2BA-717F-48CD-B306-76FE57A9FB9F}" srcOrd="0" destOrd="0" presId="urn:microsoft.com/office/officeart/2018/2/layout/IconVerticalSolidList"/>
    <dgm:cxn modelId="{B4BE4437-C885-4412-9685-B2ACDCE8DFC7}" type="presParOf" srcId="{478EC2BA-717F-48CD-B306-76FE57A9FB9F}" destId="{B08F16E5-0AB0-4A73-ACE0-0B9B4A5D64CE}" srcOrd="0" destOrd="0" presId="urn:microsoft.com/office/officeart/2018/2/layout/IconVerticalSolidList"/>
    <dgm:cxn modelId="{4E4AECAA-09D1-452F-BBFA-E6366FF43A15}" type="presParOf" srcId="{478EC2BA-717F-48CD-B306-76FE57A9FB9F}" destId="{672585AB-6627-45B6-A505-BAAD1D331D07}" srcOrd="1" destOrd="0" presId="urn:microsoft.com/office/officeart/2018/2/layout/IconVerticalSolidList"/>
    <dgm:cxn modelId="{18038752-53A9-4F3C-80EC-67C28C024C7B}" type="presParOf" srcId="{478EC2BA-717F-48CD-B306-76FE57A9FB9F}" destId="{7481CD80-12DB-42D1-B3AC-5F2547E4C6E2}" srcOrd="2" destOrd="0" presId="urn:microsoft.com/office/officeart/2018/2/layout/IconVerticalSolidList"/>
    <dgm:cxn modelId="{A1654672-C960-4A04-80BB-8B563AD42E3F}" type="presParOf" srcId="{478EC2BA-717F-48CD-B306-76FE57A9FB9F}" destId="{82B81880-156F-4095-8F71-8947E74A454C}" srcOrd="3" destOrd="0" presId="urn:microsoft.com/office/officeart/2018/2/layout/IconVerticalSolidList"/>
    <dgm:cxn modelId="{9ABCCF95-14ED-46EA-A2A1-9AC6EBFB5B00}" type="presParOf" srcId="{4147953F-A707-4CBE-92FB-FA193B91A6F4}" destId="{9E0F8795-5FC9-4D5A-993B-36A38BAC8F27}" srcOrd="1" destOrd="0" presId="urn:microsoft.com/office/officeart/2018/2/layout/IconVerticalSolidList"/>
    <dgm:cxn modelId="{8697608E-017A-4BBB-AF44-7CF8E7359FD5}" type="presParOf" srcId="{4147953F-A707-4CBE-92FB-FA193B91A6F4}" destId="{3F633E74-D142-4AE8-BE7E-C78AE759C9FD}" srcOrd="2" destOrd="0" presId="urn:microsoft.com/office/officeart/2018/2/layout/IconVerticalSolidList"/>
    <dgm:cxn modelId="{3C126F78-93F6-4C80-988B-0DB39B96EC65}" type="presParOf" srcId="{3F633E74-D142-4AE8-BE7E-C78AE759C9FD}" destId="{8141336F-7FA0-4A9A-A1FA-6C7EE13495DF}" srcOrd="0" destOrd="0" presId="urn:microsoft.com/office/officeart/2018/2/layout/IconVerticalSolidList"/>
    <dgm:cxn modelId="{8CA106A7-297B-4F8A-BF82-6329E4089DE2}" type="presParOf" srcId="{3F633E74-D142-4AE8-BE7E-C78AE759C9FD}" destId="{9560FCE5-5AFA-4646-8972-127F1FB0B7C9}" srcOrd="1" destOrd="0" presId="urn:microsoft.com/office/officeart/2018/2/layout/IconVerticalSolidList"/>
    <dgm:cxn modelId="{134C9B29-E9E1-41C2-8563-7A9A850A1D00}" type="presParOf" srcId="{3F633E74-D142-4AE8-BE7E-C78AE759C9FD}" destId="{ADB3CAA5-F527-4EFD-A3ED-9EC40214A577}" srcOrd="2" destOrd="0" presId="urn:microsoft.com/office/officeart/2018/2/layout/IconVerticalSolidList"/>
    <dgm:cxn modelId="{6F84116B-422D-4FD4-9877-6311CF03078A}" type="presParOf" srcId="{3F633E74-D142-4AE8-BE7E-C78AE759C9FD}" destId="{D46ED023-9535-45DA-BA20-D0DE38069F85}" srcOrd="3" destOrd="0" presId="urn:microsoft.com/office/officeart/2018/2/layout/IconVerticalSolidList"/>
    <dgm:cxn modelId="{7436663A-86A8-46CC-AA59-629459ACCC25}" type="presParOf" srcId="{4147953F-A707-4CBE-92FB-FA193B91A6F4}" destId="{7D2444E2-2F3C-4F69-855A-53335378D6D1}" srcOrd="3" destOrd="0" presId="urn:microsoft.com/office/officeart/2018/2/layout/IconVerticalSolidList"/>
    <dgm:cxn modelId="{EF8926E5-B842-49ED-A501-AFB2D421AE8C}" type="presParOf" srcId="{4147953F-A707-4CBE-92FB-FA193B91A6F4}" destId="{507067B4-FC0D-4543-BDA2-45F28784D310}" srcOrd="4" destOrd="0" presId="urn:microsoft.com/office/officeart/2018/2/layout/IconVerticalSolidList"/>
    <dgm:cxn modelId="{EB87A707-135B-456E-A594-14EF4B2DD305}" type="presParOf" srcId="{507067B4-FC0D-4543-BDA2-45F28784D310}" destId="{899C9418-5BEE-493C-A169-220227FF4A96}" srcOrd="0" destOrd="0" presId="urn:microsoft.com/office/officeart/2018/2/layout/IconVerticalSolidList"/>
    <dgm:cxn modelId="{ED718EF6-81E5-46E8-9B5F-BED90E7FE343}" type="presParOf" srcId="{507067B4-FC0D-4543-BDA2-45F28784D310}" destId="{26D309BF-2D7E-4E4B-97C1-B2FFDF742925}" srcOrd="1" destOrd="0" presId="urn:microsoft.com/office/officeart/2018/2/layout/IconVerticalSolidList"/>
    <dgm:cxn modelId="{A239A8EA-3CA1-4CBB-81CE-0F6AAA28E515}" type="presParOf" srcId="{507067B4-FC0D-4543-BDA2-45F28784D310}" destId="{6B7A6452-252E-4A34-A88F-2B1B987D56D0}" srcOrd="2" destOrd="0" presId="urn:microsoft.com/office/officeart/2018/2/layout/IconVerticalSolidList"/>
    <dgm:cxn modelId="{C2370653-23F6-49E8-8FF2-D1D69D9BAE2C}" type="presParOf" srcId="{507067B4-FC0D-4543-BDA2-45F28784D310}" destId="{CF403347-5B35-401A-B7F8-DE9EC17165BF}" srcOrd="3" destOrd="0" presId="urn:microsoft.com/office/officeart/2018/2/layout/IconVerticalSolidList"/>
    <dgm:cxn modelId="{DECAB64F-C478-4CAE-9F81-5C80A8241044}" type="presParOf" srcId="{4147953F-A707-4CBE-92FB-FA193B91A6F4}" destId="{EB3AC6C7-5701-4C00-B951-5C2B6A960075}" srcOrd="5" destOrd="0" presId="urn:microsoft.com/office/officeart/2018/2/layout/IconVerticalSolidList"/>
    <dgm:cxn modelId="{60E50E0D-BA12-4C84-A575-E5D75291B932}" type="presParOf" srcId="{4147953F-A707-4CBE-92FB-FA193B91A6F4}" destId="{FC4A4218-4F98-42AB-BD74-DF0D9EE73C23}" srcOrd="6" destOrd="0" presId="urn:microsoft.com/office/officeart/2018/2/layout/IconVerticalSolidList"/>
    <dgm:cxn modelId="{B70E8643-A596-41D8-BBCD-4EEB3CC25BD1}" type="presParOf" srcId="{FC4A4218-4F98-42AB-BD74-DF0D9EE73C23}" destId="{45DAF4A5-2D1D-4533-BB46-4638676CB424}" srcOrd="0" destOrd="0" presId="urn:microsoft.com/office/officeart/2018/2/layout/IconVerticalSolidList"/>
    <dgm:cxn modelId="{9F174141-149D-49EF-9EDC-CE54AE02FD4A}" type="presParOf" srcId="{FC4A4218-4F98-42AB-BD74-DF0D9EE73C23}" destId="{3547F566-E9CD-4B85-8584-D724F9234253}" srcOrd="1" destOrd="0" presId="urn:microsoft.com/office/officeart/2018/2/layout/IconVerticalSolidList"/>
    <dgm:cxn modelId="{8CC229CE-7993-4AB9-84EE-E04170466B05}" type="presParOf" srcId="{FC4A4218-4F98-42AB-BD74-DF0D9EE73C23}" destId="{76AB773B-B9B2-4C51-A2D5-7A344CC32BBE}" srcOrd="2" destOrd="0" presId="urn:microsoft.com/office/officeart/2018/2/layout/IconVerticalSolidList"/>
    <dgm:cxn modelId="{03200686-745D-4377-9F22-28BC41F21B2E}" type="presParOf" srcId="{FC4A4218-4F98-42AB-BD74-DF0D9EE73C23}" destId="{DA5FC007-EDBA-44B1-86F1-8EDA104DBC1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B0B5EB-0E60-4B5C-A584-21FEF030C20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4503758-8A30-4363-B1D2-A7855A21C8A5}">
      <dgm:prSet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Century Gothic" panose="020B0502020202020204"/>
            </a:rPr>
            <a:t>Use transition matrix to complete prediction model</a:t>
          </a:r>
          <a:endParaRPr lang="en-US"/>
        </a:p>
      </dgm:t>
    </dgm:pt>
    <dgm:pt modelId="{E37AD385-F314-4B19-9862-6F78117704B2}" type="parTrans" cxnId="{402E0988-73C6-46AF-AD7F-0A38C49FBFCF}">
      <dgm:prSet/>
      <dgm:spPr/>
      <dgm:t>
        <a:bodyPr/>
        <a:lstStyle/>
        <a:p>
          <a:endParaRPr lang="en-US"/>
        </a:p>
      </dgm:t>
    </dgm:pt>
    <dgm:pt modelId="{7E664AE6-1533-4CF3-BA0D-DD68EB91CACB}" type="sibTrans" cxnId="{402E0988-73C6-46AF-AD7F-0A38C49FBFCF}">
      <dgm:prSet/>
      <dgm:spPr/>
      <dgm:t>
        <a:bodyPr/>
        <a:lstStyle/>
        <a:p>
          <a:endParaRPr lang="en-US"/>
        </a:p>
      </dgm:t>
    </dgm:pt>
    <dgm:pt modelId="{08CDF594-CA3E-4979-B758-303167A34605}">
      <dgm:prSet phldr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latin typeface="Century Gothic" panose="020B0502020202020204"/>
            </a:rPr>
            <a:t>Complete data model design document</a:t>
          </a:r>
          <a:endParaRPr lang="en-US"/>
        </a:p>
      </dgm:t>
    </dgm:pt>
    <dgm:pt modelId="{95BD0C8D-6AE3-42A6-9BD4-0CF8447D9313}" type="parTrans" cxnId="{14382FA8-E646-4792-BA2B-DD63C5DF6DA0}">
      <dgm:prSet/>
      <dgm:spPr/>
      <dgm:t>
        <a:bodyPr/>
        <a:lstStyle/>
        <a:p>
          <a:endParaRPr lang="en-US"/>
        </a:p>
      </dgm:t>
    </dgm:pt>
    <dgm:pt modelId="{7C866C6D-6B57-480E-8899-063B1EA9A47D}" type="sibTrans" cxnId="{14382FA8-E646-4792-BA2B-DD63C5DF6DA0}">
      <dgm:prSet/>
      <dgm:spPr/>
      <dgm:t>
        <a:bodyPr/>
        <a:lstStyle/>
        <a:p>
          <a:endParaRPr lang="en-US"/>
        </a:p>
      </dgm:t>
    </dgm:pt>
    <dgm:pt modelId="{A153C699-A815-4456-8F40-F77AB829AB95}" type="pres">
      <dgm:prSet presAssocID="{73B0B5EB-0E60-4B5C-A584-21FEF030C204}" presName="root" presStyleCnt="0">
        <dgm:presLayoutVars>
          <dgm:dir/>
          <dgm:resizeHandles val="exact"/>
        </dgm:presLayoutVars>
      </dgm:prSet>
      <dgm:spPr/>
    </dgm:pt>
    <dgm:pt modelId="{71A98820-D6C0-4E2E-8345-4279B6F0C03E}" type="pres">
      <dgm:prSet presAssocID="{C4503758-8A30-4363-B1D2-A7855A21C8A5}" presName="compNode" presStyleCnt="0"/>
      <dgm:spPr/>
    </dgm:pt>
    <dgm:pt modelId="{063B5610-D17C-422D-B4E2-42C7C791A892}" type="pres">
      <dgm:prSet presAssocID="{C4503758-8A30-4363-B1D2-A7855A21C8A5}" presName="iconBgRect" presStyleLbl="bgShp" presStyleIdx="0" presStyleCnt="2"/>
      <dgm:spPr/>
    </dgm:pt>
    <dgm:pt modelId="{360D8617-609B-461F-8837-A560D1112660}" type="pres">
      <dgm:prSet presAssocID="{C4503758-8A30-4363-B1D2-A7855A21C8A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38A0099-10EA-4829-92B6-F026FD576A1C}" type="pres">
      <dgm:prSet presAssocID="{C4503758-8A30-4363-B1D2-A7855A21C8A5}" presName="spaceRect" presStyleCnt="0"/>
      <dgm:spPr/>
    </dgm:pt>
    <dgm:pt modelId="{39D616EC-352D-42FD-8047-4BFD2FF83CE3}" type="pres">
      <dgm:prSet presAssocID="{C4503758-8A30-4363-B1D2-A7855A21C8A5}" presName="textRect" presStyleLbl="revTx" presStyleIdx="0" presStyleCnt="2">
        <dgm:presLayoutVars>
          <dgm:chMax val="1"/>
          <dgm:chPref val="1"/>
        </dgm:presLayoutVars>
      </dgm:prSet>
      <dgm:spPr/>
    </dgm:pt>
    <dgm:pt modelId="{EF7ED3E8-2E0F-487C-8E47-953FAF7139F1}" type="pres">
      <dgm:prSet presAssocID="{7E664AE6-1533-4CF3-BA0D-DD68EB91CACB}" presName="sibTrans" presStyleCnt="0"/>
      <dgm:spPr/>
    </dgm:pt>
    <dgm:pt modelId="{BD3C3A10-0F9E-49E2-A435-A5113D15EB70}" type="pres">
      <dgm:prSet presAssocID="{08CDF594-CA3E-4979-B758-303167A34605}" presName="compNode" presStyleCnt="0"/>
      <dgm:spPr/>
    </dgm:pt>
    <dgm:pt modelId="{B9E3CEEB-09CD-4570-8187-5E58C56A393A}" type="pres">
      <dgm:prSet presAssocID="{08CDF594-CA3E-4979-B758-303167A34605}" presName="iconBgRect" presStyleLbl="bgShp" presStyleIdx="1" presStyleCnt="2"/>
      <dgm:spPr/>
    </dgm:pt>
    <dgm:pt modelId="{FBC92A78-35D4-4F12-B718-1598FFA56A0C}" type="pres">
      <dgm:prSet presAssocID="{08CDF594-CA3E-4979-B758-303167A3460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3E472CB-8CD2-4154-9858-8E0C64EF0739}" type="pres">
      <dgm:prSet presAssocID="{08CDF594-CA3E-4979-B758-303167A34605}" presName="spaceRect" presStyleCnt="0"/>
      <dgm:spPr/>
    </dgm:pt>
    <dgm:pt modelId="{3542F2B8-419D-4DAC-A71C-4BAB13B4225A}" type="pres">
      <dgm:prSet presAssocID="{08CDF594-CA3E-4979-B758-303167A34605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CE9EE44-4759-4414-A9C7-6E20FD56DEEA}" type="presOf" srcId="{C4503758-8A30-4363-B1D2-A7855A21C8A5}" destId="{39D616EC-352D-42FD-8047-4BFD2FF83CE3}" srcOrd="0" destOrd="0" presId="urn:microsoft.com/office/officeart/2018/5/layout/IconCircleLabelList"/>
    <dgm:cxn modelId="{402E0988-73C6-46AF-AD7F-0A38C49FBFCF}" srcId="{73B0B5EB-0E60-4B5C-A584-21FEF030C204}" destId="{C4503758-8A30-4363-B1D2-A7855A21C8A5}" srcOrd="0" destOrd="0" parTransId="{E37AD385-F314-4B19-9862-6F78117704B2}" sibTransId="{7E664AE6-1533-4CF3-BA0D-DD68EB91CACB}"/>
    <dgm:cxn modelId="{14382FA8-E646-4792-BA2B-DD63C5DF6DA0}" srcId="{73B0B5EB-0E60-4B5C-A584-21FEF030C204}" destId="{08CDF594-CA3E-4979-B758-303167A34605}" srcOrd="1" destOrd="0" parTransId="{95BD0C8D-6AE3-42A6-9BD4-0CF8447D9313}" sibTransId="{7C866C6D-6B57-480E-8899-063B1EA9A47D}"/>
    <dgm:cxn modelId="{E6413CBB-72DB-4812-A44D-89B9A2A0A055}" type="presOf" srcId="{08CDF594-CA3E-4979-B758-303167A34605}" destId="{3542F2B8-419D-4DAC-A71C-4BAB13B4225A}" srcOrd="0" destOrd="0" presId="urn:microsoft.com/office/officeart/2018/5/layout/IconCircleLabelList"/>
    <dgm:cxn modelId="{52F4C1DC-0A1B-4902-AE72-6F038B53CE69}" type="presOf" srcId="{73B0B5EB-0E60-4B5C-A584-21FEF030C204}" destId="{A153C699-A815-4456-8F40-F77AB829AB95}" srcOrd="0" destOrd="0" presId="urn:microsoft.com/office/officeart/2018/5/layout/IconCircleLabelList"/>
    <dgm:cxn modelId="{F54952B7-05EF-4444-B127-C8C0C59C1D09}" type="presParOf" srcId="{A153C699-A815-4456-8F40-F77AB829AB95}" destId="{71A98820-D6C0-4E2E-8345-4279B6F0C03E}" srcOrd="0" destOrd="0" presId="urn:microsoft.com/office/officeart/2018/5/layout/IconCircleLabelList"/>
    <dgm:cxn modelId="{46230A39-5D4B-4383-801D-3C60307668DE}" type="presParOf" srcId="{71A98820-D6C0-4E2E-8345-4279B6F0C03E}" destId="{063B5610-D17C-422D-B4E2-42C7C791A892}" srcOrd="0" destOrd="0" presId="urn:microsoft.com/office/officeart/2018/5/layout/IconCircleLabelList"/>
    <dgm:cxn modelId="{F20A37B3-2AE4-4404-A710-74C9962F7D79}" type="presParOf" srcId="{71A98820-D6C0-4E2E-8345-4279B6F0C03E}" destId="{360D8617-609B-461F-8837-A560D1112660}" srcOrd="1" destOrd="0" presId="urn:microsoft.com/office/officeart/2018/5/layout/IconCircleLabelList"/>
    <dgm:cxn modelId="{B8B5A18E-0DFD-42F3-82AC-4A6678F32654}" type="presParOf" srcId="{71A98820-D6C0-4E2E-8345-4279B6F0C03E}" destId="{438A0099-10EA-4829-92B6-F026FD576A1C}" srcOrd="2" destOrd="0" presId="urn:microsoft.com/office/officeart/2018/5/layout/IconCircleLabelList"/>
    <dgm:cxn modelId="{895F2950-225F-41FE-B68F-037C16B104BB}" type="presParOf" srcId="{71A98820-D6C0-4E2E-8345-4279B6F0C03E}" destId="{39D616EC-352D-42FD-8047-4BFD2FF83CE3}" srcOrd="3" destOrd="0" presId="urn:microsoft.com/office/officeart/2018/5/layout/IconCircleLabelList"/>
    <dgm:cxn modelId="{FD3A8566-F04A-416E-9C89-73E877E9B799}" type="presParOf" srcId="{A153C699-A815-4456-8F40-F77AB829AB95}" destId="{EF7ED3E8-2E0F-487C-8E47-953FAF7139F1}" srcOrd="1" destOrd="0" presId="urn:microsoft.com/office/officeart/2018/5/layout/IconCircleLabelList"/>
    <dgm:cxn modelId="{3A6F73FB-3748-46F4-8C43-B488425A8BCE}" type="presParOf" srcId="{A153C699-A815-4456-8F40-F77AB829AB95}" destId="{BD3C3A10-0F9E-49E2-A435-A5113D15EB70}" srcOrd="2" destOrd="0" presId="urn:microsoft.com/office/officeart/2018/5/layout/IconCircleLabelList"/>
    <dgm:cxn modelId="{D871EF3B-72B2-4A70-BBE2-EF23D2A7E7AE}" type="presParOf" srcId="{BD3C3A10-0F9E-49E2-A435-A5113D15EB70}" destId="{B9E3CEEB-09CD-4570-8187-5E58C56A393A}" srcOrd="0" destOrd="0" presId="urn:microsoft.com/office/officeart/2018/5/layout/IconCircleLabelList"/>
    <dgm:cxn modelId="{28FFCF06-4060-4C18-AF4A-FA0D638D5551}" type="presParOf" srcId="{BD3C3A10-0F9E-49E2-A435-A5113D15EB70}" destId="{FBC92A78-35D4-4F12-B718-1598FFA56A0C}" srcOrd="1" destOrd="0" presId="urn:microsoft.com/office/officeart/2018/5/layout/IconCircleLabelList"/>
    <dgm:cxn modelId="{3B0689C1-71E0-4B93-8F17-0ED9099478E7}" type="presParOf" srcId="{BD3C3A10-0F9E-49E2-A435-A5113D15EB70}" destId="{A3E472CB-8CD2-4154-9858-8E0C64EF0739}" srcOrd="2" destOrd="0" presId="urn:microsoft.com/office/officeart/2018/5/layout/IconCircleLabelList"/>
    <dgm:cxn modelId="{C24D8FDC-3943-4570-BB7B-8C2730B897D6}" type="presParOf" srcId="{BD3C3A10-0F9E-49E2-A435-A5113D15EB70}" destId="{3542F2B8-419D-4DAC-A71C-4BAB13B4225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8F16E5-0AB0-4A73-ACE0-0B9B4A5D64CE}">
      <dsp:nvSpPr>
        <dsp:cNvPr id="0" name=""/>
        <dsp:cNvSpPr/>
      </dsp:nvSpPr>
      <dsp:spPr>
        <a:xfrm>
          <a:off x="0" y="1657"/>
          <a:ext cx="7966402" cy="8398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2585AB-6627-45B6-A505-BAAD1D331D07}">
      <dsp:nvSpPr>
        <dsp:cNvPr id="0" name=""/>
        <dsp:cNvSpPr/>
      </dsp:nvSpPr>
      <dsp:spPr>
        <a:xfrm>
          <a:off x="254049" y="190619"/>
          <a:ext cx="461907" cy="4619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B81880-156F-4095-8F71-8947E74A454C}">
      <dsp:nvSpPr>
        <dsp:cNvPr id="0" name=""/>
        <dsp:cNvSpPr/>
      </dsp:nvSpPr>
      <dsp:spPr>
        <a:xfrm>
          <a:off x="970006" y="1657"/>
          <a:ext cx="6996395" cy="839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882" tIns="88882" rIns="88882" bIns="88882" numCol="1" spcCol="1270" anchor="ctr" anchorCtr="0">
          <a:noAutofit/>
        </a:bodyPr>
        <a:lstStyle/>
        <a:p>
          <a:pPr marL="0" lvl="0" indent="0" algn="l" defTabSz="9779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Century Schoolbook"/>
            </a:rPr>
            <a:t>Markov-chain</a:t>
          </a:r>
        </a:p>
      </dsp:txBody>
      <dsp:txXfrm>
        <a:off x="970006" y="1657"/>
        <a:ext cx="6996395" cy="839832"/>
      </dsp:txXfrm>
    </dsp:sp>
    <dsp:sp modelId="{8141336F-7FA0-4A9A-A1FA-6C7EE13495DF}">
      <dsp:nvSpPr>
        <dsp:cNvPr id="0" name=""/>
        <dsp:cNvSpPr/>
      </dsp:nvSpPr>
      <dsp:spPr>
        <a:xfrm>
          <a:off x="0" y="1051447"/>
          <a:ext cx="7966402" cy="8398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60FCE5-5AFA-4646-8972-127F1FB0B7C9}">
      <dsp:nvSpPr>
        <dsp:cNvPr id="0" name=""/>
        <dsp:cNvSpPr/>
      </dsp:nvSpPr>
      <dsp:spPr>
        <a:xfrm>
          <a:off x="254049" y="1240409"/>
          <a:ext cx="461907" cy="461907"/>
        </a:xfrm>
        <a:prstGeom prst="rect">
          <a:avLst/>
        </a:prstGeom>
        <a:solidFill>
          <a:schemeClr val="accent2">
            <a:hueOff val="451605"/>
            <a:satOff val="-2211"/>
            <a:lumOff val="1242"/>
            <a:alphaOff val="0"/>
          </a:schemeClr>
        </a:solid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6ED023-9535-45DA-BA20-D0DE38069F85}">
      <dsp:nvSpPr>
        <dsp:cNvPr id="0" name=""/>
        <dsp:cNvSpPr/>
      </dsp:nvSpPr>
      <dsp:spPr>
        <a:xfrm>
          <a:off x="970006" y="1051447"/>
          <a:ext cx="6996395" cy="839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882" tIns="88882" rIns="88882" bIns="88882" numCol="1" spcCol="1270" anchor="ctr" anchorCtr="0">
          <a:noAutofit/>
        </a:bodyPr>
        <a:lstStyle/>
        <a:p>
          <a:pPr marL="0" lvl="0" indent="0" algn="l" defTabSz="9779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Century Schoolbook" panose="02040604050505020304"/>
            </a:rPr>
            <a:t> Feature Removal &amp; Weights</a:t>
          </a:r>
        </a:p>
      </dsp:txBody>
      <dsp:txXfrm>
        <a:off x="970006" y="1051447"/>
        <a:ext cx="6996395" cy="839832"/>
      </dsp:txXfrm>
    </dsp:sp>
    <dsp:sp modelId="{899C9418-5BEE-493C-A169-220227FF4A96}">
      <dsp:nvSpPr>
        <dsp:cNvPr id="0" name=""/>
        <dsp:cNvSpPr/>
      </dsp:nvSpPr>
      <dsp:spPr>
        <a:xfrm>
          <a:off x="0" y="2101237"/>
          <a:ext cx="7966402" cy="8398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D309BF-2D7E-4E4B-97C1-B2FFDF742925}">
      <dsp:nvSpPr>
        <dsp:cNvPr id="0" name=""/>
        <dsp:cNvSpPr/>
      </dsp:nvSpPr>
      <dsp:spPr>
        <a:xfrm>
          <a:off x="254049" y="2290199"/>
          <a:ext cx="461907" cy="461907"/>
        </a:xfrm>
        <a:prstGeom prst="rect">
          <a:avLst/>
        </a:prstGeom>
        <a:solidFill>
          <a:schemeClr val="accent2">
            <a:hueOff val="903209"/>
            <a:satOff val="-4421"/>
            <a:lumOff val="2483"/>
            <a:alphaOff val="0"/>
          </a:schemeClr>
        </a:solid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403347-5B35-401A-B7F8-DE9EC17165BF}">
      <dsp:nvSpPr>
        <dsp:cNvPr id="0" name=""/>
        <dsp:cNvSpPr/>
      </dsp:nvSpPr>
      <dsp:spPr>
        <a:xfrm>
          <a:off x="970006" y="2101237"/>
          <a:ext cx="6996395" cy="839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882" tIns="88882" rIns="88882" bIns="88882" numCol="1" spcCol="1270" anchor="ctr" anchorCtr="0">
          <a:noAutofit/>
        </a:bodyPr>
        <a:lstStyle/>
        <a:p>
          <a:pPr marL="0" lvl="0" indent="0" algn="l" defTabSz="9779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Century Schoolbook" panose="02040604050505020304"/>
            </a:rPr>
            <a:t>Clusters Scatterplot</a:t>
          </a:r>
        </a:p>
      </dsp:txBody>
      <dsp:txXfrm>
        <a:off x="970006" y="2101237"/>
        <a:ext cx="6996395" cy="839832"/>
      </dsp:txXfrm>
    </dsp:sp>
    <dsp:sp modelId="{45DAF4A5-2D1D-4533-BB46-4638676CB424}">
      <dsp:nvSpPr>
        <dsp:cNvPr id="0" name=""/>
        <dsp:cNvSpPr/>
      </dsp:nvSpPr>
      <dsp:spPr>
        <a:xfrm>
          <a:off x="0" y="3151027"/>
          <a:ext cx="7966402" cy="8398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47F566-E9CD-4B85-8584-D724F9234253}">
      <dsp:nvSpPr>
        <dsp:cNvPr id="0" name=""/>
        <dsp:cNvSpPr/>
      </dsp:nvSpPr>
      <dsp:spPr>
        <a:xfrm>
          <a:off x="254049" y="3339990"/>
          <a:ext cx="461907" cy="461907"/>
        </a:xfrm>
        <a:prstGeom prst="rect">
          <a:avLst/>
        </a:prstGeom>
        <a:solidFill>
          <a:schemeClr val="accent2">
            <a:hueOff val="1354814"/>
            <a:satOff val="-6632"/>
            <a:lumOff val="3725"/>
            <a:alphaOff val="0"/>
          </a:schemeClr>
        </a:solid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5FC007-EDBA-44B1-86F1-8EDA104DBC1F}">
      <dsp:nvSpPr>
        <dsp:cNvPr id="0" name=""/>
        <dsp:cNvSpPr/>
      </dsp:nvSpPr>
      <dsp:spPr>
        <a:xfrm>
          <a:off x="970006" y="3151027"/>
          <a:ext cx="6996395" cy="8398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882" tIns="88882" rIns="88882" bIns="88882" numCol="1" spcCol="1270" anchor="ctr" anchorCtr="0">
          <a:noAutofit/>
        </a:bodyPr>
        <a:lstStyle/>
        <a:p>
          <a:pPr marL="0" lvl="0" indent="0" algn="l" defTabSz="9779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Century Schoolbook" panose="02040604050505020304"/>
            </a:rPr>
            <a:t>Data Model Design Document</a:t>
          </a:r>
        </a:p>
      </dsp:txBody>
      <dsp:txXfrm>
        <a:off x="970006" y="3151027"/>
        <a:ext cx="6996395" cy="8398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3B5610-D17C-422D-B4E2-42C7C791A892}">
      <dsp:nvSpPr>
        <dsp:cNvPr id="0" name=""/>
        <dsp:cNvSpPr/>
      </dsp:nvSpPr>
      <dsp:spPr>
        <a:xfrm>
          <a:off x="2485700" y="14638"/>
          <a:ext cx="2024437" cy="2024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0D8617-609B-461F-8837-A560D1112660}">
      <dsp:nvSpPr>
        <dsp:cNvPr id="0" name=""/>
        <dsp:cNvSpPr/>
      </dsp:nvSpPr>
      <dsp:spPr>
        <a:xfrm>
          <a:off x="2917138" y="446075"/>
          <a:ext cx="1161562" cy="1161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D616EC-352D-42FD-8047-4BFD2FF83CE3}">
      <dsp:nvSpPr>
        <dsp:cNvPr id="0" name=""/>
        <dsp:cNvSpPr/>
      </dsp:nvSpPr>
      <dsp:spPr>
        <a:xfrm>
          <a:off x="1838544" y="2669638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>
              <a:latin typeface="Century Gothic" panose="020B0502020202020204"/>
            </a:rPr>
            <a:t>Use transition matrix to complete prediction model</a:t>
          </a:r>
          <a:endParaRPr lang="en-US" sz="2000" kern="1200"/>
        </a:p>
      </dsp:txBody>
      <dsp:txXfrm>
        <a:off x="1838544" y="2669638"/>
        <a:ext cx="3318750" cy="720000"/>
      </dsp:txXfrm>
    </dsp:sp>
    <dsp:sp modelId="{B9E3CEEB-09CD-4570-8187-5E58C56A393A}">
      <dsp:nvSpPr>
        <dsp:cNvPr id="0" name=""/>
        <dsp:cNvSpPr/>
      </dsp:nvSpPr>
      <dsp:spPr>
        <a:xfrm>
          <a:off x="6385231" y="14638"/>
          <a:ext cx="2024437" cy="2024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C92A78-35D4-4F12-B718-1598FFA56A0C}">
      <dsp:nvSpPr>
        <dsp:cNvPr id="0" name=""/>
        <dsp:cNvSpPr/>
      </dsp:nvSpPr>
      <dsp:spPr>
        <a:xfrm>
          <a:off x="6816669" y="446075"/>
          <a:ext cx="1161562" cy="1161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42F2B8-419D-4DAC-A71C-4BAB13B4225A}">
      <dsp:nvSpPr>
        <dsp:cNvPr id="0" name=""/>
        <dsp:cNvSpPr/>
      </dsp:nvSpPr>
      <dsp:spPr>
        <a:xfrm>
          <a:off x="5738075" y="2669638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>
              <a:latin typeface="Century Gothic" panose="020B0502020202020204"/>
            </a:rPr>
            <a:t>Complete data model design document</a:t>
          </a:r>
          <a:endParaRPr lang="en-US" sz="2000" kern="1200"/>
        </a:p>
      </dsp:txBody>
      <dsp:txXfrm>
        <a:off x="5738075" y="2669638"/>
        <a:ext cx="33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99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610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8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5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71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2/28/2025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64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2/28/2025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2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2/28/2025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894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61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75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483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933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961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4356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21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785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18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851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10087643" cy="404164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400" err="1">
                <a:solidFill>
                  <a:srgbClr val="FFFFFF"/>
                </a:solidFill>
                <a:latin typeface="Century Schoolbook"/>
              </a:rPr>
              <a:t>Intuilize</a:t>
            </a:r>
            <a:r>
              <a:rPr lang="en-US" sz="4400">
                <a:solidFill>
                  <a:srgbClr val="FFFFFF"/>
                </a:solidFill>
                <a:latin typeface="Century Schoolbook"/>
              </a:rPr>
              <a:t> – Cluster Commanders</a:t>
            </a:r>
            <a:br>
              <a:rPr lang="en-US" sz="4400">
                <a:latin typeface="Century Schoolbook"/>
              </a:rPr>
            </a:br>
            <a:r>
              <a:rPr lang="en-US" sz="4400">
                <a:solidFill>
                  <a:srgbClr val="FFFFFF"/>
                </a:solidFill>
                <a:latin typeface="Century Schoolbook"/>
              </a:rPr>
              <a:t>Customer Segmentation &amp; Prediction </a:t>
            </a:r>
            <a:br>
              <a:rPr lang="en-US" sz="4400">
                <a:latin typeface="Century Schoolbook"/>
              </a:rPr>
            </a:br>
            <a:r>
              <a:rPr lang="en-US" sz="4400">
                <a:solidFill>
                  <a:srgbClr val="FFFFFF"/>
                </a:solidFill>
                <a:latin typeface="Century Schoolbook"/>
              </a:rPr>
              <a:t>Weekly Meeting 2/28/2025</a:t>
            </a:r>
            <a:endParaRPr lang="en-US" sz="4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BFBFBF"/>
                </a:solidFill>
                <a:latin typeface="Century Schoolbook"/>
              </a:rPr>
              <a:t>Andy, Graham, Keertana, &amp; Shashank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87E4204-E93C-417B-9ED0-F81552DE8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8E4A00-82CC-4AD0-B631-F820AEE40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463665DF-25B8-4EE2-8F85-921EF38BE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BB7F4E-CEB3-1DC9-D910-560961EB3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Agenda</a:t>
            </a: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B3378DC2-950E-4B63-B833-32DE4719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14E344-C0EF-6EF9-DF71-7586FD44B7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926888"/>
              </p:ext>
            </p:extLst>
          </p:nvPr>
        </p:nvGraphicFramePr>
        <p:xfrm>
          <a:off x="648931" y="2548281"/>
          <a:ext cx="7966402" cy="39925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63798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E7BEE-0CC5-93A6-E221-8066FAB3E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Markov Chain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E9554B-8A7F-5658-1146-1B2D8E79C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190750"/>
            <a:ext cx="1158240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249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AABD8-7260-4DFE-68DB-0632582C6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Features Selected &amp; Removed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BBC347-6A01-2036-1706-BF4065DE7D9F}"/>
              </a:ext>
            </a:extLst>
          </p:cNvPr>
          <p:cNvSpPr txBox="1"/>
          <p:nvPr/>
        </p:nvSpPr>
        <p:spPr>
          <a:xfrm>
            <a:off x="1315683" y="1973524"/>
            <a:ext cx="7378791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B050"/>
                </a:solidFill>
              </a:rPr>
              <a:t>Total Revenue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B050"/>
                </a:solidFill>
              </a:rPr>
              <a:t>Total Profit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B050"/>
                </a:solidFill>
              </a:rPr>
              <a:t>Total Unit Price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FF0000"/>
                </a:solidFill>
              </a:rPr>
              <a:t>Total Sales Quantity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B050"/>
                </a:solidFill>
              </a:rPr>
              <a:t>Order Count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B050"/>
                </a:solidFill>
              </a:rPr>
              <a:t>Number of Distinct Products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FF0000"/>
                </a:solidFill>
              </a:rPr>
              <a:t>Number of Distinct Product Groups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B050"/>
                </a:solidFill>
              </a:rPr>
              <a:t>Branch Count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FF0000"/>
                </a:solidFill>
              </a:rPr>
              <a:t>Customer Lifetime in Days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B050"/>
                </a:solidFill>
              </a:rPr>
              <a:t>High Profit Order Ratio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00B050"/>
                </a:solidFill>
              </a:rPr>
              <a:t>Popular Order Ratio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FF0000"/>
                </a:solidFill>
              </a:rPr>
              <a:t>Repeat Purchase Ratio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320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0C5DD-05A8-2437-33E3-AED0D9720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Removing Features</a:t>
            </a:r>
          </a:p>
        </p:txBody>
      </p:sp>
      <p:pic>
        <p:nvPicPr>
          <p:cNvPr id="4" name="Content Placeholder 3" descr="A graph with blue dots and numbers&#10;&#10;AI-generated content may be incorrect.">
            <a:extLst>
              <a:ext uri="{FF2B5EF4-FFF2-40B4-BE49-F238E27FC236}">
                <a16:creationId xmlns:a16="http://schemas.microsoft.com/office/drawing/2014/main" id="{4DF34ACB-364E-F7A2-3102-E8646AA9BB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0147" y="2530287"/>
            <a:ext cx="5486400" cy="4114800"/>
          </a:xfrm>
        </p:spPr>
      </p:pic>
      <p:pic>
        <p:nvPicPr>
          <p:cNvPr id="6" name="Picture 5" descr="A graph with a line and a number of clusters&#10;&#10;AI-generated content may be incorrect.">
            <a:extLst>
              <a:ext uri="{FF2B5EF4-FFF2-40B4-BE49-F238E27FC236}">
                <a16:creationId xmlns:a16="http://schemas.microsoft.com/office/drawing/2014/main" id="{CDBFF1CC-BAAD-4ABC-F244-842708F37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280" y="2534330"/>
            <a:ext cx="5485039" cy="411888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0A20924-784F-1448-9D0D-0EA3DDC0ADA4}"/>
              </a:ext>
            </a:extLst>
          </p:cNvPr>
          <p:cNvSpPr txBox="1">
            <a:spLocks/>
          </p:cNvSpPr>
          <p:nvPr/>
        </p:nvSpPr>
        <p:spPr>
          <a:xfrm>
            <a:off x="1869430" y="1840793"/>
            <a:ext cx="3267533" cy="5355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/>
              <a:t>All Features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110D6CC-5486-E90F-79C8-E5628EF62ABB}"/>
              </a:ext>
            </a:extLst>
          </p:cNvPr>
          <p:cNvSpPr txBox="1">
            <a:spLocks/>
          </p:cNvSpPr>
          <p:nvPr/>
        </p:nvSpPr>
        <p:spPr>
          <a:xfrm>
            <a:off x="7193133" y="1851090"/>
            <a:ext cx="3267533" cy="5355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/>
              <a:t>Removed Features</a:t>
            </a:r>
          </a:p>
        </p:txBody>
      </p:sp>
    </p:spTree>
    <p:extLst>
      <p:ext uri="{BB962C8B-B14F-4D97-AF65-F5344CB8AC3E}">
        <p14:creationId xmlns:p14="http://schemas.microsoft.com/office/powerpoint/2010/main" val="3273053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47105-7D2A-E830-EE7F-E416842FD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785723" cy="1400530"/>
          </a:xfrm>
        </p:spPr>
        <p:txBody>
          <a:bodyPr/>
          <a:lstStyle/>
          <a:p>
            <a:r>
              <a:rPr lang="en-US"/>
              <a:t>Silhouette scores for cluster numbers</a:t>
            </a:r>
          </a:p>
        </p:txBody>
      </p:sp>
      <p:pic>
        <p:nvPicPr>
          <p:cNvPr id="4" name="Picture 3" descr="A graph with a line and a number of clusters&#10;&#10;AI-generated content may be incorrect.">
            <a:extLst>
              <a:ext uri="{FF2B5EF4-FFF2-40B4-BE49-F238E27FC236}">
                <a16:creationId xmlns:a16="http://schemas.microsoft.com/office/drawing/2014/main" id="{C94739E7-ABB8-213B-651F-CA410C30A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7" y="2360159"/>
            <a:ext cx="5485039" cy="4118882"/>
          </a:xfrm>
          <a:prstGeom prst="rect">
            <a:avLst/>
          </a:prstGeom>
        </p:spPr>
      </p:pic>
      <p:pic>
        <p:nvPicPr>
          <p:cNvPr id="5" name="Picture 4" descr="A graph with blue dots&#10;&#10;AI-generated content may be incorrect.">
            <a:extLst>
              <a:ext uri="{FF2B5EF4-FFF2-40B4-BE49-F238E27FC236}">
                <a16:creationId xmlns:a16="http://schemas.microsoft.com/office/drawing/2014/main" id="{BAB3F4F4-2AD0-6F01-26E7-4086FD9B8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62200"/>
            <a:ext cx="5486400" cy="41148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87004A1-EE7B-234F-1EE6-93037565BE2B}"/>
              </a:ext>
            </a:extLst>
          </p:cNvPr>
          <p:cNvSpPr txBox="1">
            <a:spLocks/>
          </p:cNvSpPr>
          <p:nvPr/>
        </p:nvSpPr>
        <p:spPr>
          <a:xfrm>
            <a:off x="1509025" y="1531875"/>
            <a:ext cx="2145129" cy="5664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/>
              <a:t>Unweighted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65B3B5E-5AE2-B14D-9D4B-983E86C0F11C}"/>
              </a:ext>
            </a:extLst>
          </p:cNvPr>
          <p:cNvSpPr txBox="1">
            <a:spLocks/>
          </p:cNvSpPr>
          <p:nvPr/>
        </p:nvSpPr>
        <p:spPr>
          <a:xfrm>
            <a:off x="8315537" y="1542173"/>
            <a:ext cx="1733238" cy="5664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/>
              <a:t>Weighted</a:t>
            </a:r>
          </a:p>
        </p:txBody>
      </p:sp>
    </p:spTree>
    <p:extLst>
      <p:ext uri="{BB962C8B-B14F-4D97-AF65-F5344CB8AC3E}">
        <p14:creationId xmlns:p14="http://schemas.microsoft.com/office/powerpoint/2010/main" val="4168929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6FC04-BAAA-F161-D2CC-CF6F439C9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Clustering</a:t>
            </a:r>
          </a:p>
        </p:txBody>
      </p:sp>
      <p:pic>
        <p:nvPicPr>
          <p:cNvPr id="4" name="Content Placeholder 3" descr="A graph with many colored dots&#10;&#10;AI-generated content may be incorrect.">
            <a:extLst>
              <a:ext uri="{FF2B5EF4-FFF2-40B4-BE49-F238E27FC236}">
                <a16:creationId xmlns:a16="http://schemas.microsoft.com/office/drawing/2014/main" id="{448E08A2-9CC6-254A-374C-EB9E6914CC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8943" y="2398829"/>
            <a:ext cx="5647958" cy="4108395"/>
          </a:xfrm>
        </p:spPr>
      </p:pic>
      <p:pic>
        <p:nvPicPr>
          <p:cNvPr id="5" name="Picture 4" descr="A graph with many colored dots&#10;&#10;AI-generated content may be incorrect.">
            <a:extLst>
              <a:ext uri="{FF2B5EF4-FFF2-40B4-BE49-F238E27FC236}">
                <a16:creationId xmlns:a16="http://schemas.microsoft.com/office/drawing/2014/main" id="{6A5363CA-460A-FF24-F57B-F2E5720B6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864" y="2393497"/>
            <a:ext cx="5644243" cy="411752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077AC48-BA9A-E26D-5B16-7578A2A2EB0B}"/>
              </a:ext>
            </a:extLst>
          </p:cNvPr>
          <p:cNvSpPr txBox="1">
            <a:spLocks/>
          </p:cNvSpPr>
          <p:nvPr/>
        </p:nvSpPr>
        <p:spPr>
          <a:xfrm>
            <a:off x="1509025" y="1531875"/>
            <a:ext cx="2145129" cy="5664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/>
              <a:t>Unweighted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0DCF66-5BF6-0F5B-D13C-AEC37C82769C}"/>
              </a:ext>
            </a:extLst>
          </p:cNvPr>
          <p:cNvSpPr txBox="1">
            <a:spLocks/>
          </p:cNvSpPr>
          <p:nvPr/>
        </p:nvSpPr>
        <p:spPr>
          <a:xfrm>
            <a:off x="8315537" y="1542173"/>
            <a:ext cx="1733238" cy="5664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/>
              <a:t>Weighted</a:t>
            </a:r>
          </a:p>
        </p:txBody>
      </p:sp>
    </p:spTree>
    <p:extLst>
      <p:ext uri="{BB962C8B-B14F-4D97-AF65-F5344CB8AC3E}">
        <p14:creationId xmlns:p14="http://schemas.microsoft.com/office/powerpoint/2010/main" val="401840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BD573-F593-A8C2-8259-B2082DAD6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08AF8-5DFC-680F-363D-9939D6AB4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Model Design Document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A3A65-7E07-E196-7479-E250D272D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8994" y="2272413"/>
            <a:ext cx="9616177" cy="27234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/>
              <a:t>Data model design document is almost complete.</a:t>
            </a:r>
          </a:p>
          <a:p>
            <a:pPr marL="0" indent="0">
              <a:buClr>
                <a:srgbClr val="8AD0D6"/>
              </a:buClr>
              <a:buNone/>
            </a:pPr>
            <a:endParaRPr lang="en-US" sz="2800"/>
          </a:p>
          <a:p>
            <a:pPr>
              <a:buClr>
                <a:srgbClr val="8AD0D6"/>
              </a:buClr>
            </a:pPr>
            <a:r>
              <a:rPr lang="en-US" sz="2800"/>
              <a:t>Should segmentation model be discussed or just data analysis?</a:t>
            </a:r>
          </a:p>
        </p:txBody>
      </p:sp>
    </p:spTree>
    <p:extLst>
      <p:ext uri="{BB962C8B-B14F-4D97-AF65-F5344CB8AC3E}">
        <p14:creationId xmlns:p14="http://schemas.microsoft.com/office/powerpoint/2010/main" val="893194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2D1CA8-4AF4-EE92-811B-E41F68602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Next Steps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5C2A7D-A2CA-3FC7-C810-CE0225A50F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0014619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8313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CA33D-9372-9927-F8E7-2A49143B3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958" y="2593703"/>
            <a:ext cx="4931955" cy="1340076"/>
          </a:xfrm>
        </p:spPr>
        <p:txBody>
          <a:bodyPr/>
          <a:lstStyle/>
          <a:p>
            <a:r>
              <a:rPr lang="en-US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6393855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Ion</vt:lpstr>
      <vt:lpstr>Intuilize – Cluster Commanders Customer Segmentation &amp; Prediction  Weekly Meeting 2/28/2025</vt:lpstr>
      <vt:lpstr>Agenda</vt:lpstr>
      <vt:lpstr>Markov Chain </vt:lpstr>
      <vt:lpstr>Features Selected &amp; Removed</vt:lpstr>
      <vt:lpstr>Removing Features</vt:lpstr>
      <vt:lpstr>Silhouette scores for cluster numbers</vt:lpstr>
      <vt:lpstr>Clustering</vt:lpstr>
      <vt:lpstr>Data Model Design Document</vt:lpstr>
      <vt:lpstr>Next Steps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2025-01-29T16:03:38Z</dcterms:created>
  <dcterms:modified xsi:type="dcterms:W3CDTF">2025-02-28T17:31:07Z</dcterms:modified>
</cp:coreProperties>
</file>