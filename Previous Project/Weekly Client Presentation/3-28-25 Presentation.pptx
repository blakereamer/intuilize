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10"/>
  </p:notesMasterIdLst>
  <p:sldIdLst>
    <p:sldId id="256" r:id="rId2"/>
    <p:sldId id="257" r:id="rId3"/>
    <p:sldId id="273" r:id="rId4"/>
    <p:sldId id="277" r:id="rId5"/>
    <p:sldId id="274" r:id="rId6"/>
    <p:sldId id="269" r:id="rId7"/>
    <p:sldId id="260" r:id="rId8"/>
    <p:sldId id="27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5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B066B7-D41F-B2DA-D373-F09D4300E200}" v="1" dt="2025-04-01T19:28:28.7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nivasa Reddy, Shashank reddy" userId="S::qn1833ep@go.minnstate.edu::5f8d5532-cbd8-40c0-aa18-97830f20e260" providerId="AD" clId="Web-{DDD9CB3A-D437-50AB-39BD-7C98B75F5347}"/>
    <pc:docChg chg="addSld modSld">
      <pc:chgData name="Srinivasa Reddy, Shashank reddy" userId="S::qn1833ep@go.minnstate.edu::5f8d5532-cbd8-40c0-aa18-97830f20e260" providerId="AD" clId="Web-{DDD9CB3A-D437-50AB-39BD-7C98B75F5347}" dt="2025-02-21T17:16:18.082" v="404" actId="20577"/>
      <pc:docMkLst>
        <pc:docMk/>
      </pc:docMkLst>
      <pc:sldChg chg="addSp delSp modSp">
        <pc:chgData name="Srinivasa Reddy, Shashank reddy" userId="S::qn1833ep@go.minnstate.edu::5f8d5532-cbd8-40c0-aa18-97830f20e260" providerId="AD" clId="Web-{DDD9CB3A-D437-50AB-39BD-7C98B75F5347}" dt="2025-02-21T17:16:18.082" v="404" actId="20577"/>
        <pc:sldMkLst>
          <pc:docMk/>
          <pc:sldMk cId="1987320157" sldId="267"/>
        </pc:sldMkLst>
        <pc:spChg chg="add mod">
          <ac:chgData name="Srinivasa Reddy, Shashank reddy" userId="S::qn1833ep@go.minnstate.edu::5f8d5532-cbd8-40c0-aa18-97830f20e260" providerId="AD" clId="Web-{DDD9CB3A-D437-50AB-39BD-7C98B75F5347}" dt="2025-02-21T17:16:18.082" v="404" actId="20577"/>
          <ac:spMkLst>
            <pc:docMk/>
            <pc:sldMk cId="1987320157" sldId="267"/>
            <ac:spMk id="4" creationId="{10BBC347-6A01-2036-1706-BF4065DE7D9F}"/>
          </ac:spMkLst>
        </pc:spChg>
      </pc:sldChg>
      <pc:sldChg chg="addSp delSp modSp">
        <pc:chgData name="Srinivasa Reddy, Shashank reddy" userId="S::qn1833ep@go.minnstate.edu::5f8d5532-cbd8-40c0-aa18-97830f20e260" providerId="AD" clId="Web-{DDD9CB3A-D437-50AB-39BD-7C98B75F5347}" dt="2025-02-21T17:01:37.968" v="4" actId="1076"/>
        <pc:sldMkLst>
          <pc:docMk/>
          <pc:sldMk cId="3515090267" sldId="270"/>
        </pc:sldMkLst>
        <pc:picChg chg="add mod">
          <ac:chgData name="Srinivasa Reddy, Shashank reddy" userId="S::qn1833ep@go.minnstate.edu::5f8d5532-cbd8-40c0-aa18-97830f20e260" providerId="AD" clId="Web-{DDD9CB3A-D437-50AB-39BD-7C98B75F5347}" dt="2025-02-21T17:01:37.968" v="4" actId="1076"/>
          <ac:picMkLst>
            <pc:docMk/>
            <pc:sldMk cId="3515090267" sldId="270"/>
            <ac:picMk id="4" creationId="{45642381-F90B-86C1-D45A-D89FB5E60EDA}"/>
          </ac:picMkLst>
        </pc:picChg>
      </pc:sldChg>
      <pc:sldChg chg="addSp delSp modSp new">
        <pc:chgData name="Srinivasa Reddy, Shashank reddy" userId="S::qn1833ep@go.minnstate.edu::5f8d5532-cbd8-40c0-aa18-97830f20e260" providerId="AD" clId="Web-{DDD9CB3A-D437-50AB-39BD-7C98B75F5347}" dt="2025-02-21T17:13:04.980" v="312" actId="20577"/>
        <pc:sldMkLst>
          <pc:docMk/>
          <pc:sldMk cId="1656249528" sldId="273"/>
        </pc:sldMkLst>
        <pc:spChg chg="mod">
          <ac:chgData name="Srinivasa Reddy, Shashank reddy" userId="S::qn1833ep@go.minnstate.edu::5f8d5532-cbd8-40c0-aa18-97830f20e260" providerId="AD" clId="Web-{DDD9CB3A-D437-50AB-39BD-7C98B75F5347}" dt="2025-02-21T17:02:28.939" v="16" actId="20577"/>
          <ac:spMkLst>
            <pc:docMk/>
            <pc:sldMk cId="1656249528" sldId="273"/>
            <ac:spMk id="2" creationId="{7ADE7BEE-0CC5-93A6-E221-8066FAB3E767}"/>
          </ac:spMkLst>
        </pc:spChg>
        <pc:spChg chg="mod">
          <ac:chgData name="Srinivasa Reddy, Shashank reddy" userId="S::qn1833ep@go.minnstate.edu::5f8d5532-cbd8-40c0-aa18-97830f20e260" providerId="AD" clId="Web-{DDD9CB3A-D437-50AB-39BD-7C98B75F5347}" dt="2025-02-21T17:09:45.878" v="243" actId="1076"/>
          <ac:spMkLst>
            <pc:docMk/>
            <pc:sldMk cId="1656249528" sldId="273"/>
            <ac:spMk id="3" creationId="{46A343F2-B698-48D2-FC3A-44822BF5DE6B}"/>
          </ac:spMkLst>
        </pc:spChg>
      </pc:sldChg>
    </pc:docChg>
  </pc:docChgLst>
  <pc:docChgLst>
    <pc:chgData name="Wilkins, Graham C" userId="S::bh5884is@go.minnstate.edu::d858373d-d4a5-4d5a-af0d-fcf67a33b3d5" providerId="AD" clId="Web-{E6B4D284-1BFD-BF64-F5B9-4BF631D16266}"/>
    <pc:docChg chg="modSld">
      <pc:chgData name="Wilkins, Graham C" userId="S::bh5884is@go.minnstate.edu::d858373d-d4a5-4d5a-af0d-fcf67a33b3d5" providerId="AD" clId="Web-{E6B4D284-1BFD-BF64-F5B9-4BF631D16266}" dt="2025-03-21T15:15:46.399" v="5" actId="1076"/>
      <pc:docMkLst>
        <pc:docMk/>
      </pc:docMkLst>
      <pc:sldChg chg="addSp modSp">
        <pc:chgData name="Wilkins, Graham C" userId="S::bh5884is@go.minnstate.edu::d858373d-d4a5-4d5a-af0d-fcf67a33b3d5" providerId="AD" clId="Web-{E6B4D284-1BFD-BF64-F5B9-4BF631D16266}" dt="2025-03-21T15:15:46.399" v="5" actId="1076"/>
        <pc:sldMkLst>
          <pc:docMk/>
          <pc:sldMk cId="1993179087" sldId="276"/>
        </pc:sldMkLst>
        <pc:picChg chg="add mod">
          <ac:chgData name="Wilkins, Graham C" userId="S::bh5884is@go.minnstate.edu::d858373d-d4a5-4d5a-af0d-fcf67a33b3d5" providerId="AD" clId="Web-{E6B4D284-1BFD-BF64-F5B9-4BF631D16266}" dt="2025-03-21T15:15:46.399" v="5" actId="1076"/>
          <ac:picMkLst>
            <pc:docMk/>
            <pc:sldMk cId="1993179087" sldId="276"/>
            <ac:picMk id="4" creationId="{B28D2C8D-0C83-CC71-F8F0-AB553355C13B}"/>
          </ac:picMkLst>
        </pc:picChg>
      </pc:sldChg>
    </pc:docChg>
  </pc:docChgLst>
  <pc:docChgLst>
    <pc:chgData name="Wilkins, Graham C" userId="S::bh5884is@go.minnstate.edu::d858373d-d4a5-4d5a-af0d-fcf67a33b3d5" providerId="AD" clId="Web-{31106DFC-D532-26BB-50FA-8A9ECCEE5849}"/>
    <pc:docChg chg="addSld delSld modSld">
      <pc:chgData name="Wilkins, Graham C" userId="S::bh5884is@go.minnstate.edu::d858373d-d4a5-4d5a-af0d-fcf67a33b3d5" providerId="AD" clId="Web-{31106DFC-D532-26BB-50FA-8A9ECCEE5849}" dt="2025-02-21T17:28:19.901" v="102" actId="20577"/>
      <pc:docMkLst>
        <pc:docMk/>
      </pc:docMkLst>
      <pc:sldChg chg="modSp">
        <pc:chgData name="Wilkins, Graham C" userId="S::bh5884is@go.minnstate.edu::d858373d-d4a5-4d5a-af0d-fcf67a33b3d5" providerId="AD" clId="Web-{31106DFC-D532-26BB-50FA-8A9ECCEE5849}" dt="2025-02-21T17:28:19.901" v="102" actId="20577"/>
        <pc:sldMkLst>
          <pc:docMk/>
          <pc:sldMk cId="38658698" sldId="258"/>
        </pc:sldMkLst>
        <pc:graphicFrameChg chg="modGraphic">
          <ac:chgData name="Wilkins, Graham C" userId="S::bh5884is@go.minnstate.edu::d858373d-d4a5-4d5a-af0d-fcf67a33b3d5" providerId="AD" clId="Web-{31106DFC-D532-26BB-50FA-8A9ECCEE5849}" dt="2025-02-21T17:28:19.901" v="102" actId="20577"/>
          <ac:graphicFrameMkLst>
            <pc:docMk/>
            <pc:sldMk cId="38658698" sldId="258"/>
            <ac:graphicFrameMk id="26" creationId="{71D73092-2A0E-E41D-454C-1CF0818F9866}"/>
          </ac:graphicFrameMkLst>
        </pc:graphicFrameChg>
      </pc:sldChg>
      <pc:sldChg chg="addSp delSp modSp add replId">
        <pc:chgData name="Wilkins, Graham C" userId="S::bh5884is@go.minnstate.edu::d858373d-d4a5-4d5a-af0d-fcf67a33b3d5" providerId="AD" clId="Web-{31106DFC-D532-26BB-50FA-8A9ECCEE5849}" dt="2025-02-21T17:02:19.754" v="13" actId="20577"/>
        <pc:sldMkLst>
          <pc:docMk/>
          <pc:sldMk cId="3503842829" sldId="272"/>
        </pc:sldMkLst>
        <pc:spChg chg="mod">
          <ac:chgData name="Wilkins, Graham C" userId="S::bh5884is@go.minnstate.edu::d858373d-d4a5-4d5a-af0d-fcf67a33b3d5" providerId="AD" clId="Web-{31106DFC-D532-26BB-50FA-8A9ECCEE5849}" dt="2025-02-21T17:02:19.754" v="13" actId="20577"/>
          <ac:spMkLst>
            <pc:docMk/>
            <pc:sldMk cId="3503842829" sldId="272"/>
            <ac:spMk id="2" creationId="{7EFF37DF-3C0E-0C94-5117-32E3B5470806}"/>
          </ac:spMkLst>
        </pc:spChg>
        <pc:picChg chg="add mod">
          <ac:chgData name="Wilkins, Graham C" userId="S::bh5884is@go.minnstate.edu::d858373d-d4a5-4d5a-af0d-fcf67a33b3d5" providerId="AD" clId="Web-{31106DFC-D532-26BB-50FA-8A9ECCEE5849}" dt="2025-02-21T16:46:37.423" v="7" actId="1076"/>
          <ac:picMkLst>
            <pc:docMk/>
            <pc:sldMk cId="3503842829" sldId="272"/>
            <ac:picMk id="4" creationId="{65AAB778-E52C-C44C-F751-5FC55CDB838D}"/>
          </ac:picMkLst>
        </pc:picChg>
      </pc:sldChg>
      <pc:sldChg chg="add del replId">
        <pc:chgData name="Wilkins, Graham C" userId="S::bh5884is@go.minnstate.edu::d858373d-d4a5-4d5a-af0d-fcf67a33b3d5" providerId="AD" clId="Web-{31106DFC-D532-26BB-50FA-8A9ECCEE5849}" dt="2025-02-21T16:46:28.157" v="3"/>
        <pc:sldMkLst>
          <pc:docMk/>
          <pc:sldMk cId="1675201661" sldId="273"/>
        </pc:sldMkLst>
      </pc:sldChg>
    </pc:docChg>
  </pc:docChgLst>
  <pc:docChgLst>
    <pc:chgData name="Wilkins, Graham C" userId="S::bh5884is@go.minnstate.edu::d858373d-d4a5-4d5a-af0d-fcf67a33b3d5" providerId="AD" clId="Web-{CFBBBEFA-DC75-5629-235C-1B6AE2DC98FC}"/>
    <pc:docChg chg="delSld modSld sldOrd">
      <pc:chgData name="Wilkins, Graham C" userId="S::bh5884is@go.minnstate.edu::d858373d-d4a5-4d5a-af0d-fcf67a33b3d5" providerId="AD" clId="Web-{CFBBBEFA-DC75-5629-235C-1B6AE2DC98FC}" dt="2025-03-19T16:05:26.362" v="964"/>
      <pc:docMkLst>
        <pc:docMk/>
      </pc:docMkLst>
      <pc:sldChg chg="ord">
        <pc:chgData name="Wilkins, Graham C" userId="S::bh5884is@go.minnstate.edu::d858373d-d4a5-4d5a-af0d-fcf67a33b3d5" providerId="AD" clId="Web-{CFBBBEFA-DC75-5629-235C-1B6AE2DC98FC}" dt="2025-03-19T16:05:26.362" v="964"/>
        <pc:sldMkLst>
          <pc:docMk/>
          <pc:sldMk cId="886379872" sldId="257"/>
        </pc:sldMkLst>
      </pc:sldChg>
      <pc:sldChg chg="del">
        <pc:chgData name="Wilkins, Graham C" userId="S::bh5884is@go.minnstate.edu::d858373d-d4a5-4d5a-af0d-fcf67a33b3d5" providerId="AD" clId="Web-{CFBBBEFA-DC75-5629-235C-1B6AE2DC98FC}" dt="2025-03-19T15:34:18.233" v="2"/>
        <pc:sldMkLst>
          <pc:docMk/>
          <pc:sldMk cId="1987320157" sldId="267"/>
        </pc:sldMkLst>
      </pc:sldChg>
      <pc:sldChg chg="addSp delSp modSp">
        <pc:chgData name="Wilkins, Graham C" userId="S::bh5884is@go.minnstate.edu::d858373d-d4a5-4d5a-af0d-fcf67a33b3d5" providerId="AD" clId="Web-{CFBBBEFA-DC75-5629-235C-1B6AE2DC98FC}" dt="2025-03-19T16:03:27.737" v="962"/>
        <pc:sldMkLst>
          <pc:docMk/>
          <pc:sldMk cId="401840768" sldId="275"/>
        </pc:sldMkLst>
        <pc:spChg chg="mod">
          <ac:chgData name="Wilkins, Graham C" userId="S::bh5884is@go.minnstate.edu::d858373d-d4a5-4d5a-af0d-fcf67a33b3d5" providerId="AD" clId="Web-{CFBBBEFA-DC75-5629-235C-1B6AE2DC98FC}" dt="2025-03-19T15:59:29.050" v="647" actId="20577"/>
          <ac:spMkLst>
            <pc:docMk/>
            <pc:sldMk cId="401840768" sldId="275"/>
            <ac:spMk id="2" creationId="{3EB6FC04-BAAA-F161-D2CC-CF6F439C9A15}"/>
          </ac:spMkLst>
        </pc:spChg>
        <pc:spChg chg="add del mod">
          <ac:chgData name="Wilkins, Graham C" userId="S::bh5884is@go.minnstate.edu::d858373d-d4a5-4d5a-af0d-fcf67a33b3d5" providerId="AD" clId="Web-{CFBBBEFA-DC75-5629-235C-1B6AE2DC98FC}" dt="2025-03-19T15:51:33.693" v="6"/>
          <ac:spMkLst>
            <pc:docMk/>
            <pc:sldMk cId="401840768" sldId="275"/>
            <ac:spMk id="6" creationId="{A8C0FF89-2B71-8575-07E1-79D79782C66C}"/>
          </ac:spMkLst>
        </pc:spChg>
        <pc:spChg chg="del">
          <ac:chgData name="Wilkins, Graham C" userId="S::bh5884is@go.minnstate.edu::d858373d-d4a5-4d5a-af0d-fcf67a33b3d5" providerId="AD" clId="Web-{CFBBBEFA-DC75-5629-235C-1B6AE2DC98FC}" dt="2025-03-19T15:51:37.615" v="8"/>
          <ac:spMkLst>
            <pc:docMk/>
            <pc:sldMk cId="401840768" sldId="275"/>
            <ac:spMk id="7" creationId="{6077AC48-BA9A-E26D-5B16-7578A2A2EB0B}"/>
          </ac:spMkLst>
        </pc:spChg>
        <pc:spChg chg="del">
          <ac:chgData name="Wilkins, Graham C" userId="S::bh5884is@go.minnstate.edu::d858373d-d4a5-4d5a-af0d-fcf67a33b3d5" providerId="AD" clId="Web-{CFBBBEFA-DC75-5629-235C-1B6AE2DC98FC}" dt="2025-03-19T15:51:41.411" v="9"/>
          <ac:spMkLst>
            <pc:docMk/>
            <pc:sldMk cId="401840768" sldId="275"/>
            <ac:spMk id="8" creationId="{A90DCF66-5BF6-0F5B-D13C-AEC37C82769C}"/>
          </ac:spMkLst>
        </pc:spChg>
        <pc:graphicFrameChg chg="add del mod modGraphic">
          <ac:chgData name="Wilkins, Graham C" userId="S::bh5884is@go.minnstate.edu::d858373d-d4a5-4d5a-af0d-fcf67a33b3d5" providerId="AD" clId="Web-{CFBBBEFA-DC75-5629-235C-1B6AE2DC98FC}" dt="2025-03-19T15:55:30.692" v="226"/>
          <ac:graphicFrameMkLst>
            <pc:docMk/>
            <pc:sldMk cId="401840768" sldId="275"/>
            <ac:graphicFrameMk id="9" creationId="{971A1658-3583-9C6D-4676-C0D390A57D78}"/>
          </ac:graphicFrameMkLst>
        </pc:graphicFrameChg>
        <pc:graphicFrameChg chg="add mod modGraphic">
          <ac:chgData name="Wilkins, Graham C" userId="S::bh5884is@go.minnstate.edu::d858373d-d4a5-4d5a-af0d-fcf67a33b3d5" providerId="AD" clId="Web-{CFBBBEFA-DC75-5629-235C-1B6AE2DC98FC}" dt="2025-03-19T16:03:27.737" v="962"/>
          <ac:graphicFrameMkLst>
            <pc:docMk/>
            <pc:sldMk cId="401840768" sldId="275"/>
            <ac:graphicFrameMk id="10" creationId="{E2B6541C-7721-1340-B555-5E4B4D6B0B2E}"/>
          </ac:graphicFrameMkLst>
        </pc:graphicFrameChg>
        <pc:picChg chg="del mod">
          <ac:chgData name="Wilkins, Graham C" userId="S::bh5884is@go.minnstate.edu::d858373d-d4a5-4d5a-af0d-fcf67a33b3d5" providerId="AD" clId="Web-{CFBBBEFA-DC75-5629-235C-1B6AE2DC98FC}" dt="2025-03-19T15:51:30.630" v="5"/>
          <ac:picMkLst>
            <pc:docMk/>
            <pc:sldMk cId="401840768" sldId="275"/>
            <ac:picMk id="4" creationId="{448E08A2-9CC6-254A-374C-EB9E6914CC7E}"/>
          </ac:picMkLst>
        </pc:picChg>
        <pc:picChg chg="del">
          <ac:chgData name="Wilkins, Graham C" userId="S::bh5884is@go.minnstate.edu::d858373d-d4a5-4d5a-af0d-fcf67a33b3d5" providerId="AD" clId="Web-{CFBBBEFA-DC75-5629-235C-1B6AE2DC98FC}" dt="2025-03-19T15:51:35.396" v="7"/>
          <ac:picMkLst>
            <pc:docMk/>
            <pc:sldMk cId="401840768" sldId="275"/>
            <ac:picMk id="5" creationId="{6A5363CA-460A-FF24-F57B-F2E5720B633A}"/>
          </ac:picMkLst>
        </pc:picChg>
      </pc:sldChg>
      <pc:sldChg chg="del">
        <pc:chgData name="Wilkins, Graham C" userId="S::bh5884is@go.minnstate.edu::d858373d-d4a5-4d5a-af0d-fcf67a33b3d5" providerId="AD" clId="Web-{CFBBBEFA-DC75-5629-235C-1B6AE2DC98FC}" dt="2025-03-19T15:59:08.535" v="639"/>
        <pc:sldMkLst>
          <pc:docMk/>
          <pc:sldMk cId="4168929902" sldId="276"/>
        </pc:sldMkLst>
      </pc:sldChg>
      <pc:sldChg chg="del ord">
        <pc:chgData name="Wilkins, Graham C" userId="S::bh5884is@go.minnstate.edu::d858373d-d4a5-4d5a-af0d-fcf67a33b3d5" providerId="AD" clId="Web-{CFBBBEFA-DC75-5629-235C-1B6AE2DC98FC}" dt="2025-03-19T15:59:09.988" v="640"/>
        <pc:sldMkLst>
          <pc:docMk/>
          <pc:sldMk cId="3273053664" sldId="277"/>
        </pc:sldMkLst>
      </pc:sldChg>
    </pc:docChg>
  </pc:docChgLst>
  <pc:docChgLst>
    <pc:chgData name="Lakku, Sai Keertana R" userId="S::kb7924tj@go.minnstate.edu::aa713373-d62e-42be-a5fb-296135668942" providerId="AD" clId="Web-{21C7DA03-CA7E-CD3B-3EDF-5DD967C42C77}"/>
    <pc:docChg chg="addSld delSld modSld">
      <pc:chgData name="Lakku, Sai Keertana R" userId="S::kb7924tj@go.minnstate.edu::aa713373-d62e-42be-a5fb-296135668942" providerId="AD" clId="Web-{21C7DA03-CA7E-CD3B-3EDF-5DD967C42C77}" dt="2025-02-21T16:26:15.022" v="202"/>
      <pc:docMkLst>
        <pc:docMk/>
      </pc:docMkLst>
      <pc:sldChg chg="modSp">
        <pc:chgData name="Lakku, Sai Keertana R" userId="S::kb7924tj@go.minnstate.edu::aa713373-d62e-42be-a5fb-296135668942" providerId="AD" clId="Web-{21C7DA03-CA7E-CD3B-3EDF-5DD967C42C77}" dt="2025-02-21T16:13:23.852" v="32" actId="20577"/>
        <pc:sldMkLst>
          <pc:docMk/>
          <pc:sldMk cId="886379872" sldId="257"/>
        </pc:sldMkLst>
        <pc:graphicFrameChg chg="modGraphic">
          <ac:chgData name="Lakku, Sai Keertana R" userId="S::kb7924tj@go.minnstate.edu::aa713373-d62e-42be-a5fb-296135668942" providerId="AD" clId="Web-{21C7DA03-CA7E-CD3B-3EDF-5DD967C42C77}" dt="2025-02-21T16:13:23.852" v="32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addSp delSp modSp">
        <pc:chgData name="Lakku, Sai Keertana R" userId="S::kb7924tj@go.minnstate.edu::aa713373-d62e-42be-a5fb-296135668942" providerId="AD" clId="Web-{21C7DA03-CA7E-CD3B-3EDF-5DD967C42C77}" dt="2025-02-21T16:26:06.694" v="201" actId="20577"/>
        <pc:sldMkLst>
          <pc:docMk/>
          <pc:sldMk cId="38658698" sldId="258"/>
        </pc:sldMkLst>
        <pc:spChg chg="mod">
          <ac:chgData name="Lakku, Sai Keertana R" userId="S::kb7924tj@go.minnstate.edu::aa713373-d62e-42be-a5fb-296135668942" providerId="AD" clId="Web-{21C7DA03-CA7E-CD3B-3EDF-5DD967C42C77}" dt="2025-02-21T16:25:16.332" v="199" actId="20577"/>
          <ac:spMkLst>
            <pc:docMk/>
            <pc:sldMk cId="38658698" sldId="258"/>
            <ac:spMk id="2" creationId="{688AC3B9-2A52-B51A-D8EE-90A85703DD3C}"/>
          </ac:spMkLst>
        </pc:spChg>
      </pc:sldChg>
      <pc:sldChg chg="del">
        <pc:chgData name="Lakku, Sai Keertana R" userId="S::kb7924tj@go.minnstate.edu::aa713373-d62e-42be-a5fb-296135668942" providerId="AD" clId="Web-{21C7DA03-CA7E-CD3B-3EDF-5DD967C42C77}" dt="2025-02-21T16:14:08.635" v="39"/>
        <pc:sldMkLst>
          <pc:docMk/>
          <pc:sldMk cId="2651625976" sldId="261"/>
        </pc:sldMkLst>
      </pc:sldChg>
      <pc:sldChg chg="modSp new">
        <pc:chgData name="Lakku, Sai Keertana R" userId="S::kb7924tj@go.minnstate.edu::aa713373-d62e-42be-a5fb-296135668942" providerId="AD" clId="Web-{21C7DA03-CA7E-CD3B-3EDF-5DD967C42C77}" dt="2025-02-21T16:14:55.699" v="54" actId="20577"/>
        <pc:sldMkLst>
          <pc:docMk/>
          <pc:sldMk cId="1987320157" sldId="267"/>
        </pc:sldMkLst>
        <pc:spChg chg="mod">
          <ac:chgData name="Lakku, Sai Keertana R" userId="S::kb7924tj@go.minnstate.edu::aa713373-d62e-42be-a5fb-296135668942" providerId="AD" clId="Web-{21C7DA03-CA7E-CD3B-3EDF-5DD967C42C77}" dt="2025-02-21T16:14:55.699" v="54" actId="20577"/>
          <ac:spMkLst>
            <pc:docMk/>
            <pc:sldMk cId="1987320157" sldId="267"/>
            <ac:spMk id="2" creationId="{97BAABD8-7260-4DFE-68DB-0632582C632D}"/>
          </ac:spMkLst>
        </pc:spChg>
      </pc:sldChg>
      <pc:sldChg chg="del">
        <pc:chgData name="Lakku, Sai Keertana R" userId="S::kb7924tj@go.minnstate.edu::aa713373-d62e-42be-a5fb-296135668942" providerId="AD" clId="Web-{21C7DA03-CA7E-CD3B-3EDF-5DD967C42C77}" dt="2025-02-21T16:14:12.104" v="40"/>
        <pc:sldMkLst>
          <pc:docMk/>
          <pc:sldMk cId="3700447520" sldId="267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4:02.885" v="37"/>
        <pc:sldMkLst>
          <pc:docMk/>
          <pc:sldMk cId="809836373" sldId="268"/>
        </pc:sldMkLst>
      </pc:sldChg>
      <pc:sldChg chg="new">
        <pc:chgData name="Lakku, Sai Keertana R" userId="S::kb7924tj@go.minnstate.edu::aa713373-d62e-42be-a5fb-296135668942" providerId="AD" clId="Web-{21C7DA03-CA7E-CD3B-3EDF-5DD967C42C77}" dt="2025-02-21T16:26:15.022" v="202"/>
        <pc:sldMkLst>
          <pc:docMk/>
          <pc:sldMk cId="1105610437" sldId="268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4:04.885" v="38"/>
        <pc:sldMkLst>
          <pc:docMk/>
          <pc:sldMk cId="2215554830" sldId="269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4:00.838" v="36"/>
        <pc:sldMkLst>
          <pc:docMk/>
          <pc:sldMk cId="3842570437" sldId="270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4:00.087" v="34"/>
        <pc:sldMkLst>
          <pc:docMk/>
          <pc:sldMk cId="1108363778" sldId="271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3:57.416" v="33"/>
        <pc:sldMkLst>
          <pc:docMk/>
          <pc:sldMk cId="2224434557" sldId="272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4:00.134" v="35"/>
        <pc:sldMkLst>
          <pc:docMk/>
          <pc:sldMk cId="986477362" sldId="273"/>
        </pc:sldMkLst>
      </pc:sldChg>
    </pc:docChg>
  </pc:docChgLst>
  <pc:docChgLst>
    <pc:chgData clId="Web-{87C06292-1DAC-6B06-D1BF-913DCCB5227D}"/>
    <pc:docChg chg="modSld">
      <pc:chgData name="" userId="" providerId="" clId="Web-{87C06292-1DAC-6B06-D1BF-913DCCB5227D}" dt="2025-02-28T17:30:19.909" v="2" actId="20577"/>
      <pc:docMkLst>
        <pc:docMk/>
      </pc:docMkLst>
      <pc:sldChg chg="modSp">
        <pc:chgData name="" userId="" providerId="" clId="Web-{87C06292-1DAC-6B06-D1BF-913DCCB5227D}" dt="2025-02-28T17:30:19.909" v="2" actId="20577"/>
        <pc:sldMkLst>
          <pc:docMk/>
          <pc:sldMk cId="109857222" sldId="256"/>
        </pc:sldMkLst>
        <pc:spChg chg="mod">
          <ac:chgData name="" userId="" providerId="" clId="Web-{87C06292-1DAC-6B06-D1BF-913DCCB5227D}" dt="2025-02-28T17:30:19.909" v="2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Srinivasa Reddy, Shashank reddy" userId="S::qn1833ep@go.minnstate.edu::5f8d5532-cbd8-40c0-aa18-97830f20e260" providerId="AD" clId="Web-{EEB066B7-D41F-B2DA-D373-F09D4300E200}"/>
    <pc:docChg chg="modSld">
      <pc:chgData name="Srinivasa Reddy, Shashank reddy" userId="S::qn1833ep@go.minnstate.edu::5f8d5532-cbd8-40c0-aa18-97830f20e260" providerId="AD" clId="Web-{EEB066B7-D41F-B2DA-D373-F09D4300E200}" dt="2025-04-01T19:28:28.788" v="0" actId="1076"/>
      <pc:docMkLst>
        <pc:docMk/>
      </pc:docMkLst>
      <pc:sldChg chg="modSp">
        <pc:chgData name="Srinivasa Reddy, Shashank reddy" userId="S::qn1833ep@go.minnstate.edu::5f8d5532-cbd8-40c0-aa18-97830f20e260" providerId="AD" clId="Web-{EEB066B7-D41F-B2DA-D373-F09D4300E200}" dt="2025-04-01T19:28:28.788" v="0" actId="1076"/>
        <pc:sldMkLst>
          <pc:docMk/>
          <pc:sldMk cId="1656249528" sldId="273"/>
        </pc:sldMkLst>
        <pc:picChg chg="mod">
          <ac:chgData name="Srinivasa Reddy, Shashank reddy" userId="S::qn1833ep@go.minnstate.edu::5f8d5532-cbd8-40c0-aa18-97830f20e260" providerId="AD" clId="Web-{EEB066B7-D41F-B2DA-D373-F09D4300E200}" dt="2025-04-01T19:28:28.788" v="0" actId="1076"/>
          <ac:picMkLst>
            <pc:docMk/>
            <pc:sldMk cId="1656249528" sldId="273"/>
            <ac:picMk id="4" creationId="{9D97BADF-57F1-970E-0764-ACAA77644D31}"/>
          </ac:picMkLst>
        </pc:picChg>
      </pc:sldChg>
    </pc:docChg>
  </pc:docChgLst>
  <pc:docChgLst>
    <pc:chgData name="Lakku, Sai Keertana R" userId="S::kb7924tj@go.minnstate.edu::aa713373-d62e-42be-a5fb-296135668942" providerId="AD" clId="Web-{13F4CB66-695E-CDA0-669C-9BE6A8A311A6}"/>
    <pc:docChg chg="addSld delSld modSld sldOrd">
      <pc:chgData name="Lakku, Sai Keertana R" userId="S::kb7924tj@go.minnstate.edu::aa713373-d62e-42be-a5fb-296135668942" providerId="AD" clId="Web-{13F4CB66-695E-CDA0-669C-9BE6A8A311A6}" dt="2025-03-21T16:28:29.058" v="871" actId="20577"/>
      <pc:docMkLst>
        <pc:docMk/>
      </pc:docMkLst>
      <pc:sldChg chg="addSp delSp modSp">
        <pc:chgData name="Lakku, Sai Keertana R" userId="S::kb7924tj@go.minnstate.edu::aa713373-d62e-42be-a5fb-296135668942" providerId="AD" clId="Web-{13F4CB66-695E-CDA0-669C-9BE6A8A311A6}" dt="2025-03-21T15:52:48.532" v="46"/>
        <pc:sldMkLst>
          <pc:docMk/>
          <pc:sldMk cId="886379872" sldId="257"/>
        </pc:sldMkLst>
        <pc:spChg chg="mod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3" creationId="{518BB9FA-DF38-50E2-4D72-3ADA2A08B9C1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10" creationId="{B87E4204-E93C-417B-9ED0-F81552DE87E4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12" creationId="{068E4A00-82CC-4AD0-B631-F820AEE40F36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14" creationId="{463665DF-25B8-4EE2-8F85-921EF38BE2D0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16" creationId="{B3378DC2-950E-4B63-B833-32DE4719A85C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21" creationId="{F747F1B4-B831-4277-8AB0-32767F7EB7BF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23" creationId="{D80CFA21-AB7C-4BEB-9BFF-05764FBBF3C6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25" creationId="{12F7E335-851A-4CAE-B09F-E657819D4600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27" creationId="{10B541F0-7F6E-402E-84D8-CF96EACA5FBC}"/>
          </ac:spMkLst>
        </pc:spChg>
        <pc:graphicFrameChg chg="mod ord modGraphic">
          <ac:chgData name="Lakku, Sai Keertana R" userId="S::kb7924tj@go.minnstate.edu::aa713373-d62e-42be-a5fb-296135668942" providerId="AD" clId="Web-{13F4CB66-695E-CDA0-669C-9BE6A8A311A6}" dt="2025-03-21T15:52:48.532" v="46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">
        <pc:chgData name="Lakku, Sai Keertana R" userId="S::kb7924tj@go.minnstate.edu::aa713373-d62e-42be-a5fb-296135668942" providerId="AD" clId="Web-{13F4CB66-695E-CDA0-669C-9BE6A8A311A6}" dt="2025-03-21T16:09:08.909" v="552" actId="20577"/>
        <pc:sldMkLst>
          <pc:docMk/>
          <pc:sldMk cId="2639385583" sldId="260"/>
        </pc:sldMkLst>
        <pc:spChg chg="mod">
          <ac:chgData name="Lakku, Sai Keertana R" userId="S::kb7924tj@go.minnstate.edu::aa713373-d62e-42be-a5fb-296135668942" providerId="AD" clId="Web-{13F4CB66-695E-CDA0-669C-9BE6A8A311A6}" dt="2025-03-21T16:09:08.909" v="552" actId="20577"/>
          <ac:spMkLst>
            <pc:docMk/>
            <pc:sldMk cId="2639385583" sldId="260"/>
            <ac:spMk id="2" creationId="{F2ECA33D-9372-9927-F8E7-2A49143B39C6}"/>
          </ac:spMkLst>
        </pc:spChg>
      </pc:sldChg>
      <pc:sldChg chg="addSp delSp modSp mod ord setBg setClrOvrMap">
        <pc:chgData name="Lakku, Sai Keertana R" userId="S::kb7924tj@go.minnstate.edu::aa713373-d62e-42be-a5fb-296135668942" providerId="AD" clId="Web-{13F4CB66-695E-CDA0-669C-9BE6A8A311A6}" dt="2025-03-21T16:28:29.058" v="871" actId="20577"/>
        <pc:sldMkLst>
          <pc:docMk/>
          <pc:sldMk cId="1656249528" sldId="273"/>
        </pc:sldMkLst>
        <pc:spChg chg="mod">
          <ac:chgData name="Lakku, Sai Keertana R" userId="S::kb7924tj@go.minnstate.edu::aa713373-d62e-42be-a5fb-296135668942" providerId="AD" clId="Web-{13F4CB66-695E-CDA0-669C-9BE6A8A311A6}" dt="2025-03-21T15:58:31.247" v="66"/>
          <ac:spMkLst>
            <pc:docMk/>
            <pc:sldMk cId="1656249528" sldId="273"/>
            <ac:spMk id="2" creationId="{7ADE7BEE-0CC5-93A6-E221-8066FAB3E767}"/>
          </ac:spMkLst>
        </pc:spChg>
        <pc:spChg chg="mod">
          <ac:chgData name="Lakku, Sai Keertana R" userId="S::kb7924tj@go.minnstate.edu::aa713373-d62e-42be-a5fb-296135668942" providerId="AD" clId="Web-{13F4CB66-695E-CDA0-669C-9BE6A8A311A6}" dt="2025-03-21T15:58:31.247" v="66"/>
          <ac:spMkLst>
            <pc:docMk/>
            <pc:sldMk cId="1656249528" sldId="273"/>
            <ac:spMk id="3" creationId="{BB07757D-9A61-C17B-6695-738B0FAB9965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6:10:43.788" v="561"/>
          <ac:spMkLst>
            <pc:docMk/>
            <pc:sldMk cId="1656249528" sldId="273"/>
            <ac:spMk id="8" creationId="{35EFA3AB-2126-396C-6F0E-D0360CAE6F8B}"/>
          </ac:spMkLst>
        </pc:spChg>
        <pc:spChg chg="add mod">
          <ac:chgData name="Lakku, Sai Keertana R" userId="S::kb7924tj@go.minnstate.edu::aa713373-d62e-42be-a5fb-296135668942" providerId="AD" clId="Web-{13F4CB66-695E-CDA0-669C-9BE6A8A311A6}" dt="2025-03-21T16:28:29.058" v="871" actId="20577"/>
          <ac:spMkLst>
            <pc:docMk/>
            <pc:sldMk cId="1656249528" sldId="273"/>
            <ac:spMk id="10" creationId="{D0080BD7-D8BB-B9E7-39AA-F7C33D7AEDBC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8:31.247" v="66"/>
          <ac:spMkLst>
            <pc:docMk/>
            <pc:sldMk cId="1656249528" sldId="273"/>
            <ac:spMk id="13" creationId="{4AC0CD9D-7610-4620-93B4-798CCD9AB581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8:31.247" v="66"/>
          <ac:spMkLst>
            <pc:docMk/>
            <pc:sldMk cId="1656249528" sldId="273"/>
            <ac:spMk id="19" creationId="{DE4D62F9-188E-4530-84C2-24BDEE4BEB82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8:31.247" v="66"/>
          <ac:spMkLst>
            <pc:docMk/>
            <pc:sldMk cId="1656249528" sldId="273"/>
            <ac:spMk id="21" creationId="{D67CA421-FA2B-47ED-A101-F8BBEBB2976B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8:31.247" v="66"/>
          <ac:spMkLst>
            <pc:docMk/>
            <pc:sldMk cId="1656249528" sldId="273"/>
            <ac:spMk id="23" creationId="{12425D82-CD5E-45A4-9542-70951E59F2D1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8:31.247" v="66"/>
          <ac:spMkLst>
            <pc:docMk/>
            <pc:sldMk cId="1656249528" sldId="273"/>
            <ac:spMk id="25" creationId="{221DB897-A621-4D5F-AC81-91199AC4370E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8:26.778" v="64"/>
          <ac:spMkLst>
            <pc:docMk/>
            <pc:sldMk cId="1656249528" sldId="273"/>
            <ac:spMk id="34" creationId="{989BE678-777B-482A-A616-FEDC47B162E5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8:26.778" v="64"/>
          <ac:spMkLst>
            <pc:docMk/>
            <pc:sldMk cId="1656249528" sldId="273"/>
            <ac:spMk id="40" creationId="{D28BE0C3-2102-4820-B88B-A448B1840D14}"/>
          </ac:spMkLst>
        </pc:spChg>
        <pc:graphicFrameChg chg="add mod modGraphic">
          <ac:chgData name="Lakku, Sai Keertana R" userId="S::kb7924tj@go.minnstate.edu::aa713373-d62e-42be-a5fb-296135668942" providerId="AD" clId="Web-{13F4CB66-695E-CDA0-669C-9BE6A8A311A6}" dt="2025-03-21T16:27:22.103" v="849" actId="1076"/>
          <ac:graphicFrameMkLst>
            <pc:docMk/>
            <pc:sldMk cId="1656249528" sldId="273"/>
            <ac:graphicFrameMk id="5" creationId="{AB044439-8608-7924-B83B-ECBD38F2645E}"/>
          </ac:graphicFrameMkLst>
        </pc:graphicFrameChg>
        <pc:graphicFrameChg chg="add mod modGraphic">
          <ac:chgData name="Lakku, Sai Keertana R" userId="S::kb7924tj@go.minnstate.edu::aa713373-d62e-42be-a5fb-296135668942" providerId="AD" clId="Web-{13F4CB66-695E-CDA0-669C-9BE6A8A311A6}" dt="2025-03-21T16:27:40.260" v="865"/>
          <ac:graphicFrameMkLst>
            <pc:docMk/>
            <pc:sldMk cId="1656249528" sldId="273"/>
            <ac:graphicFrameMk id="12" creationId="{4061E4D3-28DD-20AC-AC20-9E6F9ABE05F4}"/>
          </ac:graphicFrameMkLst>
        </pc:graphicFrameChg>
        <pc:picChg chg="add del mod">
          <ac:chgData name="Lakku, Sai Keertana R" userId="S::kb7924tj@go.minnstate.edu::aa713373-d62e-42be-a5fb-296135668942" providerId="AD" clId="Web-{13F4CB66-695E-CDA0-669C-9BE6A8A311A6}" dt="2025-03-21T16:03:34.679" v="296"/>
          <ac:picMkLst>
            <pc:docMk/>
            <pc:sldMk cId="1656249528" sldId="273"/>
            <ac:picMk id="4" creationId="{9E31FAAB-6511-163C-3039-50D9895F8C18}"/>
          </ac:picMkLst>
        </pc:picChg>
        <pc:picChg chg="add del mod">
          <ac:chgData name="Lakku, Sai Keertana R" userId="S::kb7924tj@go.minnstate.edu::aa713373-d62e-42be-a5fb-296135668942" providerId="AD" clId="Web-{13F4CB66-695E-CDA0-669C-9BE6A8A311A6}" dt="2025-03-21T16:09:57.427" v="554"/>
          <ac:picMkLst>
            <pc:docMk/>
            <pc:sldMk cId="1656249528" sldId="273"/>
            <ac:picMk id="6" creationId="{9407BD8E-DD55-7C68-BDF0-51C3E4EA3DD9}"/>
          </ac:picMkLst>
        </pc:picChg>
        <pc:picChg chg="add del mod">
          <ac:chgData name="Lakku, Sai Keertana R" userId="S::kb7924tj@go.minnstate.edu::aa713373-d62e-42be-a5fb-296135668942" providerId="AD" clId="Web-{13F4CB66-695E-CDA0-669C-9BE6A8A311A6}" dt="2025-03-21T16:26:20.054" v="830"/>
          <ac:picMkLst>
            <pc:docMk/>
            <pc:sldMk cId="1656249528" sldId="273"/>
            <ac:picMk id="7" creationId="{16C96141-AA10-A915-5157-FF1B2332C10B}"/>
          </ac:picMkLst>
        </pc:picChg>
        <pc:picChg chg="del">
          <ac:chgData name="Lakku, Sai Keertana R" userId="S::kb7924tj@go.minnstate.edu::aa713373-d62e-42be-a5fb-296135668942" providerId="AD" clId="Web-{13F4CB66-695E-CDA0-669C-9BE6A8A311A6}" dt="2025-03-21T15:58:31.247" v="66"/>
          <ac:picMkLst>
            <pc:docMk/>
            <pc:sldMk cId="1656249528" sldId="273"/>
            <ac:picMk id="11" creationId="{7C268552-D473-46ED-B1B8-422042C4DEF1}"/>
          </ac:picMkLst>
        </pc:picChg>
        <pc:picChg chg="add del">
          <ac:chgData name="Lakku, Sai Keertana R" userId="S::kb7924tj@go.minnstate.edu::aa713373-d62e-42be-a5fb-296135668942" providerId="AD" clId="Web-{13F4CB66-695E-CDA0-669C-9BE6A8A311A6}" dt="2025-03-21T15:58:31.247" v="66"/>
          <ac:picMkLst>
            <pc:docMk/>
            <pc:sldMk cId="1656249528" sldId="273"/>
            <ac:picMk id="15" creationId="{B9238B3E-24AA-439A-B527-6C5DF6D72145}"/>
          </ac:picMkLst>
        </pc:picChg>
        <pc:picChg chg="add del">
          <ac:chgData name="Lakku, Sai Keertana R" userId="S::kb7924tj@go.minnstate.edu::aa713373-d62e-42be-a5fb-296135668942" providerId="AD" clId="Web-{13F4CB66-695E-CDA0-669C-9BE6A8A311A6}" dt="2025-03-21T15:58:31.247" v="66"/>
          <ac:picMkLst>
            <pc:docMk/>
            <pc:sldMk cId="1656249528" sldId="273"/>
            <ac:picMk id="17" creationId="{69F01145-BEA3-4CBF-AA21-10077B948CA8}"/>
          </ac:picMkLst>
        </pc:picChg>
        <pc:picChg chg="del">
          <ac:chgData name="Lakku, Sai Keertana R" userId="S::kb7924tj@go.minnstate.edu::aa713373-d62e-42be-a5fb-296135668942" providerId="AD" clId="Web-{13F4CB66-695E-CDA0-669C-9BE6A8A311A6}" dt="2025-03-21T15:58:26.778" v="64"/>
          <ac:picMkLst>
            <pc:docMk/>
            <pc:sldMk cId="1656249528" sldId="273"/>
            <ac:picMk id="36" creationId="{CF1EB4BD-9C7E-4AA3-9681-C7EB0DA6250B}"/>
          </ac:picMkLst>
        </pc:picChg>
      </pc:sldChg>
      <pc:sldChg chg="modSp">
        <pc:chgData name="Lakku, Sai Keertana R" userId="S::kb7924tj@go.minnstate.edu::aa713373-d62e-42be-a5fb-296135668942" providerId="AD" clId="Web-{13F4CB66-695E-CDA0-669C-9BE6A8A311A6}" dt="2025-03-21T15:49:25.665" v="1" actId="20577"/>
        <pc:sldMkLst>
          <pc:docMk/>
          <pc:sldMk cId="893194236" sldId="274"/>
        </pc:sldMkLst>
        <pc:spChg chg="mod">
          <ac:chgData name="Lakku, Sai Keertana R" userId="S::kb7924tj@go.minnstate.edu::aa713373-d62e-42be-a5fb-296135668942" providerId="AD" clId="Web-{13F4CB66-695E-CDA0-669C-9BE6A8A311A6}" dt="2025-03-21T15:49:25.665" v="1" actId="20577"/>
          <ac:spMkLst>
            <pc:docMk/>
            <pc:sldMk cId="893194236" sldId="274"/>
            <ac:spMk id="3" creationId="{C5BA3A65-7E07-E196-7479-E250D272D1AE}"/>
          </ac:spMkLst>
        </pc:spChg>
      </pc:sldChg>
      <pc:sldChg chg="modSp">
        <pc:chgData name="Lakku, Sai Keertana R" userId="S::kb7924tj@go.minnstate.edu::aa713373-d62e-42be-a5fb-296135668942" providerId="AD" clId="Web-{13F4CB66-695E-CDA0-669C-9BE6A8A311A6}" dt="2025-03-21T15:50:40.480" v="28" actId="20577"/>
        <pc:sldMkLst>
          <pc:docMk/>
          <pc:sldMk cId="401840768" sldId="275"/>
        </pc:sldMkLst>
        <pc:spChg chg="mod">
          <ac:chgData name="Lakku, Sai Keertana R" userId="S::kb7924tj@go.minnstate.edu::aa713373-d62e-42be-a5fb-296135668942" providerId="AD" clId="Web-{13F4CB66-695E-CDA0-669C-9BE6A8A311A6}" dt="2025-03-21T15:50:40.480" v="28" actId="20577"/>
          <ac:spMkLst>
            <pc:docMk/>
            <pc:sldMk cId="401840768" sldId="275"/>
            <ac:spMk id="2" creationId="{3EB6FC04-BAAA-F161-D2CC-CF6F439C9A15}"/>
          </ac:spMkLst>
        </pc:spChg>
        <pc:graphicFrameChg chg="mod modGraphic">
          <ac:chgData name="Lakku, Sai Keertana R" userId="S::kb7924tj@go.minnstate.edu::aa713373-d62e-42be-a5fb-296135668942" providerId="AD" clId="Web-{13F4CB66-695E-CDA0-669C-9BE6A8A311A6}" dt="2025-03-21T15:50:25.011" v="13"/>
          <ac:graphicFrameMkLst>
            <pc:docMk/>
            <pc:sldMk cId="401840768" sldId="275"/>
            <ac:graphicFrameMk id="10" creationId="{E2B6541C-7721-1340-B555-5E4B4D6B0B2E}"/>
          </ac:graphicFrameMkLst>
        </pc:graphicFrameChg>
      </pc:sldChg>
      <pc:sldChg chg="modSp new del">
        <pc:chgData name="Lakku, Sai Keertana R" userId="S::kb7924tj@go.minnstate.edu::aa713373-d62e-42be-a5fb-296135668942" providerId="AD" clId="Web-{13F4CB66-695E-CDA0-669C-9BE6A8A311A6}" dt="2025-03-21T16:12:04.994" v="585"/>
        <pc:sldMkLst>
          <pc:docMk/>
          <pc:sldMk cId="1934876581" sldId="277"/>
        </pc:sldMkLst>
        <pc:spChg chg="mod">
          <ac:chgData name="Lakku, Sai Keertana R" userId="S::kb7924tj@go.minnstate.edu::aa713373-d62e-42be-a5fb-296135668942" providerId="AD" clId="Web-{13F4CB66-695E-CDA0-669C-9BE6A8A311A6}" dt="2025-03-21T16:07:17.421" v="495" actId="20577"/>
          <ac:spMkLst>
            <pc:docMk/>
            <pc:sldMk cId="1934876581" sldId="277"/>
            <ac:spMk id="2" creationId="{DAFE9434-2048-4025-D916-38325B838809}"/>
          </ac:spMkLst>
        </pc:spChg>
        <pc:spChg chg="mod">
          <ac:chgData name="Lakku, Sai Keertana R" userId="S::kb7924tj@go.minnstate.edu::aa713373-d62e-42be-a5fb-296135668942" providerId="AD" clId="Web-{13F4CB66-695E-CDA0-669C-9BE6A8A311A6}" dt="2025-03-21T16:08:53.565" v="551" actId="20577"/>
          <ac:spMkLst>
            <pc:docMk/>
            <pc:sldMk cId="1934876581" sldId="277"/>
            <ac:spMk id="3" creationId="{415F14D9-93E4-568F-B46C-BA9F0397D605}"/>
          </ac:spMkLst>
        </pc:spChg>
      </pc:sldChg>
    </pc:docChg>
  </pc:docChgLst>
  <pc:docChgLst>
    <pc:chgData name="Hjulberg, Andrew S" userId="S::hi6397ef@go.minnstate.edu::55255bf8-79f2-42d3-80cc-139b63d0776c" providerId="AD" clId="Web-{376CB649-3097-89C8-559B-AA01E4D4941F}"/>
    <pc:docChg chg="addSld delSld modSld sldOrd">
      <pc:chgData name="Hjulberg, Andrew S" userId="S::hi6397ef@go.minnstate.edu::55255bf8-79f2-42d3-80cc-139b63d0776c" providerId="AD" clId="Web-{376CB649-3097-89C8-559B-AA01E4D4941F}" dt="2025-02-28T17:24:34.060" v="337"/>
      <pc:docMkLst>
        <pc:docMk/>
      </pc:docMkLst>
      <pc:sldChg chg="modSp">
        <pc:chgData name="Hjulberg, Andrew S" userId="S::hi6397ef@go.minnstate.edu::55255bf8-79f2-42d3-80cc-139b63d0776c" providerId="AD" clId="Web-{376CB649-3097-89C8-559B-AA01E4D4941F}" dt="2025-02-28T16:22:23.532" v="67" actId="20577"/>
        <pc:sldMkLst>
          <pc:docMk/>
          <pc:sldMk cId="886379872" sldId="257"/>
        </pc:sldMkLst>
        <pc:graphicFrameChg chg="modGraphic">
          <ac:chgData name="Hjulberg, Andrew S" userId="S::hi6397ef@go.minnstate.edu::55255bf8-79f2-42d3-80cc-139b63d0776c" providerId="AD" clId="Web-{376CB649-3097-89C8-559B-AA01E4D4941F}" dt="2025-02-28T16:22:23.532" v="67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del">
        <pc:chgData name="Hjulberg, Andrew S" userId="S::hi6397ef@go.minnstate.edu::55255bf8-79f2-42d3-80cc-139b63d0776c" providerId="AD" clId="Web-{376CB649-3097-89C8-559B-AA01E4D4941F}" dt="2025-02-28T17:12:37.375" v="224"/>
        <pc:sldMkLst>
          <pc:docMk/>
          <pc:sldMk cId="38658698" sldId="258"/>
        </pc:sldMkLst>
      </pc:sldChg>
      <pc:sldChg chg="modSp">
        <pc:chgData name="Hjulberg, Andrew S" userId="S::hi6397ef@go.minnstate.edu::55255bf8-79f2-42d3-80cc-139b63d0776c" providerId="AD" clId="Web-{376CB649-3097-89C8-559B-AA01E4D4941F}" dt="2025-02-28T17:14:43.577" v="334" actId="20577"/>
        <pc:sldMkLst>
          <pc:docMk/>
          <pc:sldMk cId="1258313468" sldId="269"/>
        </pc:sldMkLst>
        <pc:graphicFrameChg chg="modGraphic">
          <ac:chgData name="Hjulberg, Andrew S" userId="S::hi6397ef@go.minnstate.edu::55255bf8-79f2-42d3-80cc-139b63d0776c" providerId="AD" clId="Web-{376CB649-3097-89C8-559B-AA01E4D4941F}" dt="2025-02-28T17:14:43.577" v="334" actId="20577"/>
          <ac:graphicFrameMkLst>
            <pc:docMk/>
            <pc:sldMk cId="1258313468" sldId="269"/>
            <ac:graphicFrameMk id="5" creationId="{635C2A7D-A2CA-3FC7-C810-CE0225A50F5B}"/>
          </ac:graphicFrameMkLst>
        </pc:graphicFrameChg>
      </pc:sldChg>
      <pc:sldChg chg="del">
        <pc:chgData name="Hjulberg, Andrew S" userId="S::hi6397ef@go.minnstate.edu::55255bf8-79f2-42d3-80cc-139b63d0776c" providerId="AD" clId="Web-{376CB649-3097-89C8-559B-AA01E4D4941F}" dt="2025-02-28T17:12:48.375" v="225"/>
        <pc:sldMkLst>
          <pc:docMk/>
          <pc:sldMk cId="3503842829" sldId="272"/>
        </pc:sldMkLst>
      </pc:sldChg>
      <pc:sldChg chg="addSp delSp modSp">
        <pc:chgData name="Hjulberg, Andrew S" userId="S::hi6397ef@go.minnstate.edu::55255bf8-79f2-42d3-80cc-139b63d0776c" providerId="AD" clId="Web-{376CB649-3097-89C8-559B-AA01E4D4941F}" dt="2025-02-28T17:21:15.717" v="336"/>
        <pc:sldMkLst>
          <pc:docMk/>
          <pc:sldMk cId="1656249528" sldId="273"/>
        </pc:sldMkLst>
        <pc:spChg chg="mod">
          <ac:chgData name="Hjulberg, Andrew S" userId="S::hi6397ef@go.minnstate.edu::55255bf8-79f2-42d3-80cc-139b63d0776c" providerId="AD" clId="Web-{376CB649-3097-89C8-559B-AA01E4D4941F}" dt="2025-02-28T16:22:51.158" v="76" actId="20577"/>
          <ac:spMkLst>
            <pc:docMk/>
            <pc:sldMk cId="1656249528" sldId="273"/>
            <ac:spMk id="2" creationId="{7ADE7BEE-0CC5-93A6-E221-8066FAB3E767}"/>
          </ac:spMkLst>
        </pc:spChg>
        <pc:spChg chg="del mod">
          <ac:chgData name="Hjulberg, Andrew S" userId="S::hi6397ef@go.minnstate.edu::55255bf8-79f2-42d3-80cc-139b63d0776c" providerId="AD" clId="Web-{376CB649-3097-89C8-559B-AA01E4D4941F}" dt="2025-02-28T17:20:34.248" v="335"/>
          <ac:spMkLst>
            <pc:docMk/>
            <pc:sldMk cId="1656249528" sldId="273"/>
            <ac:spMk id="3" creationId="{46A343F2-B698-48D2-FC3A-44822BF5DE6B}"/>
          </ac:spMkLst>
        </pc:spChg>
        <pc:spChg chg="del mod">
          <ac:chgData name="Hjulberg, Andrew S" userId="S::hi6397ef@go.minnstate.edu::55255bf8-79f2-42d3-80cc-139b63d0776c" providerId="AD" clId="Web-{376CB649-3097-89C8-559B-AA01E4D4941F}" dt="2025-02-28T16:23:04.627" v="87"/>
          <ac:spMkLst>
            <pc:docMk/>
            <pc:sldMk cId="1656249528" sldId="273"/>
            <ac:spMk id="6" creationId="{517CD70C-E249-1C4A-7A66-32A36B4BB5CC}"/>
          </ac:spMkLst>
        </pc:spChg>
        <pc:spChg chg="del">
          <ac:chgData name="Hjulberg, Andrew S" userId="S::hi6397ef@go.minnstate.edu::55255bf8-79f2-42d3-80cc-139b63d0776c" providerId="AD" clId="Web-{376CB649-3097-89C8-559B-AA01E4D4941F}" dt="2025-02-28T16:23:06.549" v="88"/>
          <ac:spMkLst>
            <pc:docMk/>
            <pc:sldMk cId="1656249528" sldId="273"/>
            <ac:spMk id="7" creationId="{037204CA-53E4-FFCF-ECFA-2F596608CD9D}"/>
          </ac:spMkLst>
        </pc:spChg>
        <pc:picChg chg="add mod">
          <ac:chgData name="Hjulberg, Andrew S" userId="S::hi6397ef@go.minnstate.edu::55255bf8-79f2-42d3-80cc-139b63d0776c" providerId="AD" clId="Web-{376CB649-3097-89C8-559B-AA01E4D4941F}" dt="2025-02-28T17:21:15.717" v="336"/>
          <ac:picMkLst>
            <pc:docMk/>
            <pc:sldMk cId="1656249528" sldId="273"/>
            <ac:picMk id="4" creationId="{3CE9554B-8A7F-5658-1146-1B2D8E79C2FD}"/>
          </ac:picMkLst>
        </pc:picChg>
      </pc:sldChg>
      <pc:sldChg chg="modSp add ord replId">
        <pc:chgData name="Hjulberg, Andrew S" userId="S::hi6397ef@go.minnstate.edu::55255bf8-79f2-42d3-80cc-139b63d0776c" providerId="AD" clId="Web-{376CB649-3097-89C8-559B-AA01E4D4941F}" dt="2025-02-28T17:24:34.060" v="337"/>
        <pc:sldMkLst>
          <pc:docMk/>
          <pc:sldMk cId="893194236" sldId="274"/>
        </pc:sldMkLst>
        <pc:spChg chg="mod">
          <ac:chgData name="Hjulberg, Andrew S" userId="S::hi6397ef@go.minnstate.edu::55255bf8-79f2-42d3-80cc-139b63d0776c" providerId="AD" clId="Web-{376CB649-3097-89C8-559B-AA01E4D4941F}" dt="2025-02-28T16:24:05.395" v="105" actId="20577"/>
          <ac:spMkLst>
            <pc:docMk/>
            <pc:sldMk cId="893194236" sldId="274"/>
            <ac:spMk id="2" creationId="{FBE08AF8-5DFC-680F-363D-9939D6AB4E40}"/>
          </ac:spMkLst>
        </pc:spChg>
        <pc:spChg chg="mod">
          <ac:chgData name="Hjulberg, Andrew S" userId="S::hi6397ef@go.minnstate.edu::55255bf8-79f2-42d3-80cc-139b63d0776c" providerId="AD" clId="Web-{376CB649-3097-89C8-559B-AA01E4D4941F}" dt="2025-02-28T16:26:23.713" v="223" actId="20577"/>
          <ac:spMkLst>
            <pc:docMk/>
            <pc:sldMk cId="893194236" sldId="274"/>
            <ac:spMk id="3" creationId="{C5BA3A65-7E07-E196-7479-E250D272D1AE}"/>
          </ac:spMkLst>
        </pc:spChg>
      </pc:sldChg>
    </pc:docChg>
  </pc:docChgLst>
  <pc:docChgLst>
    <pc:chgData name="Hjulberg, Andrew S" userId="S::hi6397ef@go.minnstate.edu::55255bf8-79f2-42d3-80cc-139b63d0776c" providerId="AD" clId="Web-{EC2EBB38-317D-B8A7-503F-CD041CCF43A0}"/>
    <pc:docChg chg="delSld modSld sldOrd">
      <pc:chgData name="Hjulberg, Andrew S" userId="S::hi6397ef@go.minnstate.edu::55255bf8-79f2-42d3-80cc-139b63d0776c" providerId="AD" clId="Web-{EC2EBB38-317D-B8A7-503F-CD041CCF43A0}" dt="2025-03-26T16:37:07.440" v="160" actId="1076"/>
      <pc:docMkLst>
        <pc:docMk/>
      </pc:docMkLst>
      <pc:sldChg chg="modSp">
        <pc:chgData name="Hjulberg, Andrew S" userId="S::hi6397ef@go.minnstate.edu::55255bf8-79f2-42d3-80cc-139b63d0776c" providerId="AD" clId="Web-{EC2EBB38-317D-B8A7-503F-CD041CCF43A0}" dt="2025-03-26T15:11:12.094" v="0" actId="20577"/>
        <pc:sldMkLst>
          <pc:docMk/>
          <pc:sldMk cId="109857222" sldId="256"/>
        </pc:sldMkLst>
        <pc:spChg chg="mod">
          <ac:chgData name="Hjulberg, Andrew S" userId="S::hi6397ef@go.minnstate.edu::55255bf8-79f2-42d3-80cc-139b63d0776c" providerId="AD" clId="Web-{EC2EBB38-317D-B8A7-503F-CD041CCF43A0}" dt="2025-03-26T15:11:12.094" v="0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modSp">
        <pc:chgData name="Hjulberg, Andrew S" userId="S::hi6397ef@go.minnstate.edu::55255bf8-79f2-42d3-80cc-139b63d0776c" providerId="AD" clId="Web-{EC2EBB38-317D-B8A7-503F-CD041CCF43A0}" dt="2025-03-26T16:08:12.194" v="146" actId="20577"/>
        <pc:sldMkLst>
          <pc:docMk/>
          <pc:sldMk cId="886379872" sldId="257"/>
        </pc:sldMkLst>
        <pc:graphicFrameChg chg="modGraphic">
          <ac:chgData name="Hjulberg, Andrew S" userId="S::hi6397ef@go.minnstate.edu::55255bf8-79f2-42d3-80cc-139b63d0776c" providerId="AD" clId="Web-{EC2EBB38-317D-B8A7-503F-CD041CCF43A0}" dt="2025-03-26T16:08:12.194" v="146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">
        <pc:chgData name="Hjulberg, Andrew S" userId="S::hi6397ef@go.minnstate.edu::55255bf8-79f2-42d3-80cc-139b63d0776c" providerId="AD" clId="Web-{EC2EBB38-317D-B8A7-503F-CD041CCF43A0}" dt="2025-03-26T15:18:16.147" v="110" actId="20577"/>
        <pc:sldMkLst>
          <pc:docMk/>
          <pc:sldMk cId="1258313468" sldId="269"/>
        </pc:sldMkLst>
        <pc:graphicFrameChg chg="modGraphic">
          <ac:chgData name="Hjulberg, Andrew S" userId="S::hi6397ef@go.minnstate.edu::55255bf8-79f2-42d3-80cc-139b63d0776c" providerId="AD" clId="Web-{EC2EBB38-317D-B8A7-503F-CD041CCF43A0}" dt="2025-03-26T15:18:16.147" v="110" actId="20577"/>
          <ac:graphicFrameMkLst>
            <pc:docMk/>
            <pc:sldMk cId="1258313468" sldId="269"/>
            <ac:graphicFrameMk id="5" creationId="{635C2A7D-A2CA-3FC7-C810-CE0225A50F5B}"/>
          </ac:graphicFrameMkLst>
        </pc:graphicFrameChg>
      </pc:sldChg>
      <pc:sldChg chg="addSp delSp modSp ord">
        <pc:chgData name="Hjulberg, Andrew S" userId="S::hi6397ef@go.minnstate.edu::55255bf8-79f2-42d3-80cc-139b63d0776c" providerId="AD" clId="Web-{EC2EBB38-317D-B8A7-503F-CD041CCF43A0}" dt="2025-03-26T16:37:07.440" v="160" actId="1076"/>
        <pc:sldMkLst>
          <pc:docMk/>
          <pc:sldMk cId="1656249528" sldId="273"/>
        </pc:sldMkLst>
        <pc:graphicFrameChg chg="del">
          <ac:chgData name="Hjulberg, Andrew S" userId="S::hi6397ef@go.minnstate.edu::55255bf8-79f2-42d3-80cc-139b63d0776c" providerId="AD" clId="Web-{EC2EBB38-317D-B8A7-503F-CD041CCF43A0}" dt="2025-03-26T16:36:32.391" v="156"/>
          <ac:graphicFrameMkLst>
            <pc:docMk/>
            <pc:sldMk cId="1656249528" sldId="273"/>
            <ac:graphicFrameMk id="12" creationId="{4061E4D3-28DD-20AC-AC20-9E6F9ABE05F4}"/>
          </ac:graphicFrameMkLst>
        </pc:graphicFrameChg>
        <pc:picChg chg="add mod">
          <ac:chgData name="Hjulberg, Andrew S" userId="S::hi6397ef@go.minnstate.edu::55255bf8-79f2-42d3-80cc-139b63d0776c" providerId="AD" clId="Web-{EC2EBB38-317D-B8A7-503F-CD041CCF43A0}" dt="2025-03-26T16:37:07.440" v="160" actId="1076"/>
          <ac:picMkLst>
            <pc:docMk/>
            <pc:sldMk cId="1656249528" sldId="273"/>
            <ac:picMk id="4" creationId="{9D97BADF-57F1-970E-0764-ACAA77644D31}"/>
          </ac:picMkLst>
        </pc:picChg>
      </pc:sldChg>
      <pc:sldChg chg="modSp">
        <pc:chgData name="Hjulberg, Andrew S" userId="S::hi6397ef@go.minnstate.edu::55255bf8-79f2-42d3-80cc-139b63d0776c" providerId="AD" clId="Web-{EC2EBB38-317D-B8A7-503F-CD041CCF43A0}" dt="2025-03-26T15:13:34.711" v="98" actId="20577"/>
        <pc:sldMkLst>
          <pc:docMk/>
          <pc:sldMk cId="893194236" sldId="274"/>
        </pc:sldMkLst>
        <pc:spChg chg="mod">
          <ac:chgData name="Hjulberg, Andrew S" userId="S::hi6397ef@go.minnstate.edu::55255bf8-79f2-42d3-80cc-139b63d0776c" providerId="AD" clId="Web-{EC2EBB38-317D-B8A7-503F-CD041CCF43A0}" dt="2025-03-26T15:12:07.972" v="13" actId="20577"/>
          <ac:spMkLst>
            <pc:docMk/>
            <pc:sldMk cId="893194236" sldId="274"/>
            <ac:spMk id="2" creationId="{FBE08AF8-5DFC-680F-363D-9939D6AB4E40}"/>
          </ac:spMkLst>
        </pc:spChg>
        <pc:spChg chg="mod">
          <ac:chgData name="Hjulberg, Andrew S" userId="S::hi6397ef@go.minnstate.edu::55255bf8-79f2-42d3-80cc-139b63d0776c" providerId="AD" clId="Web-{EC2EBB38-317D-B8A7-503F-CD041CCF43A0}" dt="2025-03-26T15:13:34.711" v="98" actId="20577"/>
          <ac:spMkLst>
            <pc:docMk/>
            <pc:sldMk cId="893194236" sldId="274"/>
            <ac:spMk id="3" creationId="{C5BA3A65-7E07-E196-7479-E250D272D1AE}"/>
          </ac:spMkLst>
        </pc:spChg>
      </pc:sldChg>
      <pc:sldChg chg="delSp modSp">
        <pc:chgData name="Hjulberg, Andrew S" userId="S::hi6397ef@go.minnstate.edu::55255bf8-79f2-42d3-80cc-139b63d0776c" providerId="AD" clId="Web-{EC2EBB38-317D-B8A7-503F-CD041CCF43A0}" dt="2025-03-26T16:09:41.573" v="155"/>
        <pc:sldMkLst>
          <pc:docMk/>
          <pc:sldMk cId="401840768" sldId="275"/>
        </pc:sldMkLst>
        <pc:spChg chg="mod">
          <ac:chgData name="Hjulberg, Andrew S" userId="S::hi6397ef@go.minnstate.edu::55255bf8-79f2-42d3-80cc-139b63d0776c" providerId="AD" clId="Web-{EC2EBB38-317D-B8A7-503F-CD041CCF43A0}" dt="2025-03-26T16:08:57.946" v="154" actId="20577"/>
          <ac:spMkLst>
            <pc:docMk/>
            <pc:sldMk cId="401840768" sldId="275"/>
            <ac:spMk id="2" creationId="{3EB6FC04-BAAA-F161-D2CC-CF6F439C9A15}"/>
          </ac:spMkLst>
        </pc:spChg>
        <pc:graphicFrameChg chg="del">
          <ac:chgData name="Hjulberg, Andrew S" userId="S::hi6397ef@go.minnstate.edu::55255bf8-79f2-42d3-80cc-139b63d0776c" providerId="AD" clId="Web-{EC2EBB38-317D-B8A7-503F-CD041CCF43A0}" dt="2025-03-26T16:09:41.573" v="155"/>
          <ac:graphicFrameMkLst>
            <pc:docMk/>
            <pc:sldMk cId="401840768" sldId="275"/>
            <ac:graphicFrameMk id="10" creationId="{E2B6541C-7721-1340-B555-5E4B4D6B0B2E}"/>
          </ac:graphicFrameMkLst>
        </pc:graphicFrameChg>
      </pc:sldChg>
      <pc:sldChg chg="del">
        <pc:chgData name="Hjulberg, Andrew S" userId="S::hi6397ef@go.minnstate.edu::55255bf8-79f2-42d3-80cc-139b63d0776c" providerId="AD" clId="Web-{EC2EBB38-317D-B8A7-503F-CD041CCF43A0}" dt="2025-03-26T16:08:45.586" v="148"/>
        <pc:sldMkLst>
          <pc:docMk/>
          <pc:sldMk cId="1993179087" sldId="276"/>
        </pc:sldMkLst>
      </pc:sldChg>
    </pc:docChg>
  </pc:docChgLst>
  <pc:docChgLst>
    <pc:chgData name="Lakku, Sai Keertana R" userId="S::kb7924tj@go.minnstate.edu::aa713373-d62e-42be-a5fb-296135668942" providerId="AD" clId="Web-{55809949-4BA6-31A0-30FC-BD82EA129E1F}"/>
    <pc:docChg chg="addSld delSld modSld">
      <pc:chgData name="Lakku, Sai Keertana R" userId="S::kb7924tj@go.minnstate.edu::aa713373-d62e-42be-a5fb-296135668942" providerId="AD" clId="Web-{55809949-4BA6-31A0-30FC-BD82EA129E1F}" dt="2025-02-21T16:41:10.613" v="434" actId="20577"/>
      <pc:docMkLst>
        <pc:docMk/>
      </pc:docMkLst>
      <pc:sldChg chg="modSp">
        <pc:chgData name="Lakku, Sai Keertana R" userId="S::kb7924tj@go.minnstate.edu::aa713373-d62e-42be-a5fb-296135668942" providerId="AD" clId="Web-{55809949-4BA6-31A0-30FC-BD82EA129E1F}" dt="2025-02-21T16:41:10.613" v="434" actId="20577"/>
        <pc:sldMkLst>
          <pc:docMk/>
          <pc:sldMk cId="886379872" sldId="257"/>
        </pc:sldMkLst>
        <pc:graphicFrameChg chg="modGraphic">
          <ac:chgData name="Lakku, Sai Keertana R" userId="S::kb7924tj@go.minnstate.edu::aa713373-d62e-42be-a5fb-296135668942" providerId="AD" clId="Web-{55809949-4BA6-31A0-30FC-BD82EA129E1F}" dt="2025-02-21T16:41:10.613" v="434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addSp delSp modSp">
        <pc:chgData name="Lakku, Sai Keertana R" userId="S::kb7924tj@go.minnstate.edu::aa713373-d62e-42be-a5fb-296135668942" providerId="AD" clId="Web-{55809949-4BA6-31A0-30FC-BD82EA129E1F}" dt="2025-02-21T16:39:34.876" v="414"/>
        <pc:sldMkLst>
          <pc:docMk/>
          <pc:sldMk cId="38658698" sldId="258"/>
        </pc:sldMkLst>
        <pc:spChg chg="mod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2" creationId="{688AC3B9-2A52-B51A-D8EE-90A85703DD3C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30" creationId="{4E78424C-6FD0-41F8-9CAA-5DC19C42359F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32" creationId="{DD136760-57DC-4301-8BEA-B71AD2D13905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34" creationId="{BDC58DEA-1307-4F44-AD47-E613D8B76A89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36" creationId="{C99B912D-1E4B-42AF-A2BE-CFEFEC916EE7}"/>
          </ac:spMkLst>
        </pc:spChg>
      </pc:sldChg>
      <pc:sldChg chg="modSp del">
        <pc:chgData name="Lakku, Sai Keertana R" userId="S::kb7924tj@go.minnstate.edu::aa713373-d62e-42be-a5fb-296135668942" providerId="AD" clId="Web-{55809949-4BA6-31A0-30FC-BD82EA129E1F}" dt="2025-02-21T16:30:02.022" v="58"/>
        <pc:sldMkLst>
          <pc:docMk/>
          <pc:sldMk cId="3481272266" sldId="266"/>
        </pc:sldMkLst>
      </pc:sldChg>
      <pc:sldChg chg="modSp">
        <pc:chgData name="Lakku, Sai Keertana R" userId="S::kb7924tj@go.minnstate.edu::aa713373-d62e-42be-a5fb-296135668942" providerId="AD" clId="Web-{55809949-4BA6-31A0-30FC-BD82EA129E1F}" dt="2025-02-21T16:32:59.947" v="284" actId="20577"/>
        <pc:sldMkLst>
          <pc:docMk/>
          <pc:sldMk cId="1987320157" sldId="267"/>
        </pc:sldMkLst>
        <pc:spChg chg="mod">
          <ac:chgData name="Lakku, Sai Keertana R" userId="S::kb7924tj@go.minnstate.edu::aa713373-d62e-42be-a5fb-296135668942" providerId="AD" clId="Web-{55809949-4BA6-31A0-30FC-BD82EA129E1F}" dt="2025-02-21T16:32:59.947" v="284" actId="20577"/>
          <ac:spMkLst>
            <pc:docMk/>
            <pc:sldMk cId="1987320157" sldId="267"/>
            <ac:spMk id="2" creationId="{97BAABD8-7260-4DFE-68DB-0632582C632D}"/>
          </ac:spMkLst>
        </pc:spChg>
      </pc:sldChg>
      <pc:sldChg chg="modSp">
        <pc:chgData name="Lakku, Sai Keertana R" userId="S::kb7924tj@go.minnstate.edu::aa713373-d62e-42be-a5fb-296135668942" providerId="AD" clId="Web-{55809949-4BA6-31A0-30FC-BD82EA129E1F}" dt="2025-02-21T16:29:21.912" v="52" actId="20577"/>
        <pc:sldMkLst>
          <pc:docMk/>
          <pc:sldMk cId="1105610437" sldId="268"/>
        </pc:sldMkLst>
      </pc:sldChg>
      <pc:sldChg chg="new del">
        <pc:chgData name="Lakku, Sai Keertana R" userId="S::kb7924tj@go.minnstate.edu::aa713373-d62e-42be-a5fb-296135668942" providerId="AD" clId="Web-{55809949-4BA6-31A0-30FC-BD82EA129E1F}" dt="2025-02-21T16:27:20.159" v="1"/>
        <pc:sldMkLst>
          <pc:docMk/>
          <pc:sldMk cId="1086306751" sldId="269"/>
        </pc:sldMkLst>
      </pc:sldChg>
      <pc:sldChg chg="addSp delSp modSp new mod setBg setClrOvrMap">
        <pc:chgData name="Lakku, Sai Keertana R" userId="S::kb7924tj@go.minnstate.edu::aa713373-d62e-42be-a5fb-296135668942" providerId="AD" clId="Web-{55809949-4BA6-31A0-30FC-BD82EA129E1F}" dt="2025-02-21T16:39:54.158" v="415"/>
        <pc:sldMkLst>
          <pc:docMk/>
          <pc:sldMk cId="1258313468" sldId="269"/>
        </pc:sldMkLst>
        <pc:spChg chg="mod">
          <ac:chgData name="Lakku, Sai Keertana R" userId="S::kb7924tj@go.minnstate.edu::aa713373-d62e-42be-a5fb-296135668942" providerId="AD" clId="Web-{55809949-4BA6-31A0-30FC-BD82EA129E1F}" dt="2025-02-21T16:39:54.158" v="415"/>
          <ac:spMkLst>
            <pc:docMk/>
            <pc:sldMk cId="1258313468" sldId="269"/>
            <ac:spMk id="2" creationId="{802D1CA8-4AF4-EE92-811B-E41F68602FF1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54.158" v="415"/>
          <ac:spMkLst>
            <pc:docMk/>
            <pc:sldMk cId="1258313468" sldId="269"/>
            <ac:spMk id="9" creationId="{F747F1B4-B831-4277-8AB0-32767F7EB7BF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54.158" v="415"/>
          <ac:spMkLst>
            <pc:docMk/>
            <pc:sldMk cId="1258313468" sldId="269"/>
            <ac:spMk id="11" creationId="{D80CFA21-AB7C-4BEB-9BFF-05764FBBF3C6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54.158" v="415"/>
          <ac:spMkLst>
            <pc:docMk/>
            <pc:sldMk cId="1258313468" sldId="269"/>
            <ac:spMk id="13" creationId="{12F7E335-851A-4CAE-B09F-E657819D4600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54.158" v="415"/>
          <ac:spMkLst>
            <pc:docMk/>
            <pc:sldMk cId="1258313468" sldId="269"/>
            <ac:spMk id="15" creationId="{10B541F0-7F6E-402E-84D8-CF96EACA5FBC}"/>
          </ac:spMkLst>
        </pc:spChg>
        <pc:graphicFrameChg chg="add">
          <ac:chgData name="Lakku, Sai Keertana R" userId="S::kb7924tj@go.minnstate.edu::aa713373-d62e-42be-a5fb-296135668942" providerId="AD" clId="Web-{55809949-4BA6-31A0-30FC-BD82EA129E1F}" dt="2025-02-21T16:39:54.158" v="415"/>
          <ac:graphicFrameMkLst>
            <pc:docMk/>
            <pc:sldMk cId="1258313468" sldId="269"/>
            <ac:graphicFrameMk id="5" creationId="{635C2A7D-A2CA-3FC7-C810-CE0225A50F5B}"/>
          </ac:graphicFrameMkLst>
        </pc:graphicFrameChg>
      </pc:sldChg>
      <pc:sldChg chg="modSp new">
        <pc:chgData name="Lakku, Sai Keertana R" userId="S::kb7924tj@go.minnstate.edu::aa713373-d62e-42be-a5fb-296135668942" providerId="AD" clId="Web-{55809949-4BA6-31A0-30FC-BD82EA129E1F}" dt="2025-02-21T16:32:51.744" v="280" actId="20577"/>
        <pc:sldMkLst>
          <pc:docMk/>
          <pc:sldMk cId="3515090267" sldId="270"/>
        </pc:sldMkLst>
        <pc:spChg chg="mod">
          <ac:chgData name="Lakku, Sai Keertana R" userId="S::kb7924tj@go.minnstate.edu::aa713373-d62e-42be-a5fb-296135668942" providerId="AD" clId="Web-{55809949-4BA6-31A0-30FC-BD82EA129E1F}" dt="2025-02-21T16:32:51.744" v="280" actId="20577"/>
          <ac:spMkLst>
            <pc:docMk/>
            <pc:sldMk cId="3515090267" sldId="270"/>
            <ac:spMk id="2" creationId="{EA09EF9F-3A87-3E44-CB5B-EDCC40297D43}"/>
          </ac:spMkLst>
        </pc:spChg>
      </pc:sldChg>
      <pc:sldChg chg="addSp delSp modSp new mod setBg setClrOvrMap">
        <pc:chgData name="Lakku, Sai Keertana R" userId="S::kb7924tj@go.minnstate.edu::aa713373-d62e-42be-a5fb-296135668942" providerId="AD" clId="Web-{55809949-4BA6-31A0-30FC-BD82EA129E1F}" dt="2025-02-21T16:40:25.237" v="416"/>
        <pc:sldMkLst>
          <pc:docMk/>
          <pc:sldMk cId="1340975371" sldId="271"/>
        </pc:sldMkLst>
        <pc:spChg chg="mod">
          <ac:chgData name="Lakku, Sai Keertana R" userId="S::kb7924tj@go.minnstate.edu::aa713373-d62e-42be-a5fb-296135668942" providerId="AD" clId="Web-{55809949-4BA6-31A0-30FC-BD82EA129E1F}" dt="2025-02-21T16:40:25.237" v="416"/>
          <ac:spMkLst>
            <pc:docMk/>
            <pc:sldMk cId="1340975371" sldId="271"/>
            <ac:spMk id="2" creationId="{E58A1520-60AF-0E6B-03F1-3A8E2623E3E6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40:25.237" v="416"/>
          <ac:spMkLst>
            <pc:docMk/>
            <pc:sldMk cId="1340975371" sldId="271"/>
            <ac:spMk id="9" creationId="{F747F1B4-B831-4277-8AB0-32767F7EB7BF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40:25.237" v="416"/>
          <ac:spMkLst>
            <pc:docMk/>
            <pc:sldMk cId="1340975371" sldId="271"/>
            <ac:spMk id="11" creationId="{D80CFA21-AB7C-4BEB-9BFF-05764FBBF3C6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40:25.237" v="416"/>
          <ac:spMkLst>
            <pc:docMk/>
            <pc:sldMk cId="1340975371" sldId="271"/>
            <ac:spMk id="13" creationId="{12F7E335-851A-4CAE-B09F-E657819D4600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40:25.237" v="416"/>
          <ac:spMkLst>
            <pc:docMk/>
            <pc:sldMk cId="1340975371" sldId="271"/>
            <ac:spMk id="15" creationId="{10B541F0-7F6E-402E-84D8-CF96EACA5FBC}"/>
          </ac:spMkLst>
        </pc:spChg>
        <pc:graphicFrameChg chg="add">
          <ac:chgData name="Lakku, Sai Keertana R" userId="S::kb7924tj@go.minnstate.edu::aa713373-d62e-42be-a5fb-296135668942" providerId="AD" clId="Web-{55809949-4BA6-31A0-30FC-BD82EA129E1F}" dt="2025-02-21T16:40:25.237" v="416"/>
          <ac:graphicFrameMkLst>
            <pc:docMk/>
            <pc:sldMk cId="1340975371" sldId="271"/>
            <ac:graphicFrameMk id="5" creationId="{D7A5384F-0122-3104-7460-473A31760BA4}"/>
          </ac:graphicFrameMkLst>
        </pc:graphicFrameChg>
      </pc:sldChg>
    </pc:docChg>
  </pc:docChgLst>
  <pc:docChgLst>
    <pc:chgData name="Wilkins, Graham C" userId="S::bh5884is@go.minnstate.edu::d858373d-d4a5-4d5a-af0d-fcf67a33b3d5" providerId="AD" clId="Web-{64159B3A-8EC3-1548-AB78-74344C4AE6CE}"/>
    <pc:docChg chg="addSld delSld modSld sldOrd">
      <pc:chgData name="Wilkins, Graham C" userId="S::bh5884is@go.minnstate.edu::d858373d-d4a5-4d5a-af0d-fcf67a33b3d5" providerId="AD" clId="Web-{64159B3A-8EC3-1548-AB78-74344C4AE6CE}" dt="2025-02-28T17:29:58.939" v="370"/>
      <pc:docMkLst>
        <pc:docMk/>
      </pc:docMkLst>
      <pc:sldChg chg="modSp">
        <pc:chgData name="Wilkins, Graham C" userId="S::bh5884is@go.minnstate.edu::d858373d-d4a5-4d5a-af0d-fcf67a33b3d5" providerId="AD" clId="Web-{64159B3A-8EC3-1548-AB78-74344C4AE6CE}" dt="2025-02-28T17:24:56.491" v="205" actId="20577"/>
        <pc:sldMkLst>
          <pc:docMk/>
          <pc:sldMk cId="886379872" sldId="257"/>
        </pc:sldMkLst>
        <pc:graphicFrameChg chg="modGraphic">
          <ac:chgData name="Wilkins, Graham C" userId="S::bh5884is@go.minnstate.edu::d858373d-d4a5-4d5a-af0d-fcf67a33b3d5" providerId="AD" clId="Web-{64159B3A-8EC3-1548-AB78-74344C4AE6CE}" dt="2025-02-28T17:24:56.491" v="205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 ord">
        <pc:chgData name="Wilkins, Graham C" userId="S::bh5884is@go.minnstate.edu::d858373d-d4a5-4d5a-af0d-fcf67a33b3d5" providerId="AD" clId="Web-{64159B3A-8EC3-1548-AB78-74344C4AE6CE}" dt="2025-02-28T17:29:36.782" v="348" actId="20577"/>
        <pc:sldMkLst>
          <pc:docMk/>
          <pc:sldMk cId="1987320157" sldId="267"/>
        </pc:sldMkLst>
        <pc:spChg chg="mod">
          <ac:chgData name="Wilkins, Graham C" userId="S::bh5884is@go.minnstate.edu::d858373d-d4a5-4d5a-af0d-fcf67a33b3d5" providerId="AD" clId="Web-{64159B3A-8EC3-1548-AB78-74344C4AE6CE}" dt="2025-02-28T17:29:05.063" v="315" actId="20577"/>
          <ac:spMkLst>
            <pc:docMk/>
            <pc:sldMk cId="1987320157" sldId="267"/>
            <ac:spMk id="2" creationId="{97BAABD8-7260-4DFE-68DB-0632582C632D}"/>
          </ac:spMkLst>
        </pc:spChg>
        <pc:spChg chg="mod">
          <ac:chgData name="Wilkins, Graham C" userId="S::bh5884is@go.minnstate.edu::d858373d-d4a5-4d5a-af0d-fcf67a33b3d5" providerId="AD" clId="Web-{64159B3A-8EC3-1548-AB78-74344C4AE6CE}" dt="2025-02-28T17:29:36.782" v="348" actId="20577"/>
          <ac:spMkLst>
            <pc:docMk/>
            <pc:sldMk cId="1987320157" sldId="267"/>
            <ac:spMk id="4" creationId="{10BBC347-6A01-2036-1706-BF4065DE7D9F}"/>
          </ac:spMkLst>
        </pc:spChg>
      </pc:sldChg>
      <pc:sldChg chg="del">
        <pc:chgData name="Wilkins, Graham C" userId="S::bh5884is@go.minnstate.edu::d858373d-d4a5-4d5a-af0d-fcf67a33b3d5" providerId="AD" clId="Web-{64159B3A-8EC3-1548-AB78-74344C4AE6CE}" dt="2025-02-28T17:00:46.813" v="0"/>
        <pc:sldMkLst>
          <pc:docMk/>
          <pc:sldMk cId="3515090267" sldId="270"/>
        </pc:sldMkLst>
      </pc:sldChg>
      <pc:sldChg chg="del">
        <pc:chgData name="Wilkins, Graham C" userId="S::bh5884is@go.minnstate.edu::d858373d-d4a5-4d5a-af0d-fcf67a33b3d5" providerId="AD" clId="Web-{64159B3A-8EC3-1548-AB78-74344C4AE6CE}" dt="2025-02-28T17:00:48.719" v="1"/>
        <pc:sldMkLst>
          <pc:docMk/>
          <pc:sldMk cId="1340975371" sldId="271"/>
        </pc:sldMkLst>
      </pc:sldChg>
      <pc:sldChg chg="addSp delSp modSp new">
        <pc:chgData name="Wilkins, Graham C" userId="S::bh5884is@go.minnstate.edu::d858373d-d4a5-4d5a-af0d-fcf67a33b3d5" providerId="AD" clId="Web-{64159B3A-8EC3-1548-AB78-74344C4AE6CE}" dt="2025-02-28T17:23:58.270" v="117" actId="14100"/>
        <pc:sldMkLst>
          <pc:docMk/>
          <pc:sldMk cId="401840768" sldId="275"/>
        </pc:sldMkLst>
        <pc:spChg chg="mod">
          <ac:chgData name="Wilkins, Graham C" userId="S::bh5884is@go.minnstate.edu::d858373d-d4a5-4d5a-af0d-fcf67a33b3d5" providerId="AD" clId="Web-{64159B3A-8EC3-1548-AB78-74344C4AE6CE}" dt="2025-02-28T17:13:04.496" v="74" actId="20577"/>
          <ac:spMkLst>
            <pc:docMk/>
            <pc:sldMk cId="401840768" sldId="275"/>
            <ac:spMk id="2" creationId="{3EB6FC04-BAAA-F161-D2CC-CF6F439C9A15}"/>
          </ac:spMkLst>
        </pc:spChg>
        <pc:spChg chg="del">
          <ac:chgData name="Wilkins, Graham C" userId="S::bh5884is@go.minnstate.edu::d858373d-d4a5-4d5a-af0d-fcf67a33b3d5" providerId="AD" clId="Web-{64159B3A-8EC3-1548-AB78-74344C4AE6CE}" dt="2025-02-28T17:08:47.393" v="3"/>
          <ac:spMkLst>
            <pc:docMk/>
            <pc:sldMk cId="401840768" sldId="275"/>
            <ac:spMk id="3" creationId="{6F83B398-1AD6-7017-7723-9C1A1EEEA1D5}"/>
          </ac:spMkLst>
        </pc:spChg>
        <pc:spChg chg="add mod">
          <ac:chgData name="Wilkins, Graham C" userId="S::bh5884is@go.minnstate.edu::d858373d-d4a5-4d5a-af0d-fcf67a33b3d5" providerId="AD" clId="Web-{64159B3A-8EC3-1548-AB78-74344C4AE6CE}" dt="2025-02-28T17:23:46.473" v="111" actId="20577"/>
          <ac:spMkLst>
            <pc:docMk/>
            <pc:sldMk cId="401840768" sldId="275"/>
            <ac:spMk id="7" creationId="{6077AC48-BA9A-E26D-5B16-7578A2A2EB0B}"/>
          </ac:spMkLst>
        </pc:spChg>
        <pc:spChg chg="add mod">
          <ac:chgData name="Wilkins, Graham C" userId="S::bh5884is@go.minnstate.edu::d858373d-d4a5-4d5a-af0d-fcf67a33b3d5" providerId="AD" clId="Web-{64159B3A-8EC3-1548-AB78-74344C4AE6CE}" dt="2025-02-28T17:23:58.270" v="117" actId="14100"/>
          <ac:spMkLst>
            <pc:docMk/>
            <pc:sldMk cId="401840768" sldId="275"/>
            <ac:spMk id="8" creationId="{A90DCF66-5BF6-0F5B-D13C-AEC37C82769C}"/>
          </ac:spMkLst>
        </pc:spChg>
        <pc:picChg chg="add mod ord">
          <ac:chgData name="Wilkins, Graham C" userId="S::bh5884is@go.minnstate.edu::d858373d-d4a5-4d5a-af0d-fcf67a33b3d5" providerId="AD" clId="Web-{64159B3A-8EC3-1548-AB78-74344C4AE6CE}" dt="2025-02-28T17:16:59.817" v="101" actId="14100"/>
          <ac:picMkLst>
            <pc:docMk/>
            <pc:sldMk cId="401840768" sldId="275"/>
            <ac:picMk id="4" creationId="{448E08A2-9CC6-254A-374C-EB9E6914CC7E}"/>
          </ac:picMkLst>
        </pc:picChg>
        <pc:picChg chg="add mod">
          <ac:chgData name="Wilkins, Graham C" userId="S::bh5884is@go.minnstate.edu::d858373d-d4a5-4d5a-af0d-fcf67a33b3d5" providerId="AD" clId="Web-{64159B3A-8EC3-1548-AB78-74344C4AE6CE}" dt="2025-02-28T17:16:55.567" v="99" actId="14100"/>
          <ac:picMkLst>
            <pc:docMk/>
            <pc:sldMk cId="401840768" sldId="275"/>
            <ac:picMk id="5" creationId="{6A5363CA-460A-FF24-F57B-F2E5720B633A}"/>
          </ac:picMkLst>
        </pc:picChg>
      </pc:sldChg>
      <pc:sldChg chg="addSp delSp modSp new">
        <pc:chgData name="Wilkins, Graham C" userId="S::bh5884is@go.minnstate.edu::d858373d-d4a5-4d5a-af0d-fcf67a33b3d5" providerId="AD" clId="Web-{64159B3A-8EC3-1548-AB78-74344C4AE6CE}" dt="2025-02-28T17:24:07.552" v="119"/>
        <pc:sldMkLst>
          <pc:docMk/>
          <pc:sldMk cId="4168929902" sldId="276"/>
        </pc:sldMkLst>
        <pc:spChg chg="mod">
          <ac:chgData name="Wilkins, Graham C" userId="S::bh5884is@go.minnstate.edu::d858373d-d4a5-4d5a-af0d-fcf67a33b3d5" providerId="AD" clId="Web-{64159B3A-8EC3-1548-AB78-74344C4AE6CE}" dt="2025-02-28T17:13:30.372" v="86" actId="14100"/>
          <ac:spMkLst>
            <pc:docMk/>
            <pc:sldMk cId="4168929902" sldId="276"/>
            <ac:spMk id="2" creationId="{3A947105-7D2A-E830-EE7F-E416842FDEE4}"/>
          </ac:spMkLst>
        </pc:spChg>
        <pc:spChg chg="del">
          <ac:chgData name="Wilkins, Graham C" userId="S::bh5884is@go.minnstate.edu::d858373d-d4a5-4d5a-af0d-fcf67a33b3d5" providerId="AD" clId="Web-{64159B3A-8EC3-1548-AB78-74344C4AE6CE}" dt="2025-02-28T17:11:39.556" v="57"/>
          <ac:spMkLst>
            <pc:docMk/>
            <pc:sldMk cId="4168929902" sldId="276"/>
            <ac:spMk id="3" creationId="{18D0C8DF-B480-26D9-2E60-79DAA1167776}"/>
          </ac:spMkLst>
        </pc:spChg>
        <pc:spChg chg="add del mod">
          <ac:chgData name="Wilkins, Graham C" userId="S::bh5884is@go.minnstate.edu::d858373d-d4a5-4d5a-af0d-fcf67a33b3d5" providerId="AD" clId="Web-{64159B3A-8EC3-1548-AB78-74344C4AE6CE}" dt="2025-02-28T17:16:39.973" v="94"/>
          <ac:spMkLst>
            <pc:docMk/>
            <pc:sldMk cId="4168929902" sldId="276"/>
            <ac:spMk id="7" creationId="{6B3EE8B4-DAE5-4780-4432-C0D953C1DAF3}"/>
          </ac:spMkLst>
        </pc:spChg>
        <pc:spChg chg="add">
          <ac:chgData name="Wilkins, Graham C" userId="S::bh5884is@go.minnstate.edu::d858373d-d4a5-4d5a-af0d-fcf67a33b3d5" providerId="AD" clId="Web-{64159B3A-8EC3-1548-AB78-74344C4AE6CE}" dt="2025-02-28T17:24:07.536" v="118"/>
          <ac:spMkLst>
            <pc:docMk/>
            <pc:sldMk cId="4168929902" sldId="276"/>
            <ac:spMk id="9" creationId="{687004A1-EE7B-234F-1EE6-93037565BE2B}"/>
          </ac:spMkLst>
        </pc:spChg>
        <pc:spChg chg="add">
          <ac:chgData name="Wilkins, Graham C" userId="S::bh5884is@go.minnstate.edu::d858373d-d4a5-4d5a-af0d-fcf67a33b3d5" providerId="AD" clId="Web-{64159B3A-8EC3-1548-AB78-74344C4AE6CE}" dt="2025-02-28T17:24:07.552" v="119"/>
          <ac:spMkLst>
            <pc:docMk/>
            <pc:sldMk cId="4168929902" sldId="276"/>
            <ac:spMk id="11" creationId="{765B3B5E-5AE2-B14D-9D4B-983E86C0F11C}"/>
          </ac:spMkLst>
        </pc:spChg>
        <pc:picChg chg="add mod">
          <ac:chgData name="Wilkins, Graham C" userId="S::bh5884is@go.minnstate.edu::d858373d-d4a5-4d5a-af0d-fcf67a33b3d5" providerId="AD" clId="Web-{64159B3A-8EC3-1548-AB78-74344C4AE6CE}" dt="2025-02-28T17:12:04.947" v="63" actId="14100"/>
          <ac:picMkLst>
            <pc:docMk/>
            <pc:sldMk cId="4168929902" sldId="276"/>
            <ac:picMk id="4" creationId="{C94739E7-ABB8-213B-651F-CA410C30A4F5}"/>
          </ac:picMkLst>
        </pc:picChg>
        <pc:picChg chg="add mod">
          <ac:chgData name="Wilkins, Graham C" userId="S::bh5884is@go.minnstate.edu::d858373d-d4a5-4d5a-af0d-fcf67a33b3d5" providerId="AD" clId="Web-{64159B3A-8EC3-1548-AB78-74344C4AE6CE}" dt="2025-02-28T17:12:02.525" v="62" actId="1076"/>
          <ac:picMkLst>
            <pc:docMk/>
            <pc:sldMk cId="4168929902" sldId="276"/>
            <ac:picMk id="5" creationId="{BAB3F4F4-2AD0-6F01-26E7-4086FD9B8BC3}"/>
          </ac:picMkLst>
        </pc:picChg>
      </pc:sldChg>
      <pc:sldChg chg="addSp delSp modSp new">
        <pc:chgData name="Wilkins, Graham C" userId="S::bh5884is@go.minnstate.edu::d858373d-d4a5-4d5a-af0d-fcf67a33b3d5" providerId="AD" clId="Web-{64159B3A-8EC3-1548-AB78-74344C4AE6CE}" dt="2025-02-28T17:28:44.812" v="310" actId="1076"/>
        <pc:sldMkLst>
          <pc:docMk/>
          <pc:sldMk cId="3273053664" sldId="277"/>
        </pc:sldMkLst>
        <pc:spChg chg="mod">
          <ac:chgData name="Wilkins, Graham C" userId="S::bh5884is@go.minnstate.edu::d858373d-d4a5-4d5a-af0d-fcf67a33b3d5" providerId="AD" clId="Web-{64159B3A-8EC3-1548-AB78-74344C4AE6CE}" dt="2025-02-28T17:24:31.756" v="161" actId="20577"/>
          <ac:spMkLst>
            <pc:docMk/>
            <pc:sldMk cId="3273053664" sldId="277"/>
            <ac:spMk id="2" creationId="{2F10C5DD-05A8-2437-33E3-AED0D9720D31}"/>
          </ac:spMkLst>
        </pc:spChg>
        <pc:spChg chg="del">
          <ac:chgData name="Wilkins, Graham C" userId="S::bh5884is@go.minnstate.edu::d858373d-d4a5-4d5a-af0d-fcf67a33b3d5" providerId="AD" clId="Web-{64159B3A-8EC3-1548-AB78-74344C4AE6CE}" dt="2025-02-28T17:16:24.097" v="92"/>
          <ac:spMkLst>
            <pc:docMk/>
            <pc:sldMk cId="3273053664" sldId="277"/>
            <ac:spMk id="3" creationId="{D8F6224C-D7F3-C5DD-56A2-F33AD227EEB2}"/>
          </ac:spMkLst>
        </pc:spChg>
        <pc:spChg chg="add mod">
          <ac:chgData name="Wilkins, Graham C" userId="S::bh5884is@go.minnstate.edu::d858373d-d4a5-4d5a-af0d-fcf67a33b3d5" providerId="AD" clId="Web-{64159B3A-8EC3-1548-AB78-74344C4AE6CE}" dt="2025-02-28T17:28:33.936" v="289" actId="20577"/>
          <ac:spMkLst>
            <pc:docMk/>
            <pc:sldMk cId="3273053664" sldId="277"/>
            <ac:spMk id="8" creationId="{B0A20924-784F-1448-9D0D-0EA3DDC0ADA4}"/>
          </ac:spMkLst>
        </pc:spChg>
        <pc:spChg chg="add del mod">
          <ac:chgData name="Wilkins, Graham C" userId="S::bh5884is@go.minnstate.edu::d858373d-d4a5-4d5a-af0d-fcf67a33b3d5" providerId="AD" clId="Web-{64159B3A-8EC3-1548-AB78-74344C4AE6CE}" dt="2025-02-28T17:28:31.514" v="288"/>
          <ac:spMkLst>
            <pc:docMk/>
            <pc:sldMk cId="3273053664" sldId="277"/>
            <ac:spMk id="10" creationId="{8094D909-0ACB-3D19-0ADB-FB3B72D9447C}"/>
          </ac:spMkLst>
        </pc:spChg>
        <pc:spChg chg="add mod">
          <ac:chgData name="Wilkins, Graham C" userId="S::bh5884is@go.minnstate.edu::d858373d-d4a5-4d5a-af0d-fcf67a33b3d5" providerId="AD" clId="Web-{64159B3A-8EC3-1548-AB78-74344C4AE6CE}" dt="2025-02-28T17:28:44.812" v="310" actId="1076"/>
          <ac:spMkLst>
            <pc:docMk/>
            <pc:sldMk cId="3273053664" sldId="277"/>
            <ac:spMk id="11" creationId="{4110D6CC-5486-E90F-79C8-E5628EF62ABB}"/>
          </ac:spMkLst>
        </pc:spChg>
        <pc:picChg chg="add mod ord">
          <ac:chgData name="Wilkins, Graham C" userId="S::bh5884is@go.minnstate.edu::d858373d-d4a5-4d5a-af0d-fcf67a33b3d5" providerId="AD" clId="Web-{64159B3A-8EC3-1548-AB78-74344C4AE6CE}" dt="2025-02-28T17:16:25.363" v="93" actId="1076"/>
          <ac:picMkLst>
            <pc:docMk/>
            <pc:sldMk cId="3273053664" sldId="277"/>
            <ac:picMk id="4" creationId="{4DF34ACB-364E-F7A2-3102-E8646AA9BBFC}"/>
          </ac:picMkLst>
        </pc:picChg>
        <pc:picChg chg="add mod">
          <ac:chgData name="Wilkins, Graham C" userId="S::bh5884is@go.minnstate.edu::d858373d-d4a5-4d5a-af0d-fcf67a33b3d5" providerId="AD" clId="Web-{64159B3A-8EC3-1548-AB78-74344C4AE6CE}" dt="2025-02-28T17:16:45.207" v="96" actId="1076"/>
          <ac:picMkLst>
            <pc:docMk/>
            <pc:sldMk cId="3273053664" sldId="277"/>
            <ac:picMk id="6" creationId="{CDBFF1CC-BAAD-4ABC-F244-842708F371DB}"/>
          </ac:picMkLst>
        </pc:picChg>
      </pc:sldChg>
      <pc:sldChg chg="modSp add del replId">
        <pc:chgData name="Wilkins, Graham C" userId="S::bh5884is@go.minnstate.edu::d858373d-d4a5-4d5a-af0d-fcf67a33b3d5" providerId="AD" clId="Web-{64159B3A-8EC3-1548-AB78-74344C4AE6CE}" dt="2025-02-28T17:29:58.939" v="370"/>
        <pc:sldMkLst>
          <pc:docMk/>
          <pc:sldMk cId="3060660367" sldId="278"/>
        </pc:sldMkLst>
        <pc:spChg chg="mod">
          <ac:chgData name="Wilkins, Graham C" userId="S::bh5884is@go.minnstate.edu::d858373d-d4a5-4d5a-af0d-fcf67a33b3d5" providerId="AD" clId="Web-{64159B3A-8EC3-1548-AB78-74344C4AE6CE}" dt="2025-02-28T17:29:56.846" v="369" actId="20577"/>
          <ac:spMkLst>
            <pc:docMk/>
            <pc:sldMk cId="3060660367" sldId="278"/>
            <ac:spMk id="4" creationId="{8EDDE56B-E950-2D20-EBBA-B3CAD92EA217}"/>
          </ac:spMkLst>
        </pc:spChg>
      </pc:sldChg>
    </pc:docChg>
  </pc:docChgLst>
  <pc:docChgLst>
    <pc:chgData name="Srinivasa Reddy, Shashank reddy" userId="S::qn1833ep@go.minnstate.edu::5f8d5532-cbd8-40c0-aa18-97830f20e260" providerId="AD" clId="Web-{C8060422-C3F0-BE59-8305-B28CD494688C}"/>
    <pc:docChg chg="addSld delSld modSld">
      <pc:chgData name="Srinivasa Reddy, Shashank reddy" userId="S::qn1833ep@go.minnstate.edu::5f8d5532-cbd8-40c0-aa18-97830f20e260" providerId="AD" clId="Web-{C8060422-C3F0-BE59-8305-B28CD494688C}" dt="2025-03-28T15:24:34.646" v="376" actId="20577"/>
      <pc:docMkLst>
        <pc:docMk/>
      </pc:docMkLst>
      <pc:sldChg chg="modSp">
        <pc:chgData name="Srinivasa Reddy, Shashank reddy" userId="S::qn1833ep@go.minnstate.edu::5f8d5532-cbd8-40c0-aa18-97830f20e260" providerId="AD" clId="Web-{C8060422-C3F0-BE59-8305-B28CD494688C}" dt="2025-03-28T15:23:59.067" v="373" actId="20577"/>
        <pc:sldMkLst>
          <pc:docMk/>
          <pc:sldMk cId="1258313468" sldId="269"/>
        </pc:sldMkLst>
        <pc:spChg chg="mod">
          <ac:chgData name="Srinivasa Reddy, Shashank reddy" userId="S::qn1833ep@go.minnstate.edu::5f8d5532-cbd8-40c0-aa18-97830f20e260" providerId="AD" clId="Web-{C8060422-C3F0-BE59-8305-B28CD494688C}" dt="2025-03-28T15:23:59.067" v="373" actId="20577"/>
          <ac:spMkLst>
            <pc:docMk/>
            <pc:sldMk cId="1258313468" sldId="269"/>
            <ac:spMk id="6" creationId="{F460C7CA-C74A-47C3-E8E1-675A2D2DFD09}"/>
          </ac:spMkLst>
        </pc:spChg>
      </pc:sldChg>
      <pc:sldChg chg="addSp delSp modSp mod setBg setClrOvrMap">
        <pc:chgData name="Srinivasa Reddy, Shashank reddy" userId="S::qn1833ep@go.minnstate.edu::5f8d5532-cbd8-40c0-aa18-97830f20e260" providerId="AD" clId="Web-{C8060422-C3F0-BE59-8305-B28CD494688C}" dt="2025-03-28T15:24:34.646" v="376" actId="20577"/>
        <pc:sldMkLst>
          <pc:docMk/>
          <pc:sldMk cId="401840768" sldId="275"/>
        </pc:sldMkLst>
        <pc:spChg chg="mod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2" creationId="{3EB6FC04-BAAA-F161-D2CC-CF6F439C9A15}"/>
          </ac:spMkLst>
        </pc:spChg>
        <pc:spChg chg="mod">
          <ac:chgData name="Srinivasa Reddy, Shashank reddy" userId="S::qn1833ep@go.minnstate.edu::5f8d5532-cbd8-40c0-aa18-97830f20e260" providerId="AD" clId="Web-{C8060422-C3F0-BE59-8305-B28CD494688C}" dt="2025-03-28T15:24:03.207" v="374" actId="20577"/>
          <ac:spMkLst>
            <pc:docMk/>
            <pc:sldMk cId="401840768" sldId="275"/>
            <ac:spMk id="3" creationId="{28EC074C-A5CF-98CF-574C-DC35FC12E44B}"/>
          </ac:spMkLst>
        </pc:spChg>
        <pc:spChg chg="add del mod">
          <ac:chgData name="Srinivasa Reddy, Shashank reddy" userId="S::qn1833ep@go.minnstate.edu::5f8d5532-cbd8-40c0-aa18-97830f20e260" providerId="AD" clId="Web-{C8060422-C3F0-BE59-8305-B28CD494688C}" dt="2025-03-27T19:42:43.488" v="153"/>
          <ac:spMkLst>
            <pc:docMk/>
            <pc:sldMk cId="401840768" sldId="275"/>
            <ac:spMk id="4" creationId="{0F24E42C-C15F-DA9A-8303-BDD4D972FC5B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7T19:42:14.004" v="146"/>
          <ac:spMkLst>
            <pc:docMk/>
            <pc:sldMk cId="401840768" sldId="275"/>
            <ac:spMk id="11" creationId="{4E78424C-6FD0-41F8-9CAA-5DC19C42359F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7T19:42:14.004" v="146"/>
          <ac:spMkLst>
            <pc:docMk/>
            <pc:sldMk cId="401840768" sldId="275"/>
            <ac:spMk id="12" creationId="{DD136760-57DC-4301-8BEA-B71AD2D13905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7T19:42:14.004" v="146"/>
          <ac:spMkLst>
            <pc:docMk/>
            <pc:sldMk cId="401840768" sldId="275"/>
            <ac:spMk id="14" creationId="{BDC58DEA-1307-4F44-AD47-E613D8B76A89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7T19:42:14.004" v="146"/>
          <ac:spMkLst>
            <pc:docMk/>
            <pc:sldMk cId="401840768" sldId="275"/>
            <ac:spMk id="16" creationId="{C99B912D-1E4B-42AF-A2BE-CFEFEC916EE7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7T19:42:36.566" v="150"/>
          <ac:spMkLst>
            <pc:docMk/>
            <pc:sldMk cId="401840768" sldId="275"/>
            <ac:spMk id="20" creationId="{F747F1B4-B831-4277-8AB0-32767F7EB7BF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7T19:42:36.566" v="150"/>
          <ac:spMkLst>
            <pc:docMk/>
            <pc:sldMk cId="401840768" sldId="275"/>
            <ac:spMk id="21" creationId="{D80CFA21-AB7C-4BEB-9BFF-05764FBBF3C6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7T19:42:36.566" v="150"/>
          <ac:spMkLst>
            <pc:docMk/>
            <pc:sldMk cId="401840768" sldId="275"/>
            <ac:spMk id="22" creationId="{12F7E335-851A-4CAE-B09F-E657819D4600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7T19:42:36.566" v="150"/>
          <ac:spMkLst>
            <pc:docMk/>
            <pc:sldMk cId="401840768" sldId="275"/>
            <ac:spMk id="23" creationId="{10B541F0-7F6E-402E-84D8-CF96EACA5FBC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28" creationId="{F747F1B4-B831-4277-8AB0-32767F7EB7BF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29" creationId="{D80CFA21-AB7C-4BEB-9BFF-05764FBBF3C6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30" creationId="{12F7E335-851A-4CAE-B09F-E657819D4600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31" creationId="{10B541F0-7F6E-402E-84D8-CF96EACA5FBC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1:55:11.457" v="169"/>
          <ac:spMkLst>
            <pc:docMk/>
            <pc:sldMk cId="401840768" sldId="275"/>
            <ac:spMk id="35" creationId="{D2236FAB-CEB5-356E-760F-284D1192362F}"/>
          </ac:spMkLst>
        </pc:spChg>
        <pc:spChg chg="add del mod">
          <ac:chgData name="Srinivasa Reddy, Shashank reddy" userId="S::qn1833ep@go.minnstate.edu::5f8d5532-cbd8-40c0-aa18-97830f20e260" providerId="AD" clId="Web-{C8060422-C3F0-BE59-8305-B28CD494688C}" dt="2025-03-28T12:08:49.002" v="249"/>
          <ac:spMkLst>
            <pc:docMk/>
            <pc:sldMk cId="401840768" sldId="275"/>
            <ac:spMk id="36" creationId="{A586D533-223B-8EA3-B0D9-1A98A6C15040}"/>
          </ac:spMkLst>
        </pc:spChg>
        <pc:spChg chg="add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37" creationId="{4E78424C-6FD0-41F8-9CAA-5DC19C42359F}"/>
          </ac:spMkLst>
        </pc:spChg>
        <pc:spChg chg="add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39" creationId="{DD136760-57DC-4301-8BEA-B71AD2D13905}"/>
          </ac:spMkLst>
        </pc:spChg>
        <pc:spChg chg="add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41" creationId="{BDC58DEA-1307-4F44-AD47-E613D8B76A89}"/>
          </ac:spMkLst>
        </pc:spChg>
        <pc:spChg chg="add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43" creationId="{C99B912D-1E4B-42AF-A2BE-CFEFEC916EE7}"/>
          </ac:spMkLst>
        </pc:spChg>
        <pc:spChg chg="add mod">
          <ac:chgData name="Srinivasa Reddy, Shashank reddy" userId="S::qn1833ep@go.minnstate.edu::5f8d5532-cbd8-40c0-aa18-97830f20e260" providerId="AD" clId="Web-{C8060422-C3F0-BE59-8305-B28CD494688C}" dt="2025-03-28T15:23:00.111" v="371" actId="1076"/>
          <ac:spMkLst>
            <pc:docMk/>
            <pc:sldMk cId="401840768" sldId="275"/>
            <ac:spMk id="988" creationId="{2761B5EE-4776-46A5-56B2-AD14F95BDDCD}"/>
          </ac:spMkLst>
        </pc:spChg>
        <pc:graphicFrameChg chg="add del">
          <ac:chgData name="Srinivasa Reddy, Shashank reddy" userId="S::qn1833ep@go.minnstate.edu::5f8d5532-cbd8-40c0-aa18-97830f20e260" providerId="AD" clId="Web-{C8060422-C3F0-BE59-8305-B28CD494688C}" dt="2025-03-27T19:42:14.004" v="146"/>
          <ac:graphicFrameMkLst>
            <pc:docMk/>
            <pc:sldMk cId="401840768" sldId="275"/>
            <ac:graphicFrameMk id="13" creationId="{3CBD1CCC-25DF-76FE-4707-4352BD2BBA2C}"/>
          </ac:graphicFrameMkLst>
        </pc:graphicFrameChg>
        <pc:graphicFrameChg chg="add del">
          <ac:chgData name="Srinivasa Reddy, Shashank reddy" userId="S::qn1833ep@go.minnstate.edu::5f8d5532-cbd8-40c0-aa18-97830f20e260" providerId="AD" clId="Web-{C8060422-C3F0-BE59-8305-B28CD494688C}" dt="2025-03-27T19:42:23.644" v="148"/>
          <ac:graphicFrameMkLst>
            <pc:docMk/>
            <pc:sldMk cId="401840768" sldId="275"/>
            <ac:graphicFrameMk id="18" creationId="{DD4F60BD-3697-4696-53EF-85961AAA66C1}"/>
          </ac:graphicFrameMkLst>
        </pc:graphicFrameChg>
        <pc:graphicFrameChg chg="add del">
          <ac:chgData name="Srinivasa Reddy, Shashank reddy" userId="S::qn1833ep@go.minnstate.edu::5f8d5532-cbd8-40c0-aa18-97830f20e260" providerId="AD" clId="Web-{C8060422-C3F0-BE59-8305-B28CD494688C}" dt="2025-03-27T19:42:36.566" v="150"/>
          <ac:graphicFrameMkLst>
            <pc:docMk/>
            <pc:sldMk cId="401840768" sldId="275"/>
            <ac:graphicFrameMk id="24" creationId="{30A8635A-E7E5-1E6F-F2BA-A213A75CB5F7}"/>
          </ac:graphicFrameMkLst>
        </pc:graphicFrameChg>
        <pc:graphicFrameChg chg="add del">
          <ac:chgData name="Srinivasa Reddy, Shashank reddy" userId="S::qn1833ep@go.minnstate.edu::5f8d5532-cbd8-40c0-aa18-97830f20e260" providerId="AD" clId="Web-{C8060422-C3F0-BE59-8305-B28CD494688C}" dt="2025-03-27T19:42:43.441" v="152"/>
          <ac:graphicFrameMkLst>
            <pc:docMk/>
            <pc:sldMk cId="401840768" sldId="275"/>
            <ac:graphicFrameMk id="26" creationId="{B4C181F6-1896-DD8B-D4EB-F1E7AB3D2609}"/>
          </ac:graphicFrameMkLst>
        </pc:graphicFrameChg>
        <pc:graphicFrameChg chg="add del mod modGraphic">
          <ac:chgData name="Srinivasa Reddy, Shashank reddy" userId="S::qn1833ep@go.minnstate.edu::5f8d5532-cbd8-40c0-aa18-97830f20e260" providerId="AD" clId="Web-{C8060422-C3F0-BE59-8305-B28CD494688C}" dt="2025-03-28T15:24:34.646" v="376" actId="20577"/>
          <ac:graphicFrameMkLst>
            <pc:docMk/>
            <pc:sldMk cId="401840768" sldId="275"/>
            <ac:graphicFrameMk id="32" creationId="{30A8635A-E7E5-1E6F-F2BA-A213A75CB5F7}"/>
          </ac:graphicFrameMkLst>
        </pc:graphicFrameChg>
        <pc:graphicFrameChg chg="add del mod modGraphic">
          <ac:chgData name="Srinivasa Reddy, Shashank reddy" userId="S::qn1833ep@go.minnstate.edu::5f8d5532-cbd8-40c0-aa18-97830f20e260" providerId="AD" clId="Web-{C8060422-C3F0-BE59-8305-B28CD494688C}" dt="2025-03-28T11:58:36.862" v="210"/>
          <ac:graphicFrameMkLst>
            <pc:docMk/>
            <pc:sldMk cId="401840768" sldId="275"/>
            <ac:graphicFrameMk id="50" creationId="{5962AFF4-8A9D-D70E-C1EF-061B52473A08}"/>
          </ac:graphicFrameMkLst>
        </pc:graphicFrameChg>
        <pc:graphicFrameChg chg="add del mod modGraphic">
          <ac:chgData name="Srinivasa Reddy, Shashank reddy" userId="S::qn1833ep@go.minnstate.edu::5f8d5532-cbd8-40c0-aa18-97830f20e260" providerId="AD" clId="Web-{C8060422-C3F0-BE59-8305-B28CD494688C}" dt="2025-03-28T12:08:44.096" v="247"/>
          <ac:graphicFrameMkLst>
            <pc:docMk/>
            <pc:sldMk cId="401840768" sldId="275"/>
            <ac:graphicFrameMk id="184" creationId="{EA302DCA-5093-9B88-16DC-C95EE5D05E4E}"/>
          </ac:graphicFrameMkLst>
        </pc:graphicFrameChg>
        <pc:picChg chg="add mod">
          <ac:chgData name="Srinivasa Reddy, Shashank reddy" userId="S::qn1833ep@go.minnstate.edu::5f8d5532-cbd8-40c0-aa18-97830f20e260" providerId="AD" clId="Web-{C8060422-C3F0-BE59-8305-B28CD494688C}" dt="2025-03-28T12:08:57.127" v="251" actId="1076"/>
          <ac:picMkLst>
            <pc:docMk/>
            <pc:sldMk cId="401840768" sldId="275"/>
            <ac:picMk id="188" creationId="{4DAD31B7-A61A-FC1E-1C1C-B6AFF45BFC57}"/>
          </ac:picMkLst>
        </pc:picChg>
        <pc:picChg chg="add mod">
          <ac:chgData name="Srinivasa Reddy, Shashank reddy" userId="S::qn1833ep@go.minnstate.edu::5f8d5532-cbd8-40c0-aa18-97830f20e260" providerId="AD" clId="Web-{C8060422-C3F0-BE59-8305-B28CD494688C}" dt="2025-03-28T12:08:58.955" v="252" actId="1076"/>
          <ac:picMkLst>
            <pc:docMk/>
            <pc:sldMk cId="401840768" sldId="275"/>
            <ac:picMk id="189" creationId="{115EB99F-115F-2690-F36D-72C366D09D1C}"/>
          </ac:picMkLst>
        </pc:picChg>
      </pc:sldChg>
      <pc:sldChg chg="addSp delSp modSp add del mod replId setBg setClrOvrMap">
        <pc:chgData name="Srinivasa Reddy, Shashank reddy" userId="S::qn1833ep@go.minnstate.edu::5f8d5532-cbd8-40c0-aa18-97830f20e260" providerId="AD" clId="Web-{C8060422-C3F0-BE59-8305-B28CD494688C}" dt="2025-03-28T15:23:45.581" v="372"/>
        <pc:sldMkLst>
          <pc:docMk/>
          <pc:sldMk cId="2139809473" sldId="276"/>
        </pc:sldMkLst>
        <pc:spChg chg="mod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2" creationId="{573AD977-AB01-2EDA-73EE-2B783FF06D4B}"/>
          </ac:spMkLst>
        </pc:spChg>
        <pc:spChg chg="mod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3" creationId="{CA71B766-BD54-AD95-ADB6-7CDFFFE8CDB9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28" creationId="{A17BD42C-700A-EAAA-C4BD-7D5F6337235C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29" creationId="{0117900B-F2EF-D5B7-4AAA-6449D57B4C25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30" creationId="{CF9A13FB-419A-E888-7259-6A8F8C51E4BE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31" creationId="{79CE6DEC-832D-B5D8-E5D8-F792E0547EA6}"/>
          </ac:spMkLst>
        </pc:spChg>
        <pc:spChg chg="del mod">
          <ac:chgData name="Srinivasa Reddy, Shashank reddy" userId="S::qn1833ep@go.minnstate.edu::5f8d5532-cbd8-40c0-aa18-97830f20e260" providerId="AD" clId="Web-{C8060422-C3F0-BE59-8305-B28CD494688C}" dt="2025-03-28T12:05:57.785" v="227"/>
          <ac:spMkLst>
            <pc:docMk/>
            <pc:sldMk cId="2139809473" sldId="276"/>
            <ac:spMk id="36" creationId="{2A45D4D8-B14C-7533-6A52-DA8CF7F9147D}"/>
          </ac:spMkLst>
        </pc:spChg>
        <pc:spChg chg="add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186" creationId="{F747F1B4-B831-4277-8AB0-32767F7EB7BF}"/>
          </ac:spMkLst>
        </pc:spChg>
        <pc:spChg chg="add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191" creationId="{D80CFA21-AB7C-4BEB-9BFF-05764FBBF3C6}"/>
          </ac:spMkLst>
        </pc:spChg>
        <pc:spChg chg="add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193" creationId="{12F7E335-851A-4CAE-B09F-E657819D4600}"/>
          </ac:spMkLst>
        </pc:spChg>
        <pc:spChg chg="add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195" creationId="{10B541F0-7F6E-402E-84D8-CF96EACA5FBC}"/>
          </ac:spMkLst>
        </pc:spChg>
        <pc:graphicFrameChg chg="del">
          <ac:chgData name="Srinivasa Reddy, Shashank reddy" userId="S::qn1833ep@go.minnstate.edu::5f8d5532-cbd8-40c0-aa18-97830f20e260" providerId="AD" clId="Web-{C8060422-C3F0-BE59-8305-B28CD494688C}" dt="2025-03-28T12:05:52.597" v="225"/>
          <ac:graphicFrameMkLst>
            <pc:docMk/>
            <pc:sldMk cId="2139809473" sldId="276"/>
            <ac:graphicFrameMk id="32" creationId="{54D925BD-05CF-F2DD-C13B-46D3C9AAAF63}"/>
          </ac:graphicFrameMkLst>
        </pc:graphicFrameChg>
        <pc:graphicFrameChg chg="mod modGraphic">
          <ac:chgData name="Srinivasa Reddy, Shashank reddy" userId="S::qn1833ep@go.minnstate.edu::5f8d5532-cbd8-40c0-aa18-97830f20e260" providerId="AD" clId="Web-{C8060422-C3F0-BE59-8305-B28CD494688C}" dt="2025-03-28T15:04:34.552" v="274"/>
          <ac:graphicFrameMkLst>
            <pc:docMk/>
            <pc:sldMk cId="2139809473" sldId="276"/>
            <ac:graphicFrameMk id="184" creationId="{F2AF92F0-6286-E001-E1D2-78A757B709AB}"/>
          </ac:graphicFrameMkLst>
        </pc:graphicFrameChg>
        <pc:picChg chg="del mod">
          <ac:chgData name="Srinivasa Reddy, Shashank reddy" userId="S::qn1833ep@go.minnstate.edu::5f8d5532-cbd8-40c0-aa18-97830f20e260" providerId="AD" clId="Web-{C8060422-C3F0-BE59-8305-B28CD494688C}" dt="2025-03-28T12:06:10.300" v="233"/>
          <ac:picMkLst>
            <pc:docMk/>
            <pc:sldMk cId="2139809473" sldId="276"/>
            <ac:picMk id="188" creationId="{121D234A-3127-0941-657E-ADD9EF79DD08}"/>
          </ac:picMkLst>
        </pc:picChg>
        <pc:picChg chg="del mod">
          <ac:chgData name="Srinivasa Reddy, Shashank reddy" userId="S::qn1833ep@go.minnstate.edu::5f8d5532-cbd8-40c0-aa18-97830f20e260" providerId="AD" clId="Web-{C8060422-C3F0-BE59-8305-B28CD494688C}" dt="2025-03-28T12:06:08.019" v="231"/>
          <ac:picMkLst>
            <pc:docMk/>
            <pc:sldMk cId="2139809473" sldId="276"/>
            <ac:picMk id="189" creationId="{B76E71FD-03A4-BBF6-43DD-846A3C6B196F}"/>
          </ac:picMkLst>
        </pc:picChg>
      </pc:sldChg>
    </pc:docChg>
  </pc:docChgLst>
  <pc:docChgLst>
    <pc:chgData clId="Web-{21C7DA03-CA7E-CD3B-3EDF-5DD967C42C77}"/>
    <pc:docChg chg="modSld">
      <pc:chgData name="" userId="" providerId="" clId="Web-{21C7DA03-CA7E-CD3B-3EDF-5DD967C42C77}" dt="2025-02-21T16:12:25.209" v="2" actId="20577"/>
      <pc:docMkLst>
        <pc:docMk/>
      </pc:docMkLst>
      <pc:sldChg chg="modSp">
        <pc:chgData name="" userId="" providerId="" clId="Web-{21C7DA03-CA7E-CD3B-3EDF-5DD967C42C77}" dt="2025-02-21T16:12:25.209" v="2" actId="20577"/>
        <pc:sldMkLst>
          <pc:docMk/>
          <pc:sldMk cId="109857222" sldId="256"/>
        </pc:sldMkLst>
        <pc:spChg chg="mod">
          <ac:chgData name="" userId="" providerId="" clId="Web-{21C7DA03-CA7E-CD3B-3EDF-5DD967C42C77}" dt="2025-02-21T16:12:25.209" v="2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Lakku, Sai Keertana R" userId="S::kb7924tj@go.minnstate.edu::aa713373-d62e-42be-a5fb-296135668942" providerId="AD" clId="Web-{0123EC3D-3BB0-52C3-C8DB-E95146AB2338}"/>
    <pc:docChg chg="modSld">
      <pc:chgData name="Lakku, Sai Keertana R" userId="S::kb7924tj@go.minnstate.edu::aa713373-d62e-42be-a5fb-296135668942" providerId="AD" clId="Web-{0123EC3D-3BB0-52C3-C8DB-E95146AB2338}" dt="2025-03-28T16:19:55.937" v="123" actId="1076"/>
      <pc:docMkLst>
        <pc:docMk/>
      </pc:docMkLst>
      <pc:sldChg chg="modSp">
        <pc:chgData name="Lakku, Sai Keertana R" userId="S::kb7924tj@go.minnstate.edu::aa713373-d62e-42be-a5fb-296135668942" providerId="AD" clId="Web-{0123EC3D-3BB0-52C3-C8DB-E95146AB2338}" dt="2025-03-28T16:19:55.937" v="123" actId="1076"/>
        <pc:sldMkLst>
          <pc:docMk/>
          <pc:sldMk cId="893194236" sldId="274"/>
        </pc:sldMkLst>
        <pc:picChg chg="mod">
          <ac:chgData name="Lakku, Sai Keertana R" userId="S::kb7924tj@go.minnstate.edu::aa713373-d62e-42be-a5fb-296135668942" providerId="AD" clId="Web-{0123EC3D-3BB0-52C3-C8DB-E95146AB2338}" dt="2025-03-28T16:19:55.937" v="123" actId="1076"/>
          <ac:picMkLst>
            <pc:docMk/>
            <pc:sldMk cId="893194236" sldId="274"/>
            <ac:picMk id="8" creationId="{D7CF06B1-5685-17BF-BD1A-E7E02255C33F}"/>
          </ac:picMkLst>
        </pc:picChg>
      </pc:sldChg>
      <pc:sldChg chg="modSp">
        <pc:chgData name="Lakku, Sai Keertana R" userId="S::kb7924tj@go.minnstate.edu::aa713373-d62e-42be-a5fb-296135668942" providerId="AD" clId="Web-{0123EC3D-3BB0-52C3-C8DB-E95146AB2338}" dt="2025-03-28T16:18:41.620" v="119"/>
        <pc:sldMkLst>
          <pc:docMk/>
          <pc:sldMk cId="2540521633" sldId="277"/>
        </pc:sldMkLst>
        <pc:graphicFrameChg chg="mod modGraphic">
          <ac:chgData name="Lakku, Sai Keertana R" userId="S::kb7924tj@go.minnstate.edu::aa713373-d62e-42be-a5fb-296135668942" providerId="AD" clId="Web-{0123EC3D-3BB0-52C3-C8DB-E95146AB2338}" dt="2025-03-28T16:18:41.620" v="119"/>
          <ac:graphicFrameMkLst>
            <pc:docMk/>
            <pc:sldMk cId="2540521633" sldId="277"/>
            <ac:graphicFrameMk id="6" creationId="{E8C4FCBE-AB17-F054-AA9D-2771819AF527}"/>
          </ac:graphicFrameMkLst>
        </pc:graphicFrameChg>
      </pc:sldChg>
    </pc:docChg>
  </pc:docChgLst>
  <pc:docChgLst>
    <pc:chgData name="Hjulberg, Andrew S" userId="S::hi6397ef@go.minnstate.edu::55255bf8-79f2-42d3-80cc-139b63d0776c" providerId="AD" clId="Web-{87C06292-1DAC-6B06-D1BF-913DCCB5227D}"/>
    <pc:docChg chg="modSld">
      <pc:chgData name="Hjulberg, Andrew S" userId="S::hi6397ef@go.minnstate.edu::55255bf8-79f2-42d3-80cc-139b63d0776c" providerId="AD" clId="Web-{87C06292-1DAC-6B06-D1BF-913DCCB5227D}" dt="2025-02-28T17:30:24.971" v="2" actId="20577"/>
      <pc:docMkLst>
        <pc:docMk/>
      </pc:docMkLst>
      <pc:sldChg chg="modSp">
        <pc:chgData name="Hjulberg, Andrew S" userId="S::hi6397ef@go.minnstate.edu::55255bf8-79f2-42d3-80cc-139b63d0776c" providerId="AD" clId="Web-{87C06292-1DAC-6B06-D1BF-913DCCB5227D}" dt="2025-02-28T17:30:24.971" v="2" actId="20577"/>
        <pc:sldMkLst>
          <pc:docMk/>
          <pc:sldMk cId="109857222" sldId="256"/>
        </pc:sldMkLst>
        <pc:spChg chg="mod">
          <ac:chgData name="Hjulberg, Andrew S" userId="S::hi6397ef@go.minnstate.edu::55255bf8-79f2-42d3-80cc-139b63d0776c" providerId="AD" clId="Web-{87C06292-1DAC-6B06-D1BF-913DCCB5227D}" dt="2025-02-28T17:30:24.971" v="2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Hjulberg, Andrew S" userId="55255bf8-79f2-42d3-80cc-139b63d0776c" providerId="ADAL" clId="{BF91F376-D513-407B-90DF-F66CF7546839}"/>
    <pc:docChg chg="custSel addSld modSld sldOrd">
      <pc:chgData name="Hjulberg, Andrew S" userId="55255bf8-79f2-42d3-80cc-139b63d0776c" providerId="ADAL" clId="{BF91F376-D513-407B-90DF-F66CF7546839}" dt="2025-03-21T15:54:34.060" v="141"/>
      <pc:docMkLst>
        <pc:docMk/>
      </pc:docMkLst>
      <pc:sldChg chg="modSp">
        <pc:chgData name="Hjulberg, Andrew S" userId="55255bf8-79f2-42d3-80cc-139b63d0776c" providerId="ADAL" clId="{BF91F376-D513-407B-90DF-F66CF7546839}" dt="2025-03-21T15:54:02.674" v="140"/>
        <pc:sldMkLst>
          <pc:docMk/>
          <pc:sldMk cId="886379872" sldId="257"/>
        </pc:sldMkLst>
        <pc:graphicFrameChg chg="mod">
          <ac:chgData name="Hjulberg, Andrew S" userId="55255bf8-79f2-42d3-80cc-139b63d0776c" providerId="ADAL" clId="{BF91F376-D513-407B-90DF-F66CF7546839}" dt="2025-03-21T15:54:02.674" v="140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addSp delSp modSp mod">
        <pc:chgData name="Hjulberg, Andrew S" userId="55255bf8-79f2-42d3-80cc-139b63d0776c" providerId="ADAL" clId="{BF91F376-D513-407B-90DF-F66CF7546839}" dt="2025-03-21T15:54:34.060" v="141"/>
        <pc:sldMkLst>
          <pc:docMk/>
          <pc:sldMk cId="1258313468" sldId="269"/>
        </pc:sldMkLst>
        <pc:graphicFrameChg chg="add mod">
          <ac:chgData name="Hjulberg, Andrew S" userId="55255bf8-79f2-42d3-80cc-139b63d0776c" providerId="ADAL" clId="{BF91F376-D513-407B-90DF-F66CF7546839}" dt="2025-03-21T15:54:34.060" v="141"/>
          <ac:graphicFrameMkLst>
            <pc:docMk/>
            <pc:sldMk cId="1258313468" sldId="269"/>
            <ac:graphicFrameMk id="5" creationId="{635C2A7D-A2CA-3FC7-C810-CE0225A50F5B}"/>
          </ac:graphicFrameMkLst>
        </pc:graphicFrameChg>
        <pc:picChg chg="add del mod">
          <ac:chgData name="Hjulberg, Andrew S" userId="55255bf8-79f2-42d3-80cc-139b63d0776c" providerId="ADAL" clId="{BF91F376-D513-407B-90DF-F66CF7546839}" dt="2025-03-19T15:38:33.278" v="2" actId="21"/>
          <ac:picMkLst>
            <pc:docMk/>
            <pc:sldMk cId="1258313468" sldId="269"/>
            <ac:picMk id="4" creationId="{B404D528-2AD9-F19E-84A4-8479A7EE7449}"/>
          </ac:picMkLst>
        </pc:picChg>
      </pc:sldChg>
      <pc:sldChg chg="modSp add mod ord">
        <pc:chgData name="Hjulberg, Andrew S" userId="55255bf8-79f2-42d3-80cc-139b63d0776c" providerId="ADAL" clId="{BF91F376-D513-407B-90DF-F66CF7546839}" dt="2025-03-19T16:00:46.577" v="138" actId="20577"/>
        <pc:sldMkLst>
          <pc:docMk/>
          <pc:sldMk cId="1993179087" sldId="276"/>
        </pc:sldMkLst>
        <pc:spChg chg="mod">
          <ac:chgData name="Hjulberg, Andrew S" userId="55255bf8-79f2-42d3-80cc-139b63d0776c" providerId="ADAL" clId="{BF91F376-D513-407B-90DF-F66CF7546839}" dt="2025-03-19T15:59:50.656" v="29" actId="20577"/>
          <ac:spMkLst>
            <pc:docMk/>
            <pc:sldMk cId="1993179087" sldId="276"/>
            <ac:spMk id="2" creationId="{49C1FF65-261C-CCF6-A3D2-CEFEC608E079}"/>
          </ac:spMkLst>
        </pc:spChg>
        <pc:spChg chg="mod">
          <ac:chgData name="Hjulberg, Andrew S" userId="55255bf8-79f2-42d3-80cc-139b63d0776c" providerId="ADAL" clId="{BF91F376-D513-407B-90DF-F66CF7546839}" dt="2025-03-19T16:00:46.577" v="138" actId="20577"/>
          <ac:spMkLst>
            <pc:docMk/>
            <pc:sldMk cId="1993179087" sldId="276"/>
            <ac:spMk id="3" creationId="{DB5172F2-3E63-AAF5-65C0-36067AFB5F54}"/>
          </ac:spMkLst>
        </pc:spChg>
      </pc:sldChg>
    </pc:docChg>
  </pc:docChgLst>
  <pc:docChgLst>
    <pc:chgData name="Hjulberg, Andrew S" userId="S::hi6397ef@go.minnstate.edu::55255bf8-79f2-42d3-80cc-139b63d0776c" providerId="AD" clId="Web-{DA280D64-8C6E-6FD6-99FB-9D715F437396}"/>
    <pc:docChg chg="modSld">
      <pc:chgData name="Hjulberg, Andrew S" userId="S::hi6397ef@go.minnstate.edu::55255bf8-79f2-42d3-80cc-139b63d0776c" providerId="AD" clId="Web-{DA280D64-8C6E-6FD6-99FB-9D715F437396}" dt="2025-03-28T16:12:53.305" v="54" actId="20577"/>
      <pc:docMkLst>
        <pc:docMk/>
      </pc:docMkLst>
      <pc:sldChg chg="modSp">
        <pc:chgData name="Hjulberg, Andrew S" userId="S::hi6397ef@go.minnstate.edu::55255bf8-79f2-42d3-80cc-139b63d0776c" providerId="AD" clId="Web-{DA280D64-8C6E-6FD6-99FB-9D715F437396}" dt="2025-03-28T16:12:53.305" v="54" actId="20577"/>
        <pc:sldMkLst>
          <pc:docMk/>
          <pc:sldMk cId="886379872" sldId="257"/>
        </pc:sldMkLst>
        <pc:graphicFrameChg chg="modGraphic">
          <ac:chgData name="Hjulberg, Andrew S" userId="S::hi6397ef@go.minnstate.edu::55255bf8-79f2-42d3-80cc-139b63d0776c" providerId="AD" clId="Web-{DA280D64-8C6E-6FD6-99FB-9D715F437396}" dt="2025-03-28T16:12:53.305" v="54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</pc:docChg>
  </pc:docChgLst>
  <pc:docChgLst>
    <pc:chgData name="Hjulberg, Andrew S" userId="S::hi6397ef@go.minnstate.edu::55255bf8-79f2-42d3-80cc-139b63d0776c" providerId="AD" clId="Web-{EF1A6D5F-665E-057D-4E7B-7E7BC612AC41}"/>
    <pc:docChg chg="modSld">
      <pc:chgData name="Hjulberg, Andrew S" userId="S::hi6397ef@go.minnstate.edu::55255bf8-79f2-42d3-80cc-139b63d0776c" providerId="AD" clId="Web-{EF1A6D5F-665E-057D-4E7B-7E7BC612AC41}" dt="2025-03-21T16:02:00.433" v="7" actId="20577"/>
      <pc:docMkLst>
        <pc:docMk/>
      </pc:docMkLst>
      <pc:sldChg chg="modSp">
        <pc:chgData name="Hjulberg, Andrew S" userId="S::hi6397ef@go.minnstate.edu::55255bf8-79f2-42d3-80cc-139b63d0776c" providerId="AD" clId="Web-{EF1A6D5F-665E-057D-4E7B-7E7BC612AC41}" dt="2025-03-21T15:52:16.802" v="3" actId="20577"/>
        <pc:sldMkLst>
          <pc:docMk/>
          <pc:sldMk cId="886379872" sldId="257"/>
        </pc:sldMkLst>
        <pc:spChg chg="mod">
          <ac:chgData name="Hjulberg, Andrew S" userId="S::hi6397ef@go.minnstate.edu::55255bf8-79f2-42d3-80cc-139b63d0776c" providerId="AD" clId="Web-{EF1A6D5F-665E-057D-4E7B-7E7BC612AC41}" dt="2025-03-21T15:52:16.802" v="3" actId="20577"/>
          <ac:spMkLst>
            <pc:docMk/>
            <pc:sldMk cId="886379872" sldId="257"/>
            <ac:spMk id="3" creationId="{518BB9FA-DF38-50E2-4D72-3ADA2A08B9C1}"/>
          </ac:spMkLst>
        </pc:spChg>
      </pc:sldChg>
      <pc:sldChg chg="modSp">
        <pc:chgData name="Hjulberg, Andrew S" userId="S::hi6397ef@go.minnstate.edu::55255bf8-79f2-42d3-80cc-139b63d0776c" providerId="AD" clId="Web-{EF1A6D5F-665E-057D-4E7B-7E7BC612AC41}" dt="2025-03-21T15:52:08.068" v="2" actId="20577"/>
        <pc:sldMkLst>
          <pc:docMk/>
          <pc:sldMk cId="1258313468" sldId="269"/>
        </pc:sldMkLst>
        <pc:spChg chg="mod">
          <ac:chgData name="Hjulberg, Andrew S" userId="S::hi6397ef@go.minnstate.edu::55255bf8-79f2-42d3-80cc-139b63d0776c" providerId="AD" clId="Web-{EF1A6D5F-665E-057D-4E7B-7E7BC612AC41}" dt="2025-03-21T15:52:08.068" v="2" actId="20577"/>
          <ac:spMkLst>
            <pc:docMk/>
            <pc:sldMk cId="1258313468" sldId="269"/>
            <ac:spMk id="6" creationId="{F460C7CA-C74A-47C3-E8E1-675A2D2DFD09}"/>
          </ac:spMkLst>
        </pc:spChg>
      </pc:sldChg>
      <pc:sldChg chg="modSp">
        <pc:chgData name="Hjulberg, Andrew S" userId="S::hi6397ef@go.minnstate.edu::55255bf8-79f2-42d3-80cc-139b63d0776c" providerId="AD" clId="Web-{EF1A6D5F-665E-057D-4E7B-7E7BC612AC41}" dt="2025-03-21T16:01:52.729" v="5" actId="20577"/>
        <pc:sldMkLst>
          <pc:docMk/>
          <pc:sldMk cId="401840768" sldId="275"/>
        </pc:sldMkLst>
        <pc:spChg chg="mod">
          <ac:chgData name="Hjulberg, Andrew S" userId="S::hi6397ef@go.minnstate.edu::55255bf8-79f2-42d3-80cc-139b63d0776c" providerId="AD" clId="Web-{EF1A6D5F-665E-057D-4E7B-7E7BC612AC41}" dt="2025-03-21T16:01:52.729" v="5" actId="20577"/>
          <ac:spMkLst>
            <pc:docMk/>
            <pc:sldMk cId="401840768" sldId="275"/>
            <ac:spMk id="3" creationId="{28EC074C-A5CF-98CF-574C-DC35FC12E44B}"/>
          </ac:spMkLst>
        </pc:spChg>
      </pc:sldChg>
      <pc:sldChg chg="modSp">
        <pc:chgData name="Hjulberg, Andrew S" userId="S::hi6397ef@go.minnstate.edu::55255bf8-79f2-42d3-80cc-139b63d0776c" providerId="AD" clId="Web-{EF1A6D5F-665E-057D-4E7B-7E7BC612AC41}" dt="2025-03-21T16:02:00.433" v="7" actId="20577"/>
        <pc:sldMkLst>
          <pc:docMk/>
          <pc:sldMk cId="1993179087" sldId="276"/>
        </pc:sldMkLst>
        <pc:spChg chg="mod">
          <ac:chgData name="Hjulberg, Andrew S" userId="S::hi6397ef@go.minnstate.edu::55255bf8-79f2-42d3-80cc-139b63d0776c" providerId="AD" clId="Web-{EF1A6D5F-665E-057D-4E7B-7E7BC612AC41}" dt="2025-03-21T16:02:00.433" v="7" actId="20577"/>
          <ac:spMkLst>
            <pc:docMk/>
            <pc:sldMk cId="1993179087" sldId="276"/>
            <ac:spMk id="5" creationId="{B9C43766-19B1-0C6D-882D-062474674ACD}"/>
          </ac:spMkLst>
        </pc:spChg>
      </pc:sldChg>
    </pc:docChg>
  </pc:docChgLst>
  <pc:docChgLst>
    <pc:chgData name="Hjulberg, Andrew S" userId="55255bf8-79f2-42d3-80cc-139b63d0776c" providerId="ADAL" clId="{94625910-3C73-4EBF-A180-80385751170D}"/>
    <pc:docChg chg="custSel addSld delSld modSld sldOrd">
      <pc:chgData name="Hjulberg, Andrew S" userId="55255bf8-79f2-42d3-80cc-139b63d0776c" providerId="ADAL" clId="{94625910-3C73-4EBF-A180-80385751170D}" dt="2025-03-28T16:13:26.726" v="61"/>
      <pc:docMkLst>
        <pc:docMk/>
      </pc:docMkLst>
      <pc:sldChg chg="modSp">
        <pc:chgData name="Hjulberg, Andrew S" userId="55255bf8-79f2-42d3-80cc-139b63d0776c" providerId="ADAL" clId="{94625910-3C73-4EBF-A180-80385751170D}" dt="2025-03-28T16:13:26.726" v="61"/>
        <pc:sldMkLst>
          <pc:docMk/>
          <pc:sldMk cId="886379872" sldId="257"/>
        </pc:sldMkLst>
        <pc:graphicFrameChg chg="mod">
          <ac:chgData name="Hjulberg, Andrew S" userId="55255bf8-79f2-42d3-80cc-139b63d0776c" providerId="ADAL" clId="{94625910-3C73-4EBF-A180-80385751170D}" dt="2025-03-28T16:13:26.726" v="61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">
        <pc:chgData name="Hjulberg, Andrew S" userId="55255bf8-79f2-42d3-80cc-139b63d0776c" providerId="ADAL" clId="{94625910-3C73-4EBF-A180-80385751170D}" dt="2025-03-28T15:20:34.031" v="55"/>
        <pc:sldMkLst>
          <pc:docMk/>
          <pc:sldMk cId="1258313468" sldId="269"/>
        </pc:sldMkLst>
        <pc:graphicFrameChg chg="mod">
          <ac:chgData name="Hjulberg, Andrew S" userId="55255bf8-79f2-42d3-80cc-139b63d0776c" providerId="ADAL" clId="{94625910-3C73-4EBF-A180-80385751170D}" dt="2025-03-28T15:20:34.031" v="55"/>
          <ac:graphicFrameMkLst>
            <pc:docMk/>
            <pc:sldMk cId="1258313468" sldId="269"/>
            <ac:graphicFrameMk id="5" creationId="{635C2A7D-A2CA-3FC7-C810-CE0225A50F5B}"/>
          </ac:graphicFrameMkLst>
        </pc:graphicFrameChg>
      </pc:sldChg>
      <pc:sldChg chg="delSp modSp mod ord">
        <pc:chgData name="Hjulberg, Andrew S" userId="55255bf8-79f2-42d3-80cc-139b63d0776c" providerId="ADAL" clId="{94625910-3C73-4EBF-A180-80385751170D}" dt="2025-03-28T15:23:29.623" v="59"/>
        <pc:sldMkLst>
          <pc:docMk/>
          <pc:sldMk cId="401840768" sldId="275"/>
        </pc:sldMkLst>
        <pc:graphicFrameChg chg="mod">
          <ac:chgData name="Hjulberg, Andrew S" userId="55255bf8-79f2-42d3-80cc-139b63d0776c" providerId="ADAL" clId="{94625910-3C73-4EBF-A180-80385751170D}" dt="2025-03-28T15:22:25.266" v="57"/>
          <ac:graphicFrameMkLst>
            <pc:docMk/>
            <pc:sldMk cId="401840768" sldId="275"/>
            <ac:graphicFrameMk id="32" creationId="{30A8635A-E7E5-1E6F-F2BA-A213A75CB5F7}"/>
          </ac:graphicFrameMkLst>
        </pc:graphicFrameChg>
        <pc:picChg chg="del">
          <ac:chgData name="Hjulberg, Andrew S" userId="55255bf8-79f2-42d3-80cc-139b63d0776c" providerId="ADAL" clId="{94625910-3C73-4EBF-A180-80385751170D}" dt="2025-03-28T15:06:39.012" v="4" actId="478"/>
          <ac:picMkLst>
            <pc:docMk/>
            <pc:sldMk cId="401840768" sldId="275"/>
            <ac:picMk id="188" creationId="{4DAD31B7-A61A-FC1E-1C1C-B6AFF45BFC57}"/>
          </ac:picMkLst>
        </pc:picChg>
        <pc:picChg chg="del">
          <ac:chgData name="Hjulberg, Andrew S" userId="55255bf8-79f2-42d3-80cc-139b63d0776c" providerId="ADAL" clId="{94625910-3C73-4EBF-A180-80385751170D}" dt="2025-03-28T15:05:56.348" v="1" actId="478"/>
          <ac:picMkLst>
            <pc:docMk/>
            <pc:sldMk cId="401840768" sldId="275"/>
            <ac:picMk id="189" creationId="{115EB99F-115F-2690-F36D-72C366D09D1C}"/>
          </ac:picMkLst>
        </pc:picChg>
      </pc:sldChg>
      <pc:sldChg chg="modSp add del mod">
        <pc:chgData name="Hjulberg, Andrew S" userId="55255bf8-79f2-42d3-80cc-139b63d0776c" providerId="ADAL" clId="{94625910-3C73-4EBF-A180-80385751170D}" dt="2025-03-28T15:15:12.870" v="53" actId="47"/>
        <pc:sldMkLst>
          <pc:docMk/>
          <pc:sldMk cId="3845435871" sldId="278"/>
        </pc:sldMkLst>
        <pc:spChg chg="mod">
          <ac:chgData name="Hjulberg, Andrew S" userId="55255bf8-79f2-42d3-80cc-139b63d0776c" providerId="ADAL" clId="{94625910-3C73-4EBF-A180-80385751170D}" dt="2025-03-28T15:12:25.165" v="51" actId="20577"/>
          <ac:spMkLst>
            <pc:docMk/>
            <pc:sldMk cId="3845435871" sldId="278"/>
            <ac:spMk id="2" creationId="{742A56FD-AC6D-43BC-D52D-5A2328DB2B70}"/>
          </ac:spMkLst>
        </pc:spChg>
        <pc:spChg chg="mod">
          <ac:chgData name="Hjulberg, Andrew S" userId="55255bf8-79f2-42d3-80cc-139b63d0776c" providerId="ADAL" clId="{94625910-3C73-4EBF-A180-80385751170D}" dt="2025-03-28T15:12:28.954" v="52" actId="20577"/>
          <ac:spMkLst>
            <pc:docMk/>
            <pc:sldMk cId="3845435871" sldId="278"/>
            <ac:spMk id="3" creationId="{0ED42546-4A98-2A16-A147-B18D58A05FE6}"/>
          </ac:spMkLst>
        </pc:spChg>
      </pc:sldChg>
    </pc:docChg>
  </pc:docChgLst>
  <pc:docChgLst>
    <pc:chgData name="Wilkins, Graham C" userId="S::bh5884is@go.minnstate.edu::d858373d-d4a5-4d5a-af0d-fcf67a33b3d5" providerId="AD" clId="Web-{0E524FDB-1631-32BE-231A-71246D941B2B}"/>
    <pc:docChg chg="addSld modSld">
      <pc:chgData name="Wilkins, Graham C" userId="S::bh5884is@go.minnstate.edu::d858373d-d4a5-4d5a-af0d-fcf67a33b3d5" providerId="AD" clId="Web-{0E524FDB-1631-32BE-231A-71246D941B2B}" dt="2025-03-28T16:04:10.804" v="667" actId="20577"/>
      <pc:docMkLst>
        <pc:docMk/>
      </pc:docMkLst>
      <pc:sldChg chg="addSp delSp modSp">
        <pc:chgData name="Wilkins, Graham C" userId="S::bh5884is@go.minnstate.edu::d858373d-d4a5-4d5a-af0d-fcf67a33b3d5" providerId="AD" clId="Web-{0E524FDB-1631-32BE-231A-71246D941B2B}" dt="2025-03-28T15:18:07.513" v="660" actId="20577"/>
        <pc:sldMkLst>
          <pc:docMk/>
          <pc:sldMk cId="1656249528" sldId="273"/>
        </pc:sldMkLst>
        <pc:spChg chg="mod">
          <ac:chgData name="Wilkins, Graham C" userId="S::bh5884is@go.minnstate.edu::d858373d-d4a5-4d5a-af0d-fcf67a33b3d5" providerId="AD" clId="Web-{0E524FDB-1631-32BE-231A-71246D941B2B}" dt="2025-03-28T15:15:59.923" v="573" actId="20577"/>
          <ac:spMkLst>
            <pc:docMk/>
            <pc:sldMk cId="1656249528" sldId="273"/>
            <ac:spMk id="2" creationId="{7ADE7BEE-0CC5-93A6-E221-8066FAB3E767}"/>
          </ac:spMkLst>
        </pc:spChg>
        <pc:spChg chg="add">
          <ac:chgData name="Wilkins, Graham C" userId="S::bh5884is@go.minnstate.edu::d858373d-d4a5-4d5a-af0d-fcf67a33b3d5" providerId="AD" clId="Web-{0E524FDB-1631-32BE-231A-71246D941B2B}" dt="2025-03-28T15:14:56.577" v="524"/>
          <ac:spMkLst>
            <pc:docMk/>
            <pc:sldMk cId="1656249528" sldId="273"/>
            <ac:spMk id="6" creationId="{C4A66DC6-B15D-F636-3521-C5D6A8D79904}"/>
          </ac:spMkLst>
        </pc:spChg>
        <pc:spChg chg="add del">
          <ac:chgData name="Wilkins, Graham C" userId="S::bh5884is@go.minnstate.edu::d858373d-d4a5-4d5a-af0d-fcf67a33b3d5" providerId="AD" clId="Web-{0E524FDB-1631-32BE-231A-71246D941B2B}" dt="2025-03-28T15:15:11.874" v="526"/>
          <ac:spMkLst>
            <pc:docMk/>
            <pc:sldMk cId="1656249528" sldId="273"/>
            <ac:spMk id="7" creationId="{973AC01A-E060-C2E6-B90A-82CE9209933A}"/>
          </ac:spMkLst>
        </pc:spChg>
        <pc:spChg chg="add del">
          <ac:chgData name="Wilkins, Graham C" userId="S::bh5884is@go.minnstate.edu::d858373d-d4a5-4d5a-af0d-fcf67a33b3d5" providerId="AD" clId="Web-{0E524FDB-1631-32BE-231A-71246D941B2B}" dt="2025-03-28T15:15:18.640" v="528"/>
          <ac:spMkLst>
            <pc:docMk/>
            <pc:sldMk cId="1656249528" sldId="273"/>
            <ac:spMk id="8" creationId="{55195721-C89A-E70A-9A2B-C439EFC12D9B}"/>
          </ac:spMkLst>
        </pc:spChg>
        <pc:spChg chg="del">
          <ac:chgData name="Wilkins, Graham C" userId="S::bh5884is@go.minnstate.edu::d858373d-d4a5-4d5a-af0d-fcf67a33b3d5" providerId="AD" clId="Web-{0E524FDB-1631-32BE-231A-71246D941B2B}" dt="2025-03-28T15:14:38.701" v="521"/>
          <ac:spMkLst>
            <pc:docMk/>
            <pc:sldMk cId="1656249528" sldId="273"/>
            <ac:spMk id="10" creationId="{D0080BD7-D8BB-B9E7-39AA-F7C33D7AEDBC}"/>
          </ac:spMkLst>
        </pc:spChg>
        <pc:spChg chg="add mod">
          <ac:chgData name="Wilkins, Graham C" userId="S::bh5884is@go.minnstate.edu::d858373d-d4a5-4d5a-af0d-fcf67a33b3d5" providerId="AD" clId="Web-{0E524FDB-1631-32BE-231A-71246D941B2B}" dt="2025-03-28T15:18:07.513" v="660" actId="20577"/>
          <ac:spMkLst>
            <pc:docMk/>
            <pc:sldMk cId="1656249528" sldId="273"/>
            <ac:spMk id="11" creationId="{FFA504A8-8380-1007-4C4B-6E97878B7344}"/>
          </ac:spMkLst>
        </pc:spChg>
        <pc:spChg chg="add del">
          <ac:chgData name="Wilkins, Graham C" userId="S::bh5884is@go.minnstate.edu::d858373d-d4a5-4d5a-af0d-fcf67a33b3d5" providerId="AD" clId="Web-{0E524FDB-1631-32BE-231A-71246D941B2B}" dt="2025-03-28T15:15:31.719" v="531"/>
          <ac:spMkLst>
            <pc:docMk/>
            <pc:sldMk cId="1656249528" sldId="273"/>
            <ac:spMk id="13" creationId="{A864CFA4-5F27-C7EB-84E9-1F4F70C44FB0}"/>
          </ac:spMkLst>
        </pc:spChg>
        <pc:graphicFrameChg chg="add del mod modGraphic">
          <ac:chgData name="Wilkins, Graham C" userId="S::bh5884is@go.minnstate.edu::d858373d-d4a5-4d5a-af0d-fcf67a33b3d5" providerId="AD" clId="Web-{0E524FDB-1631-32BE-231A-71246D941B2B}" dt="2025-03-28T15:14:36.748" v="520"/>
          <ac:graphicFrameMkLst>
            <pc:docMk/>
            <pc:sldMk cId="1656249528" sldId="273"/>
            <ac:graphicFrameMk id="5" creationId="{AB044439-8608-7924-B83B-ECBD38F2645E}"/>
          </ac:graphicFrameMkLst>
        </pc:graphicFrameChg>
        <pc:picChg chg="mod">
          <ac:chgData name="Wilkins, Graham C" userId="S::bh5884is@go.minnstate.edu::d858373d-d4a5-4d5a-af0d-fcf67a33b3d5" providerId="AD" clId="Web-{0E524FDB-1631-32BE-231A-71246D941B2B}" dt="2025-03-28T15:14:48.217" v="523" actId="1076"/>
          <ac:picMkLst>
            <pc:docMk/>
            <pc:sldMk cId="1656249528" sldId="273"/>
            <ac:picMk id="4" creationId="{9D97BADF-57F1-970E-0764-ACAA77644D31}"/>
          </ac:picMkLst>
        </pc:picChg>
      </pc:sldChg>
      <pc:sldChg chg="addSp modSp mod setBg setClrOvrMap">
        <pc:chgData name="Wilkins, Graham C" userId="S::bh5884is@go.minnstate.edu::d858373d-d4a5-4d5a-af0d-fcf67a33b3d5" providerId="AD" clId="Web-{0E524FDB-1631-32BE-231A-71246D941B2B}" dt="2025-03-28T16:04:10.804" v="667" actId="20577"/>
        <pc:sldMkLst>
          <pc:docMk/>
          <pc:sldMk cId="893194236" sldId="274"/>
        </pc:sldMkLst>
        <pc:spChg chg="mod">
          <ac:chgData name="Wilkins, Graham C" userId="S::bh5884is@go.minnstate.edu::d858373d-d4a5-4d5a-af0d-fcf67a33b3d5" providerId="AD" clId="Web-{0E524FDB-1631-32BE-231A-71246D941B2B}" dt="2025-03-28T16:03:57.959" v="666"/>
          <ac:spMkLst>
            <pc:docMk/>
            <pc:sldMk cId="893194236" sldId="274"/>
            <ac:spMk id="2" creationId="{FBE08AF8-5DFC-680F-363D-9939D6AB4E40}"/>
          </ac:spMkLst>
        </pc:spChg>
        <pc:spChg chg="mod ord">
          <ac:chgData name="Wilkins, Graham C" userId="S::bh5884is@go.minnstate.edu::d858373d-d4a5-4d5a-af0d-fcf67a33b3d5" providerId="AD" clId="Web-{0E524FDB-1631-32BE-231A-71246D941B2B}" dt="2025-03-28T16:04:10.804" v="667" actId="20577"/>
          <ac:spMkLst>
            <pc:docMk/>
            <pc:sldMk cId="893194236" sldId="274"/>
            <ac:spMk id="3" creationId="{C5BA3A65-7E07-E196-7479-E250D272D1AE}"/>
          </ac:spMkLst>
        </pc:spChg>
        <pc:spChg chg="mod">
          <ac:chgData name="Wilkins, Graham C" userId="S::bh5884is@go.minnstate.edu::d858373d-d4a5-4d5a-af0d-fcf67a33b3d5" providerId="AD" clId="Web-{0E524FDB-1631-32BE-231A-71246D941B2B}" dt="2025-03-28T16:03:57.959" v="666"/>
          <ac:spMkLst>
            <pc:docMk/>
            <pc:sldMk cId="893194236" sldId="274"/>
            <ac:spMk id="4" creationId="{F65BD1C5-36B9-9982-9197-74BE064EC57C}"/>
          </ac:spMkLst>
        </pc:spChg>
        <pc:spChg chg="add">
          <ac:chgData name="Wilkins, Graham C" userId="S::bh5884is@go.minnstate.edu::d858373d-d4a5-4d5a-af0d-fcf67a33b3d5" providerId="AD" clId="Web-{0E524FDB-1631-32BE-231A-71246D941B2B}" dt="2025-03-28T16:03:57.959" v="666"/>
          <ac:spMkLst>
            <pc:docMk/>
            <pc:sldMk cId="893194236" sldId="274"/>
            <ac:spMk id="11" creationId="{EE4E366E-272A-409E-840F-9A6A64A9E3FF}"/>
          </ac:spMkLst>
        </pc:spChg>
        <pc:spChg chg="add">
          <ac:chgData name="Wilkins, Graham C" userId="S::bh5884is@go.minnstate.edu::d858373d-d4a5-4d5a-af0d-fcf67a33b3d5" providerId="AD" clId="Web-{0E524FDB-1631-32BE-231A-71246D941B2B}" dt="2025-03-28T16:03:57.959" v="666"/>
          <ac:spMkLst>
            <pc:docMk/>
            <pc:sldMk cId="893194236" sldId="274"/>
            <ac:spMk id="13" creationId="{A721560C-E4AB-4287-A29C-3F6916794CB9}"/>
          </ac:spMkLst>
        </pc:spChg>
        <pc:spChg chg="add">
          <ac:chgData name="Wilkins, Graham C" userId="S::bh5884is@go.minnstate.edu::d858373d-d4a5-4d5a-af0d-fcf67a33b3d5" providerId="AD" clId="Web-{0E524FDB-1631-32BE-231A-71246D941B2B}" dt="2025-03-28T16:03:57.959" v="666"/>
          <ac:spMkLst>
            <pc:docMk/>
            <pc:sldMk cId="893194236" sldId="274"/>
            <ac:spMk id="15" creationId="{DF6CFF07-D953-4F9C-9A0E-E0A6AACB6158}"/>
          </ac:spMkLst>
        </pc:spChg>
        <pc:spChg chg="add">
          <ac:chgData name="Wilkins, Graham C" userId="S::bh5884is@go.minnstate.edu::d858373d-d4a5-4d5a-af0d-fcf67a33b3d5" providerId="AD" clId="Web-{0E524FDB-1631-32BE-231A-71246D941B2B}" dt="2025-03-28T16:03:57.959" v="666"/>
          <ac:spMkLst>
            <pc:docMk/>
            <pc:sldMk cId="893194236" sldId="274"/>
            <ac:spMk id="17" creationId="{DAA4FEEE-0B5F-41BF-825D-60F9FB089568}"/>
          </ac:spMkLst>
        </pc:spChg>
        <pc:picChg chg="add">
          <ac:chgData name="Wilkins, Graham C" userId="S::bh5884is@go.minnstate.edu::d858373d-d4a5-4d5a-af0d-fcf67a33b3d5" providerId="AD" clId="Web-{0E524FDB-1631-32BE-231A-71246D941B2B}" dt="2025-03-28T16:03:57.959" v="666"/>
          <ac:picMkLst>
            <pc:docMk/>
            <pc:sldMk cId="893194236" sldId="274"/>
            <ac:picMk id="8" creationId="{D7CF06B1-5685-17BF-BD1A-E7E02255C33F}"/>
          </ac:picMkLst>
        </pc:picChg>
      </pc:sldChg>
      <pc:sldChg chg="modSp">
        <pc:chgData name="Wilkins, Graham C" userId="S::bh5884is@go.minnstate.edu::d858373d-d4a5-4d5a-af0d-fcf67a33b3d5" providerId="AD" clId="Web-{0E524FDB-1631-32BE-231A-71246D941B2B}" dt="2025-03-28T15:19:30.408" v="665"/>
        <pc:sldMkLst>
          <pc:docMk/>
          <pc:sldMk cId="2139809473" sldId="276"/>
        </pc:sldMkLst>
        <pc:graphicFrameChg chg="modGraphic">
          <ac:chgData name="Wilkins, Graham C" userId="S::bh5884is@go.minnstate.edu::d858373d-d4a5-4d5a-af0d-fcf67a33b3d5" providerId="AD" clId="Web-{0E524FDB-1631-32BE-231A-71246D941B2B}" dt="2025-03-28T15:19:30.408" v="665"/>
          <ac:graphicFrameMkLst>
            <pc:docMk/>
            <pc:sldMk cId="2139809473" sldId="276"/>
            <ac:graphicFrameMk id="184" creationId="{F2AF92F0-6286-E001-E1D2-78A757B709AB}"/>
          </ac:graphicFrameMkLst>
        </pc:graphicFrameChg>
      </pc:sldChg>
      <pc:sldChg chg="addSp delSp modSp add replId">
        <pc:chgData name="Wilkins, Graham C" userId="S::bh5884is@go.minnstate.edu::d858373d-d4a5-4d5a-af0d-fcf67a33b3d5" providerId="AD" clId="Web-{0E524FDB-1631-32BE-231A-71246D941B2B}" dt="2025-03-28T15:18:25.561" v="662" actId="20577"/>
        <pc:sldMkLst>
          <pc:docMk/>
          <pc:sldMk cId="2540521633" sldId="277"/>
        </pc:sldMkLst>
        <pc:spChg chg="mod">
          <ac:chgData name="Wilkins, Graham C" userId="S::bh5884is@go.minnstate.edu::d858373d-d4a5-4d5a-af0d-fcf67a33b3d5" providerId="AD" clId="Web-{0E524FDB-1631-32BE-231A-71246D941B2B}" dt="2025-03-28T15:18:25.561" v="662" actId="20577"/>
          <ac:spMkLst>
            <pc:docMk/>
            <pc:sldMk cId="2540521633" sldId="277"/>
            <ac:spMk id="2" creationId="{84AF7AB2-53C1-7E36-F779-5C0AAEE69C2C}"/>
          </ac:spMkLst>
        </pc:spChg>
        <pc:spChg chg="del">
          <ac:chgData name="Wilkins, Graham C" userId="S::bh5884is@go.minnstate.edu::d858373d-d4a5-4d5a-af0d-fcf67a33b3d5" providerId="AD" clId="Web-{0E524FDB-1631-32BE-231A-71246D941B2B}" dt="2025-03-28T15:04:22.520" v="6"/>
          <ac:spMkLst>
            <pc:docMk/>
            <pc:sldMk cId="2540521633" sldId="277"/>
            <ac:spMk id="10" creationId="{0677A57E-00B3-2D99-69E0-BF0C40347388}"/>
          </ac:spMkLst>
        </pc:spChg>
        <pc:graphicFrameChg chg="del">
          <ac:chgData name="Wilkins, Graham C" userId="S::bh5884is@go.minnstate.edu::d858373d-d4a5-4d5a-af0d-fcf67a33b3d5" providerId="AD" clId="Web-{0E524FDB-1631-32BE-231A-71246D941B2B}" dt="2025-03-28T15:04:25.239" v="7"/>
          <ac:graphicFrameMkLst>
            <pc:docMk/>
            <pc:sldMk cId="2540521633" sldId="277"/>
            <ac:graphicFrameMk id="5" creationId="{3A7AE807-A30B-ADEB-873F-820764A9B108}"/>
          </ac:graphicFrameMkLst>
        </pc:graphicFrameChg>
        <pc:graphicFrameChg chg="add mod modGraphic">
          <ac:chgData name="Wilkins, Graham C" userId="S::bh5884is@go.minnstate.edu::d858373d-d4a5-4d5a-af0d-fcf67a33b3d5" providerId="AD" clId="Web-{0E524FDB-1631-32BE-231A-71246D941B2B}" dt="2025-03-28T15:13:40.340" v="519"/>
          <ac:graphicFrameMkLst>
            <pc:docMk/>
            <pc:sldMk cId="2540521633" sldId="277"/>
            <ac:graphicFrameMk id="6" creationId="{E8C4FCBE-AB17-F054-AA9D-2771819AF527}"/>
          </ac:graphicFrameMkLst>
        </pc:graphicFrameChg>
        <pc:graphicFrameChg chg="add mod modGraphic">
          <ac:chgData name="Wilkins, Graham C" userId="S::bh5884is@go.minnstate.edu::d858373d-d4a5-4d5a-af0d-fcf67a33b3d5" providerId="AD" clId="Web-{0E524FDB-1631-32BE-231A-71246D941B2B}" dt="2025-03-28T15:08:59.140" v="279" actId="1076"/>
          <ac:graphicFrameMkLst>
            <pc:docMk/>
            <pc:sldMk cId="2540521633" sldId="277"/>
            <ac:graphicFrameMk id="8" creationId="{05AFF212-916D-E3C5-F44B-025236DD3228}"/>
          </ac:graphicFrameMkLst>
        </pc:graphicFrameChg>
        <pc:picChg chg="del">
          <ac:chgData name="Wilkins, Graham C" userId="S::bh5884is@go.minnstate.edu::d858373d-d4a5-4d5a-af0d-fcf67a33b3d5" providerId="AD" clId="Web-{0E524FDB-1631-32BE-231A-71246D941B2B}" dt="2025-03-28T15:04:21.457" v="5"/>
          <ac:picMkLst>
            <pc:docMk/>
            <pc:sldMk cId="2540521633" sldId="277"/>
            <ac:picMk id="4" creationId="{BC2E42DD-5857-AB7B-3F6E-F1F138E59663}"/>
          </ac:picMkLst>
        </pc:picChg>
      </pc:sldChg>
    </pc:docChg>
  </pc:docChgLst>
  <pc:docChgLst>
    <pc:chgData name="Lakku, Sai Keertana R" userId="S::kb7924tj@go.minnstate.edu::aa713373-d62e-42be-a5fb-296135668942" providerId="AD" clId="Web-{9FEA75D6-2E57-8A5D-906F-0FD5885D31A6}"/>
    <pc:docChg chg="delSld modSld">
      <pc:chgData name="Lakku, Sai Keertana R" userId="S::kb7924tj@go.minnstate.edu::aa713373-d62e-42be-a5fb-296135668942" providerId="AD" clId="Web-{9FEA75D6-2E57-8A5D-906F-0FD5885D31A6}" dt="2025-02-21T17:28:40.671" v="12" actId="14100"/>
      <pc:docMkLst>
        <pc:docMk/>
      </pc:docMkLst>
      <pc:sldChg chg="addSp delSp modSp">
        <pc:chgData name="Lakku, Sai Keertana R" userId="S::kb7924tj@go.minnstate.edu::aa713373-d62e-42be-a5fb-296135668942" providerId="AD" clId="Web-{9FEA75D6-2E57-8A5D-906F-0FD5885D31A6}" dt="2025-02-21T17:21:38.592" v="9" actId="14100"/>
        <pc:sldMkLst>
          <pc:docMk/>
          <pc:sldMk cId="886379872" sldId="257"/>
        </pc:sldMkLst>
        <pc:graphicFrameChg chg="add del mod">
          <ac:chgData name="Lakku, Sai Keertana R" userId="S::kb7924tj@go.minnstate.edu::aa713373-d62e-42be-a5fb-296135668942" providerId="AD" clId="Web-{9FEA75D6-2E57-8A5D-906F-0FD5885D31A6}" dt="2025-02-21T17:21:38.592" v="9" actId="14100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">
        <pc:chgData name="Lakku, Sai Keertana R" userId="S::kb7924tj@go.minnstate.edu::aa713373-d62e-42be-a5fb-296135668942" providerId="AD" clId="Web-{9FEA75D6-2E57-8A5D-906F-0FD5885D31A6}" dt="2025-02-21T17:28:14.935" v="11" actId="1076"/>
        <pc:sldMkLst>
          <pc:docMk/>
          <pc:sldMk cId="38658698" sldId="258"/>
        </pc:sldMkLst>
        <pc:graphicFrameChg chg="mod">
          <ac:chgData name="Lakku, Sai Keertana R" userId="S::kb7924tj@go.minnstate.edu::aa713373-d62e-42be-a5fb-296135668942" providerId="AD" clId="Web-{9FEA75D6-2E57-8A5D-906F-0FD5885D31A6}" dt="2025-02-21T17:28:14.935" v="11" actId="1076"/>
          <ac:graphicFrameMkLst>
            <pc:docMk/>
            <pc:sldMk cId="38658698" sldId="258"/>
            <ac:graphicFrameMk id="26" creationId="{71D73092-2A0E-E41D-454C-1CF0818F9866}"/>
          </ac:graphicFrameMkLst>
        </pc:graphicFrameChg>
      </pc:sldChg>
      <pc:sldChg chg="del">
        <pc:chgData name="Lakku, Sai Keertana R" userId="S::kb7924tj@go.minnstate.edu::aa713373-d62e-42be-a5fb-296135668942" providerId="AD" clId="Web-{9FEA75D6-2E57-8A5D-906F-0FD5885D31A6}" dt="2025-02-21T16:44:48.527" v="8"/>
        <pc:sldMkLst>
          <pc:docMk/>
          <pc:sldMk cId="1105610437" sldId="268"/>
        </pc:sldMkLst>
      </pc:sldChg>
      <pc:sldChg chg="modSp">
        <pc:chgData name="Lakku, Sai Keertana R" userId="S::kb7924tj@go.minnstate.edu::aa713373-d62e-42be-a5fb-296135668942" providerId="AD" clId="Web-{9FEA75D6-2E57-8A5D-906F-0FD5885D31A6}" dt="2025-02-21T17:28:40.671" v="12" actId="14100"/>
        <pc:sldMkLst>
          <pc:docMk/>
          <pc:sldMk cId="3503842829" sldId="272"/>
        </pc:sldMkLst>
        <pc:picChg chg="mod">
          <ac:chgData name="Lakku, Sai Keertana R" userId="S::kb7924tj@go.minnstate.edu::aa713373-d62e-42be-a5fb-296135668942" providerId="AD" clId="Web-{9FEA75D6-2E57-8A5D-906F-0FD5885D31A6}" dt="2025-02-21T17:28:40.671" v="12" actId="14100"/>
          <ac:picMkLst>
            <pc:docMk/>
            <pc:sldMk cId="3503842829" sldId="272"/>
            <ac:picMk id="4" creationId="{65AAB778-E52C-C44C-F751-5FC55CDB838D}"/>
          </ac:picMkLst>
        </pc:picChg>
      </pc:sldChg>
    </pc:docChg>
  </pc:docChgLst>
  <pc:docChgLst>
    <pc:chgData name="Hjulberg, Andrew S" userId="S::hi6397ef@go.minnstate.edu::55255bf8-79f2-42d3-80cc-139b63d0776c" providerId="AD" clId="Web-{5AA759CE-D215-3DBF-664F-1109CD46F206}"/>
    <pc:docChg chg="modSld">
      <pc:chgData name="Hjulberg, Andrew S" userId="S::hi6397ef@go.minnstate.edu::55255bf8-79f2-42d3-80cc-139b63d0776c" providerId="AD" clId="Web-{5AA759CE-D215-3DBF-664F-1109CD46F206}" dt="2025-03-19T18:56:10.115" v="348" actId="20577"/>
      <pc:docMkLst>
        <pc:docMk/>
      </pc:docMkLst>
      <pc:sldChg chg="modSp">
        <pc:chgData name="Hjulberg, Andrew S" userId="S::hi6397ef@go.minnstate.edu::55255bf8-79f2-42d3-80cc-139b63d0776c" providerId="AD" clId="Web-{5AA759CE-D215-3DBF-664F-1109CD46F206}" dt="2025-03-19T15:13:45.181" v="9" actId="20577"/>
        <pc:sldMkLst>
          <pc:docMk/>
          <pc:sldMk cId="109857222" sldId="256"/>
        </pc:sldMkLst>
        <pc:spChg chg="mod">
          <ac:chgData name="Hjulberg, Andrew S" userId="S::hi6397ef@go.minnstate.edu::55255bf8-79f2-42d3-80cc-139b63d0776c" providerId="AD" clId="Web-{5AA759CE-D215-3DBF-664F-1109CD46F206}" dt="2025-03-19T15:13:45.181" v="9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modSp">
        <pc:chgData name="Hjulberg, Andrew S" userId="S::hi6397ef@go.minnstate.edu::55255bf8-79f2-42d3-80cc-139b63d0776c" providerId="AD" clId="Web-{5AA759CE-D215-3DBF-664F-1109CD46F206}" dt="2025-03-19T15:49:09.258" v="340" actId="14100"/>
        <pc:sldMkLst>
          <pc:docMk/>
          <pc:sldMk cId="886379872" sldId="257"/>
        </pc:sldMkLst>
        <pc:graphicFrameChg chg="mod modGraphic">
          <ac:chgData name="Hjulberg, Andrew S" userId="S::hi6397ef@go.minnstate.edu::55255bf8-79f2-42d3-80cc-139b63d0776c" providerId="AD" clId="Web-{5AA759CE-D215-3DBF-664F-1109CD46F206}" dt="2025-03-19T15:49:09.258" v="340" actId="14100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">
        <pc:chgData name="Hjulberg, Andrew S" userId="S::hi6397ef@go.minnstate.edu::55255bf8-79f2-42d3-80cc-139b63d0776c" providerId="AD" clId="Web-{5AA759CE-D215-3DBF-664F-1109CD46F206}" dt="2025-03-19T15:23:42.105" v="33" actId="20577"/>
        <pc:sldMkLst>
          <pc:docMk/>
          <pc:sldMk cId="1987320157" sldId="267"/>
        </pc:sldMkLst>
        <pc:spChg chg="mod">
          <ac:chgData name="Hjulberg, Andrew S" userId="S::hi6397ef@go.minnstate.edu::55255bf8-79f2-42d3-80cc-139b63d0776c" providerId="AD" clId="Web-{5AA759CE-D215-3DBF-664F-1109CD46F206}" dt="2025-03-19T15:23:42.105" v="33" actId="20577"/>
          <ac:spMkLst>
            <pc:docMk/>
            <pc:sldMk cId="1987320157" sldId="267"/>
            <ac:spMk id="2" creationId="{97BAABD8-7260-4DFE-68DB-0632582C632D}"/>
          </ac:spMkLst>
        </pc:spChg>
      </pc:sldChg>
      <pc:sldChg chg="addSp delSp modSp">
        <pc:chgData name="Hjulberg, Andrew S" userId="S::hi6397ef@go.minnstate.edu::55255bf8-79f2-42d3-80cc-139b63d0776c" providerId="AD" clId="Web-{5AA759CE-D215-3DBF-664F-1109CD46F206}" dt="2025-03-19T15:29:25.913" v="339"/>
        <pc:sldMkLst>
          <pc:docMk/>
          <pc:sldMk cId="1258313468" sldId="269"/>
        </pc:sldMkLst>
        <pc:graphicFrameChg chg="modGraphic">
          <ac:chgData name="Hjulberg, Andrew S" userId="S::hi6397ef@go.minnstate.edu::55255bf8-79f2-42d3-80cc-139b63d0776c" providerId="AD" clId="Web-{5AA759CE-D215-3DBF-664F-1109CD46F206}" dt="2025-03-19T15:27:33.409" v="337"/>
          <ac:graphicFrameMkLst>
            <pc:docMk/>
            <pc:sldMk cId="1258313468" sldId="269"/>
            <ac:graphicFrameMk id="5" creationId="{635C2A7D-A2CA-3FC7-C810-CE0225A50F5B}"/>
          </ac:graphicFrameMkLst>
        </pc:graphicFrameChg>
        <pc:picChg chg="add del mod">
          <ac:chgData name="Hjulberg, Andrew S" userId="S::hi6397ef@go.minnstate.edu::55255bf8-79f2-42d3-80cc-139b63d0776c" providerId="AD" clId="Web-{5AA759CE-D215-3DBF-664F-1109CD46F206}" dt="2025-03-19T15:29:25.913" v="339"/>
          <ac:picMkLst>
            <pc:docMk/>
            <pc:sldMk cId="1258313468" sldId="269"/>
            <ac:picMk id="1639" creationId="{D8992D32-5282-EF45-CBEA-25E38DC22578}"/>
          </ac:picMkLst>
        </pc:picChg>
      </pc:sldChg>
      <pc:sldChg chg="modSp">
        <pc:chgData name="Hjulberg, Andrew S" userId="S::hi6397ef@go.minnstate.edu::55255bf8-79f2-42d3-80cc-139b63d0776c" providerId="AD" clId="Web-{5AA759CE-D215-3DBF-664F-1109CD46F206}" dt="2025-03-19T18:56:10.115" v="348" actId="20577"/>
        <pc:sldMkLst>
          <pc:docMk/>
          <pc:sldMk cId="893194236" sldId="274"/>
        </pc:sldMkLst>
        <pc:spChg chg="mod">
          <ac:chgData name="Hjulberg, Andrew S" userId="S::hi6397ef@go.minnstate.edu::55255bf8-79f2-42d3-80cc-139b63d0776c" providerId="AD" clId="Web-{5AA759CE-D215-3DBF-664F-1109CD46F206}" dt="2025-03-19T18:56:10.115" v="348" actId="20577"/>
          <ac:spMkLst>
            <pc:docMk/>
            <pc:sldMk cId="893194236" sldId="274"/>
            <ac:spMk id="3" creationId="{C5BA3A65-7E07-E196-7479-E250D272D1AE}"/>
          </ac:spMkLst>
        </pc:spChg>
      </pc:sldChg>
      <pc:sldChg chg="modSp">
        <pc:chgData name="Hjulberg, Andrew S" userId="S::hi6397ef@go.minnstate.edu::55255bf8-79f2-42d3-80cc-139b63d0776c" providerId="AD" clId="Web-{5AA759CE-D215-3DBF-664F-1109CD46F206}" dt="2025-03-19T15:23:50.668" v="39" actId="20577"/>
        <pc:sldMkLst>
          <pc:docMk/>
          <pc:sldMk cId="3273053664" sldId="277"/>
        </pc:sldMkLst>
        <pc:spChg chg="mod">
          <ac:chgData name="Hjulberg, Andrew S" userId="S::hi6397ef@go.minnstate.edu::55255bf8-79f2-42d3-80cc-139b63d0776c" providerId="AD" clId="Web-{5AA759CE-D215-3DBF-664F-1109CD46F206}" dt="2025-03-19T15:23:50.668" v="39" actId="20577"/>
          <ac:spMkLst>
            <pc:docMk/>
            <pc:sldMk cId="3273053664" sldId="277"/>
            <ac:spMk id="2" creationId="{2F10C5DD-05A8-2437-33E3-AED0D9720D31}"/>
          </ac:spMkLst>
        </pc:spChg>
      </pc:sldChg>
    </pc:docChg>
  </pc:docChgLst>
  <pc:docChgLst>
    <pc:chgData name="Lakku, Sai Keertana R" userId="S::kb7924tj@go.minnstate.edu::aa713373-d62e-42be-a5fb-296135668942" providerId="AD" clId="Web-{16D0C6C2-4CD6-F137-D7E2-ADF60FF368C4}"/>
    <pc:docChg chg="modSld">
      <pc:chgData name="Lakku, Sai Keertana R" userId="S::kb7924tj@go.minnstate.edu::aa713373-d62e-42be-a5fb-296135668942" providerId="AD" clId="Web-{16D0C6C2-4CD6-F137-D7E2-ADF60FF368C4}" dt="2025-03-19T15:59:28.084" v="0"/>
      <pc:docMkLst>
        <pc:docMk/>
      </pc:docMkLst>
      <pc:sldChg chg="delSp">
        <pc:chgData name="Lakku, Sai Keertana R" userId="S::kb7924tj@go.minnstate.edu::aa713373-d62e-42be-a5fb-296135668942" providerId="AD" clId="Web-{16D0C6C2-4CD6-F137-D7E2-ADF60FF368C4}" dt="2025-03-19T15:59:28.084" v="0"/>
        <pc:sldMkLst>
          <pc:docMk/>
          <pc:sldMk cId="1656249528" sldId="273"/>
        </pc:sldMkLst>
        <pc:picChg chg="del">
          <ac:chgData name="Lakku, Sai Keertana R" userId="S::kb7924tj@go.minnstate.edu::aa713373-d62e-42be-a5fb-296135668942" providerId="AD" clId="Web-{16D0C6C2-4CD6-F137-D7E2-ADF60FF368C4}" dt="2025-03-19T15:59:28.084" v="0"/>
          <ac:picMkLst>
            <pc:docMk/>
            <pc:sldMk cId="1656249528" sldId="273"/>
            <ac:picMk id="4" creationId="{3CE9554B-8A7F-5658-1146-1B2D8E79C2FD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B9FC2A-95E4-4DB8-BC70-687346FDB92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1C88F448-429B-45D3-BBA3-D45570DFF730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n-US">
              <a:latin typeface="Century Schoolbook" panose="02040604050505020304"/>
            </a:rPr>
            <a:t>Updated table</a:t>
          </a:r>
        </a:p>
      </dgm:t>
    </dgm:pt>
    <dgm:pt modelId="{C04FB20D-AA03-4BDF-ADDC-105154080B03}" type="parTrans" cxnId="{2FB5DF13-142B-46AD-BE08-5EB7E8AF6290}">
      <dgm:prSet/>
      <dgm:spPr/>
      <dgm:t>
        <a:bodyPr/>
        <a:lstStyle/>
        <a:p>
          <a:endParaRPr lang="en-US"/>
        </a:p>
      </dgm:t>
    </dgm:pt>
    <dgm:pt modelId="{C398F7E2-D652-4DEE-9E6E-C33DDD66E17E}" type="sibTrans" cxnId="{2FB5DF13-142B-46AD-BE08-5EB7E8AF6290}">
      <dgm:prSet/>
      <dgm:spPr/>
      <dgm:t>
        <a:bodyPr/>
        <a:lstStyle/>
        <a:p>
          <a:endParaRPr lang="en-US"/>
        </a:p>
      </dgm:t>
    </dgm:pt>
    <dgm:pt modelId="{E99B0EF7-498A-4D3C-A749-30C2B6B3BA54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entury Schoolbook" panose="02040604050505020304"/>
            </a:rPr>
            <a:t>Code cleaning</a:t>
          </a:r>
        </a:p>
      </dgm:t>
    </dgm:pt>
    <dgm:pt modelId="{13C43920-A01E-40F9-A219-D5EEFA7F7CBA}" type="parTrans" cxnId="{BC731550-2DC2-44E5-8DC3-917A4640A588}">
      <dgm:prSet/>
      <dgm:spPr/>
      <dgm:t>
        <a:bodyPr/>
        <a:lstStyle/>
        <a:p>
          <a:endParaRPr lang="en-US"/>
        </a:p>
      </dgm:t>
    </dgm:pt>
    <dgm:pt modelId="{642B4EAE-1932-4A54-A9A7-E5BCCFC846CC}" type="sibTrans" cxnId="{BC731550-2DC2-44E5-8DC3-917A4640A588}">
      <dgm:prSet/>
      <dgm:spPr/>
      <dgm:t>
        <a:bodyPr/>
        <a:lstStyle/>
        <a:p>
          <a:endParaRPr lang="en-US"/>
        </a:p>
      </dgm:t>
    </dgm:pt>
    <dgm:pt modelId="{0C26176D-C492-4312-A1C5-E522BE180096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n-US">
              <a:latin typeface="Century Schoolbook" panose="02040604050505020304"/>
            </a:rPr>
            <a:t>Feedback on table</a:t>
          </a:r>
        </a:p>
      </dgm:t>
    </dgm:pt>
    <dgm:pt modelId="{19F0475F-3B14-4085-9828-3740E0F59927}" type="parTrans" cxnId="{F970920C-B929-49C2-8437-BAC57DDDA9BF}">
      <dgm:prSet/>
      <dgm:spPr/>
      <dgm:t>
        <a:bodyPr/>
        <a:lstStyle/>
        <a:p>
          <a:endParaRPr lang="en-US"/>
        </a:p>
      </dgm:t>
    </dgm:pt>
    <dgm:pt modelId="{00D4B23E-957B-4B85-BCF7-FC59FE567F3C}" type="sibTrans" cxnId="{F970920C-B929-49C2-8437-BAC57DDDA9BF}">
      <dgm:prSet/>
      <dgm:spPr/>
      <dgm:t>
        <a:bodyPr/>
        <a:lstStyle/>
        <a:p>
          <a:endParaRPr lang="en-US"/>
        </a:p>
      </dgm:t>
    </dgm:pt>
    <dgm:pt modelId="{4147953F-A707-4CBE-92FB-FA193B91A6F4}" type="pres">
      <dgm:prSet presAssocID="{F9B9FC2A-95E4-4DB8-BC70-687346FDB929}" presName="root" presStyleCnt="0">
        <dgm:presLayoutVars>
          <dgm:dir/>
          <dgm:resizeHandles val="exact"/>
        </dgm:presLayoutVars>
      </dgm:prSet>
      <dgm:spPr/>
    </dgm:pt>
    <dgm:pt modelId="{60512083-E88C-4595-8967-8628B86C3AF4}" type="pres">
      <dgm:prSet presAssocID="{0C26176D-C492-4312-A1C5-E522BE180096}" presName="compNode" presStyleCnt="0"/>
      <dgm:spPr/>
    </dgm:pt>
    <dgm:pt modelId="{FC9B00A6-32FF-494E-BF8D-8590AB74E54C}" type="pres">
      <dgm:prSet presAssocID="{0C26176D-C492-4312-A1C5-E522BE180096}" presName="bgRect" presStyleLbl="bgShp" presStyleIdx="0" presStyleCnt="3"/>
      <dgm:spPr/>
    </dgm:pt>
    <dgm:pt modelId="{89B44B39-F754-4C8B-B21D-294CA1702B58}" type="pres">
      <dgm:prSet presAssocID="{0C26176D-C492-4312-A1C5-E522BE18009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esentation with bar chart with solid fill"/>
        </a:ext>
      </dgm:extLst>
    </dgm:pt>
    <dgm:pt modelId="{24FBFAAD-E7B3-4979-97C4-8463F45F7B53}" type="pres">
      <dgm:prSet presAssocID="{0C26176D-C492-4312-A1C5-E522BE180096}" presName="spaceRect" presStyleCnt="0"/>
      <dgm:spPr/>
    </dgm:pt>
    <dgm:pt modelId="{02BB3F18-FD7F-4D47-BE1D-33AD7D93B599}" type="pres">
      <dgm:prSet presAssocID="{0C26176D-C492-4312-A1C5-E522BE180096}" presName="parTx" presStyleLbl="revTx" presStyleIdx="0" presStyleCnt="3">
        <dgm:presLayoutVars>
          <dgm:chMax val="0"/>
          <dgm:chPref val="0"/>
        </dgm:presLayoutVars>
      </dgm:prSet>
      <dgm:spPr/>
    </dgm:pt>
    <dgm:pt modelId="{DC46993E-8461-4BA0-AC24-130CC84421D1}" type="pres">
      <dgm:prSet presAssocID="{00D4B23E-957B-4B85-BCF7-FC59FE567F3C}" presName="sibTrans" presStyleCnt="0"/>
      <dgm:spPr/>
    </dgm:pt>
    <dgm:pt modelId="{507067B4-FC0D-4543-BDA2-45F28784D310}" type="pres">
      <dgm:prSet presAssocID="{1C88F448-429B-45D3-BBA3-D45570DFF730}" presName="compNode" presStyleCnt="0"/>
      <dgm:spPr/>
    </dgm:pt>
    <dgm:pt modelId="{899C9418-5BEE-493C-A169-220227FF4A96}" type="pres">
      <dgm:prSet presAssocID="{1C88F448-429B-45D3-BBA3-D45570DFF730}" presName="bgRect" presStyleLbl="bgShp" presStyleIdx="1" presStyleCnt="3"/>
      <dgm:spPr/>
    </dgm:pt>
    <dgm:pt modelId="{26D309BF-2D7E-4E4B-97C1-B2FFDF742925}" type="pres">
      <dgm:prSet presAssocID="{1C88F448-429B-45D3-BBA3-D45570DFF73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 with solid fill"/>
        </a:ext>
      </dgm:extLst>
    </dgm:pt>
    <dgm:pt modelId="{6B7A6452-252E-4A34-A88F-2B1B987D56D0}" type="pres">
      <dgm:prSet presAssocID="{1C88F448-429B-45D3-BBA3-D45570DFF730}" presName="spaceRect" presStyleCnt="0"/>
      <dgm:spPr/>
    </dgm:pt>
    <dgm:pt modelId="{CF403347-5B35-401A-B7F8-DE9EC17165BF}" type="pres">
      <dgm:prSet presAssocID="{1C88F448-429B-45D3-BBA3-D45570DFF730}" presName="parTx" presStyleLbl="revTx" presStyleIdx="1" presStyleCnt="3">
        <dgm:presLayoutVars>
          <dgm:chMax val="0"/>
          <dgm:chPref val="0"/>
        </dgm:presLayoutVars>
      </dgm:prSet>
      <dgm:spPr/>
    </dgm:pt>
    <dgm:pt modelId="{EB3AC6C7-5701-4C00-B951-5C2B6A960075}" type="pres">
      <dgm:prSet presAssocID="{C398F7E2-D652-4DEE-9E6E-C33DDD66E17E}" presName="sibTrans" presStyleCnt="0"/>
      <dgm:spPr/>
    </dgm:pt>
    <dgm:pt modelId="{FC4A4218-4F98-42AB-BD74-DF0D9EE73C23}" type="pres">
      <dgm:prSet presAssocID="{E99B0EF7-498A-4D3C-A749-30C2B6B3BA54}" presName="compNode" presStyleCnt="0"/>
      <dgm:spPr/>
    </dgm:pt>
    <dgm:pt modelId="{45DAF4A5-2D1D-4533-BB46-4638676CB424}" type="pres">
      <dgm:prSet presAssocID="{E99B0EF7-498A-4D3C-A749-30C2B6B3BA54}" presName="bgRect" presStyleLbl="bgShp" presStyleIdx="2" presStyleCnt="3"/>
      <dgm:spPr/>
    </dgm:pt>
    <dgm:pt modelId="{3547F566-E9CD-4B85-8584-D724F9234253}" type="pres">
      <dgm:prSet presAssocID="{E99B0EF7-498A-4D3C-A749-30C2B6B3BA5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 male with solid fill"/>
        </a:ext>
      </dgm:extLst>
    </dgm:pt>
    <dgm:pt modelId="{76AB773B-B9B2-4C51-A2D5-7A344CC32BBE}" type="pres">
      <dgm:prSet presAssocID="{E99B0EF7-498A-4D3C-A749-30C2B6B3BA54}" presName="spaceRect" presStyleCnt="0"/>
      <dgm:spPr/>
    </dgm:pt>
    <dgm:pt modelId="{DA5FC007-EDBA-44B1-86F1-8EDA104DBC1F}" type="pres">
      <dgm:prSet presAssocID="{E99B0EF7-498A-4D3C-A749-30C2B6B3BA5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970920C-B929-49C2-8437-BAC57DDDA9BF}" srcId="{F9B9FC2A-95E4-4DB8-BC70-687346FDB929}" destId="{0C26176D-C492-4312-A1C5-E522BE180096}" srcOrd="0" destOrd="0" parTransId="{19F0475F-3B14-4085-9828-3740E0F59927}" sibTransId="{00D4B23E-957B-4B85-BCF7-FC59FE567F3C}"/>
    <dgm:cxn modelId="{2FB5DF13-142B-46AD-BE08-5EB7E8AF6290}" srcId="{F9B9FC2A-95E4-4DB8-BC70-687346FDB929}" destId="{1C88F448-429B-45D3-BBA3-D45570DFF730}" srcOrd="1" destOrd="0" parTransId="{C04FB20D-AA03-4BDF-ADDC-105154080B03}" sibTransId="{C398F7E2-D652-4DEE-9E6E-C33DDD66E17E}"/>
    <dgm:cxn modelId="{F32AF543-D159-4807-9037-B91E384B8BB7}" type="presOf" srcId="{0C26176D-C492-4312-A1C5-E522BE180096}" destId="{02BB3F18-FD7F-4D47-BE1D-33AD7D93B599}" srcOrd="0" destOrd="0" presId="urn:microsoft.com/office/officeart/2018/2/layout/IconVerticalSolidList"/>
    <dgm:cxn modelId="{BC731550-2DC2-44E5-8DC3-917A4640A588}" srcId="{F9B9FC2A-95E4-4DB8-BC70-687346FDB929}" destId="{E99B0EF7-498A-4D3C-A749-30C2B6B3BA54}" srcOrd="2" destOrd="0" parTransId="{13C43920-A01E-40F9-A219-D5EEFA7F7CBA}" sibTransId="{642B4EAE-1932-4A54-A9A7-E5BCCFC846CC}"/>
    <dgm:cxn modelId="{16BCD381-639D-47DB-B937-BE07CD64FA5E}" type="presOf" srcId="{1C88F448-429B-45D3-BBA3-D45570DFF730}" destId="{CF403347-5B35-401A-B7F8-DE9EC17165BF}" srcOrd="0" destOrd="0" presId="urn:microsoft.com/office/officeart/2018/2/layout/IconVerticalSolidList"/>
    <dgm:cxn modelId="{5BCB3191-421C-4E7F-A1E1-1B9B59DD58E5}" type="presOf" srcId="{F9B9FC2A-95E4-4DB8-BC70-687346FDB929}" destId="{4147953F-A707-4CBE-92FB-FA193B91A6F4}" srcOrd="0" destOrd="0" presId="urn:microsoft.com/office/officeart/2018/2/layout/IconVerticalSolidList"/>
    <dgm:cxn modelId="{F72633C9-081E-4393-81AC-79C36F1F0F13}" type="presOf" srcId="{E99B0EF7-498A-4D3C-A749-30C2B6B3BA54}" destId="{DA5FC007-EDBA-44B1-86F1-8EDA104DBC1F}" srcOrd="0" destOrd="0" presId="urn:microsoft.com/office/officeart/2018/2/layout/IconVerticalSolidList"/>
    <dgm:cxn modelId="{2CF67114-28AF-4967-8541-8AB31C0E0431}" type="presParOf" srcId="{4147953F-A707-4CBE-92FB-FA193B91A6F4}" destId="{60512083-E88C-4595-8967-8628B86C3AF4}" srcOrd="0" destOrd="0" presId="urn:microsoft.com/office/officeart/2018/2/layout/IconVerticalSolidList"/>
    <dgm:cxn modelId="{ACFC63AC-2E8C-4EAD-BCE4-3023FF8D7B2A}" type="presParOf" srcId="{60512083-E88C-4595-8967-8628B86C3AF4}" destId="{FC9B00A6-32FF-494E-BF8D-8590AB74E54C}" srcOrd="0" destOrd="0" presId="urn:microsoft.com/office/officeart/2018/2/layout/IconVerticalSolidList"/>
    <dgm:cxn modelId="{1718B1A1-75D4-4750-AE09-A51B2FA2A859}" type="presParOf" srcId="{60512083-E88C-4595-8967-8628B86C3AF4}" destId="{89B44B39-F754-4C8B-B21D-294CA1702B58}" srcOrd="1" destOrd="0" presId="urn:microsoft.com/office/officeart/2018/2/layout/IconVerticalSolidList"/>
    <dgm:cxn modelId="{F966CC93-5EFB-4F34-9F87-CB3B77F275A4}" type="presParOf" srcId="{60512083-E88C-4595-8967-8628B86C3AF4}" destId="{24FBFAAD-E7B3-4979-97C4-8463F45F7B53}" srcOrd="2" destOrd="0" presId="urn:microsoft.com/office/officeart/2018/2/layout/IconVerticalSolidList"/>
    <dgm:cxn modelId="{C540F84F-7FF2-4CD3-815D-4CEA58D12EB9}" type="presParOf" srcId="{60512083-E88C-4595-8967-8628B86C3AF4}" destId="{02BB3F18-FD7F-4D47-BE1D-33AD7D93B599}" srcOrd="3" destOrd="0" presId="urn:microsoft.com/office/officeart/2018/2/layout/IconVerticalSolidList"/>
    <dgm:cxn modelId="{5C4111E6-66FE-41A5-AB8D-D05C7699A5C7}" type="presParOf" srcId="{4147953F-A707-4CBE-92FB-FA193B91A6F4}" destId="{DC46993E-8461-4BA0-AC24-130CC84421D1}" srcOrd="1" destOrd="0" presId="urn:microsoft.com/office/officeart/2018/2/layout/IconVerticalSolidList"/>
    <dgm:cxn modelId="{C9434A9D-B510-4495-BE65-5FE5F1B1E7A2}" type="presParOf" srcId="{4147953F-A707-4CBE-92FB-FA193B91A6F4}" destId="{507067B4-FC0D-4543-BDA2-45F28784D310}" srcOrd="2" destOrd="0" presId="urn:microsoft.com/office/officeart/2018/2/layout/IconVerticalSolidList"/>
    <dgm:cxn modelId="{B0A9801C-15CF-4137-854D-D6DC96BBD487}" type="presParOf" srcId="{507067B4-FC0D-4543-BDA2-45F28784D310}" destId="{899C9418-5BEE-493C-A169-220227FF4A96}" srcOrd="0" destOrd="0" presId="urn:microsoft.com/office/officeart/2018/2/layout/IconVerticalSolidList"/>
    <dgm:cxn modelId="{733DE59F-5227-4005-BA9D-6E6C665D289F}" type="presParOf" srcId="{507067B4-FC0D-4543-BDA2-45F28784D310}" destId="{26D309BF-2D7E-4E4B-97C1-B2FFDF742925}" srcOrd="1" destOrd="0" presId="urn:microsoft.com/office/officeart/2018/2/layout/IconVerticalSolidList"/>
    <dgm:cxn modelId="{C2C6BDFE-9D6D-40CE-B195-8CCB43D3EA37}" type="presParOf" srcId="{507067B4-FC0D-4543-BDA2-45F28784D310}" destId="{6B7A6452-252E-4A34-A88F-2B1B987D56D0}" srcOrd="2" destOrd="0" presId="urn:microsoft.com/office/officeart/2018/2/layout/IconVerticalSolidList"/>
    <dgm:cxn modelId="{F94E5BB3-843F-4F7D-8109-13200DB98AB4}" type="presParOf" srcId="{507067B4-FC0D-4543-BDA2-45F28784D310}" destId="{CF403347-5B35-401A-B7F8-DE9EC17165BF}" srcOrd="3" destOrd="0" presId="urn:microsoft.com/office/officeart/2018/2/layout/IconVerticalSolidList"/>
    <dgm:cxn modelId="{8D648FA4-6DBD-494A-B45E-CF92BDBEB12D}" type="presParOf" srcId="{4147953F-A707-4CBE-92FB-FA193B91A6F4}" destId="{EB3AC6C7-5701-4C00-B951-5C2B6A960075}" srcOrd="3" destOrd="0" presId="urn:microsoft.com/office/officeart/2018/2/layout/IconVerticalSolidList"/>
    <dgm:cxn modelId="{39C781E6-5C36-4090-8836-AF72019FC549}" type="presParOf" srcId="{4147953F-A707-4CBE-92FB-FA193B91A6F4}" destId="{FC4A4218-4F98-42AB-BD74-DF0D9EE73C23}" srcOrd="4" destOrd="0" presId="urn:microsoft.com/office/officeart/2018/2/layout/IconVerticalSolidList"/>
    <dgm:cxn modelId="{0F6F8E74-A148-4D0D-8E8E-2F4511BD2177}" type="presParOf" srcId="{FC4A4218-4F98-42AB-BD74-DF0D9EE73C23}" destId="{45DAF4A5-2D1D-4533-BB46-4638676CB424}" srcOrd="0" destOrd="0" presId="urn:microsoft.com/office/officeart/2018/2/layout/IconVerticalSolidList"/>
    <dgm:cxn modelId="{07A57F90-D987-4A15-A647-2083DCAF67EC}" type="presParOf" srcId="{FC4A4218-4F98-42AB-BD74-DF0D9EE73C23}" destId="{3547F566-E9CD-4B85-8584-D724F9234253}" srcOrd="1" destOrd="0" presId="urn:microsoft.com/office/officeart/2018/2/layout/IconVerticalSolidList"/>
    <dgm:cxn modelId="{90785BA3-74E5-40D6-829D-1B985C84E975}" type="presParOf" srcId="{FC4A4218-4F98-42AB-BD74-DF0D9EE73C23}" destId="{76AB773B-B9B2-4C51-A2D5-7A344CC32BBE}" srcOrd="2" destOrd="0" presId="urn:microsoft.com/office/officeart/2018/2/layout/IconVerticalSolidList"/>
    <dgm:cxn modelId="{8113BBAD-3B05-4ED7-B5B9-127DD3E7B323}" type="presParOf" srcId="{FC4A4218-4F98-42AB-BD74-DF0D9EE73C23}" destId="{DA5FC007-EDBA-44B1-86F1-8EDA104DBC1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3B0B5EB-0E60-4B5C-A584-21FEF030C20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4503758-8A30-4363-B1D2-A7855A21C8A5}">
      <dgm:prSet phldr="0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latin typeface="Century Gothic" panose="020B0502020202020204"/>
            </a:rPr>
            <a:t>Continue work with Markov Chain</a:t>
          </a:r>
          <a:endParaRPr lang="en-US"/>
        </a:p>
      </dgm:t>
    </dgm:pt>
    <dgm:pt modelId="{E37AD385-F314-4B19-9862-6F78117704B2}" type="parTrans" cxnId="{402E0988-73C6-46AF-AD7F-0A38C49FBFCF}">
      <dgm:prSet/>
      <dgm:spPr/>
      <dgm:t>
        <a:bodyPr/>
        <a:lstStyle/>
        <a:p>
          <a:endParaRPr lang="en-US"/>
        </a:p>
      </dgm:t>
    </dgm:pt>
    <dgm:pt modelId="{7E664AE6-1533-4CF3-BA0D-DD68EB91CACB}" type="sibTrans" cxnId="{402E0988-73C6-46AF-AD7F-0A38C49FBFCF}">
      <dgm:prSet/>
      <dgm:spPr/>
      <dgm:t>
        <a:bodyPr/>
        <a:lstStyle/>
        <a:p>
          <a:endParaRPr lang="en-US"/>
        </a:p>
      </dgm:t>
    </dgm:pt>
    <dgm:pt modelId="{08CDF594-CA3E-4979-B758-303167A34605}">
      <dgm:prSet phldr="0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latin typeface="Century Gothic" panose="020B0502020202020204"/>
            </a:rPr>
            <a:t>Research other prediction models</a:t>
          </a:r>
          <a:endParaRPr lang="en-US"/>
        </a:p>
      </dgm:t>
    </dgm:pt>
    <dgm:pt modelId="{95BD0C8D-6AE3-42A6-9BD4-0CF8447D9313}" type="parTrans" cxnId="{14382FA8-E646-4792-BA2B-DD63C5DF6DA0}">
      <dgm:prSet/>
      <dgm:spPr/>
      <dgm:t>
        <a:bodyPr/>
        <a:lstStyle/>
        <a:p>
          <a:endParaRPr lang="en-US"/>
        </a:p>
      </dgm:t>
    </dgm:pt>
    <dgm:pt modelId="{7C866C6D-6B57-480E-8899-063B1EA9A47D}" type="sibTrans" cxnId="{14382FA8-E646-4792-BA2B-DD63C5DF6DA0}">
      <dgm:prSet/>
      <dgm:spPr/>
      <dgm:t>
        <a:bodyPr/>
        <a:lstStyle/>
        <a:p>
          <a:endParaRPr lang="en-US"/>
        </a:p>
      </dgm:t>
    </dgm:pt>
    <dgm:pt modelId="{75DD3507-375B-48A0-8EF1-127801554C6C}">
      <dgm:prSet phldr="0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latin typeface="Century Gothic" panose="020B0502020202020204"/>
            </a:rPr>
            <a:t>Continue code cleaning</a:t>
          </a:r>
        </a:p>
      </dgm:t>
    </dgm:pt>
    <dgm:pt modelId="{FCC3EC71-22A6-4D91-9139-6D105DD23490}" type="parTrans" cxnId="{8C730ED1-F164-4580-AA4A-39F859FD1C7B}">
      <dgm:prSet/>
      <dgm:spPr/>
      <dgm:t>
        <a:bodyPr/>
        <a:lstStyle/>
        <a:p>
          <a:endParaRPr lang="en-US"/>
        </a:p>
      </dgm:t>
    </dgm:pt>
    <dgm:pt modelId="{70DE8060-B5B8-40C1-8574-B88021F53C7F}" type="sibTrans" cxnId="{8C730ED1-F164-4580-AA4A-39F859FD1C7B}">
      <dgm:prSet/>
      <dgm:spPr/>
      <dgm:t>
        <a:bodyPr/>
        <a:lstStyle/>
        <a:p>
          <a:endParaRPr lang="en-US"/>
        </a:p>
      </dgm:t>
    </dgm:pt>
    <dgm:pt modelId="{A153C699-A815-4456-8F40-F77AB829AB95}" type="pres">
      <dgm:prSet presAssocID="{73B0B5EB-0E60-4B5C-A584-21FEF030C204}" presName="root" presStyleCnt="0">
        <dgm:presLayoutVars>
          <dgm:dir/>
          <dgm:resizeHandles val="exact"/>
        </dgm:presLayoutVars>
      </dgm:prSet>
      <dgm:spPr/>
    </dgm:pt>
    <dgm:pt modelId="{71A98820-D6C0-4E2E-8345-4279B6F0C03E}" type="pres">
      <dgm:prSet presAssocID="{C4503758-8A30-4363-B1D2-A7855A21C8A5}" presName="compNode" presStyleCnt="0"/>
      <dgm:spPr/>
    </dgm:pt>
    <dgm:pt modelId="{063B5610-D17C-422D-B4E2-42C7C791A892}" type="pres">
      <dgm:prSet presAssocID="{C4503758-8A30-4363-B1D2-A7855A21C8A5}" presName="iconBgRect" presStyleLbl="bgShp" presStyleIdx="0" presStyleCnt="3"/>
      <dgm:spPr/>
    </dgm:pt>
    <dgm:pt modelId="{360D8617-609B-461F-8837-A560D1112660}" type="pres">
      <dgm:prSet presAssocID="{C4503758-8A30-4363-B1D2-A7855A21C8A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 with solid fill"/>
        </a:ext>
      </dgm:extLst>
    </dgm:pt>
    <dgm:pt modelId="{438A0099-10EA-4829-92B6-F026FD576A1C}" type="pres">
      <dgm:prSet presAssocID="{C4503758-8A30-4363-B1D2-A7855A21C8A5}" presName="spaceRect" presStyleCnt="0"/>
      <dgm:spPr/>
    </dgm:pt>
    <dgm:pt modelId="{39D616EC-352D-42FD-8047-4BFD2FF83CE3}" type="pres">
      <dgm:prSet presAssocID="{C4503758-8A30-4363-B1D2-A7855A21C8A5}" presName="textRect" presStyleLbl="revTx" presStyleIdx="0" presStyleCnt="3">
        <dgm:presLayoutVars>
          <dgm:chMax val="1"/>
          <dgm:chPref val="1"/>
        </dgm:presLayoutVars>
      </dgm:prSet>
      <dgm:spPr/>
    </dgm:pt>
    <dgm:pt modelId="{EF7ED3E8-2E0F-487C-8E47-953FAF7139F1}" type="pres">
      <dgm:prSet presAssocID="{7E664AE6-1533-4CF3-BA0D-DD68EB91CACB}" presName="sibTrans" presStyleCnt="0"/>
      <dgm:spPr/>
    </dgm:pt>
    <dgm:pt modelId="{BD3C3A10-0F9E-49E2-A435-A5113D15EB70}" type="pres">
      <dgm:prSet presAssocID="{08CDF594-CA3E-4979-B758-303167A34605}" presName="compNode" presStyleCnt="0"/>
      <dgm:spPr/>
    </dgm:pt>
    <dgm:pt modelId="{B9E3CEEB-09CD-4570-8187-5E58C56A393A}" type="pres">
      <dgm:prSet presAssocID="{08CDF594-CA3E-4979-B758-303167A34605}" presName="iconBgRect" presStyleLbl="bgShp" presStyleIdx="1" presStyleCnt="3"/>
      <dgm:spPr/>
    </dgm:pt>
    <dgm:pt modelId="{FBC92A78-35D4-4F12-B718-1598FFA56A0C}" type="pres">
      <dgm:prSet presAssocID="{08CDF594-CA3E-4979-B758-303167A3460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 with solid fill"/>
        </a:ext>
      </dgm:extLst>
    </dgm:pt>
    <dgm:pt modelId="{A3E472CB-8CD2-4154-9858-8E0C64EF0739}" type="pres">
      <dgm:prSet presAssocID="{08CDF594-CA3E-4979-B758-303167A34605}" presName="spaceRect" presStyleCnt="0"/>
      <dgm:spPr/>
    </dgm:pt>
    <dgm:pt modelId="{3542F2B8-419D-4DAC-A71C-4BAB13B4225A}" type="pres">
      <dgm:prSet presAssocID="{08CDF594-CA3E-4979-B758-303167A34605}" presName="textRect" presStyleLbl="revTx" presStyleIdx="1" presStyleCnt="3">
        <dgm:presLayoutVars>
          <dgm:chMax val="1"/>
          <dgm:chPref val="1"/>
        </dgm:presLayoutVars>
      </dgm:prSet>
      <dgm:spPr/>
    </dgm:pt>
    <dgm:pt modelId="{C2CC25E8-DEAD-423E-87B6-DC8CEE68FECF}" type="pres">
      <dgm:prSet presAssocID="{7C866C6D-6B57-480E-8899-063B1EA9A47D}" presName="sibTrans" presStyleCnt="0"/>
      <dgm:spPr/>
    </dgm:pt>
    <dgm:pt modelId="{1A63FFAE-D884-480F-B7C4-50D8DB71B3A3}" type="pres">
      <dgm:prSet presAssocID="{75DD3507-375B-48A0-8EF1-127801554C6C}" presName="compNode" presStyleCnt="0"/>
      <dgm:spPr/>
    </dgm:pt>
    <dgm:pt modelId="{9542EF30-3D2C-47CE-9654-F968C7251D3E}" type="pres">
      <dgm:prSet presAssocID="{75DD3507-375B-48A0-8EF1-127801554C6C}" presName="iconBgRect" presStyleLbl="bgShp" presStyleIdx="2" presStyleCnt="3"/>
      <dgm:spPr/>
    </dgm:pt>
    <dgm:pt modelId="{23F80E00-A5AC-4BC7-8016-D8D1663D5330}" type="pres">
      <dgm:prSet presAssocID="{75DD3507-375B-48A0-8EF1-127801554C6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 male with solid fill"/>
        </a:ext>
      </dgm:extLst>
    </dgm:pt>
    <dgm:pt modelId="{B6A6C916-735C-4D5E-8111-F1DC9935628F}" type="pres">
      <dgm:prSet presAssocID="{75DD3507-375B-48A0-8EF1-127801554C6C}" presName="spaceRect" presStyleCnt="0"/>
      <dgm:spPr/>
    </dgm:pt>
    <dgm:pt modelId="{3BAA5677-166F-4C87-B9E2-7FB8847652D0}" type="pres">
      <dgm:prSet presAssocID="{75DD3507-375B-48A0-8EF1-127801554C6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FB3FF5F-4153-4A79-9B14-3E8F028D92CD}" type="presOf" srcId="{75DD3507-375B-48A0-8EF1-127801554C6C}" destId="{3BAA5677-166F-4C87-B9E2-7FB8847652D0}" srcOrd="0" destOrd="0" presId="urn:microsoft.com/office/officeart/2018/5/layout/IconCircleLabelList"/>
    <dgm:cxn modelId="{050F6E6F-0A0A-4995-950B-4BF62C5BF7FA}" type="presOf" srcId="{C4503758-8A30-4363-B1D2-A7855A21C8A5}" destId="{39D616EC-352D-42FD-8047-4BFD2FF83CE3}" srcOrd="0" destOrd="0" presId="urn:microsoft.com/office/officeart/2018/5/layout/IconCircleLabelList"/>
    <dgm:cxn modelId="{402E0988-73C6-46AF-AD7F-0A38C49FBFCF}" srcId="{73B0B5EB-0E60-4B5C-A584-21FEF030C204}" destId="{C4503758-8A30-4363-B1D2-A7855A21C8A5}" srcOrd="0" destOrd="0" parTransId="{E37AD385-F314-4B19-9862-6F78117704B2}" sibTransId="{7E664AE6-1533-4CF3-BA0D-DD68EB91CACB}"/>
    <dgm:cxn modelId="{14382FA8-E646-4792-BA2B-DD63C5DF6DA0}" srcId="{73B0B5EB-0E60-4B5C-A584-21FEF030C204}" destId="{08CDF594-CA3E-4979-B758-303167A34605}" srcOrd="1" destOrd="0" parTransId="{95BD0C8D-6AE3-42A6-9BD4-0CF8447D9313}" sibTransId="{7C866C6D-6B57-480E-8899-063B1EA9A47D}"/>
    <dgm:cxn modelId="{8C730ED1-F164-4580-AA4A-39F859FD1C7B}" srcId="{73B0B5EB-0E60-4B5C-A584-21FEF030C204}" destId="{75DD3507-375B-48A0-8EF1-127801554C6C}" srcOrd="2" destOrd="0" parTransId="{FCC3EC71-22A6-4D91-9139-6D105DD23490}" sibTransId="{70DE8060-B5B8-40C1-8574-B88021F53C7F}"/>
    <dgm:cxn modelId="{52F4C1DC-0A1B-4902-AE72-6F038B53CE69}" type="presOf" srcId="{73B0B5EB-0E60-4B5C-A584-21FEF030C204}" destId="{A153C699-A815-4456-8F40-F77AB829AB95}" srcOrd="0" destOrd="0" presId="urn:microsoft.com/office/officeart/2018/5/layout/IconCircleLabelList"/>
    <dgm:cxn modelId="{790782FD-B024-4B27-B732-96F2580F7EEB}" type="presOf" srcId="{08CDF594-CA3E-4979-B758-303167A34605}" destId="{3542F2B8-419D-4DAC-A71C-4BAB13B4225A}" srcOrd="0" destOrd="0" presId="urn:microsoft.com/office/officeart/2018/5/layout/IconCircleLabelList"/>
    <dgm:cxn modelId="{377AA0B3-589B-4D06-BCA1-DDC986DBB770}" type="presParOf" srcId="{A153C699-A815-4456-8F40-F77AB829AB95}" destId="{71A98820-D6C0-4E2E-8345-4279B6F0C03E}" srcOrd="0" destOrd="0" presId="urn:microsoft.com/office/officeart/2018/5/layout/IconCircleLabelList"/>
    <dgm:cxn modelId="{ECB75820-AC68-4C91-8DA8-047ED60C6B43}" type="presParOf" srcId="{71A98820-D6C0-4E2E-8345-4279B6F0C03E}" destId="{063B5610-D17C-422D-B4E2-42C7C791A892}" srcOrd="0" destOrd="0" presId="urn:microsoft.com/office/officeart/2018/5/layout/IconCircleLabelList"/>
    <dgm:cxn modelId="{F33C0170-F0F4-443D-8B6F-BD0D15087C53}" type="presParOf" srcId="{71A98820-D6C0-4E2E-8345-4279B6F0C03E}" destId="{360D8617-609B-461F-8837-A560D1112660}" srcOrd="1" destOrd="0" presId="urn:microsoft.com/office/officeart/2018/5/layout/IconCircleLabelList"/>
    <dgm:cxn modelId="{DE12C556-64F0-4E16-8411-801D78D7B99C}" type="presParOf" srcId="{71A98820-D6C0-4E2E-8345-4279B6F0C03E}" destId="{438A0099-10EA-4829-92B6-F026FD576A1C}" srcOrd="2" destOrd="0" presId="urn:microsoft.com/office/officeart/2018/5/layout/IconCircleLabelList"/>
    <dgm:cxn modelId="{F81B205F-69BA-4D6D-A2BB-D38DCA54222C}" type="presParOf" srcId="{71A98820-D6C0-4E2E-8345-4279B6F0C03E}" destId="{39D616EC-352D-42FD-8047-4BFD2FF83CE3}" srcOrd="3" destOrd="0" presId="urn:microsoft.com/office/officeart/2018/5/layout/IconCircleLabelList"/>
    <dgm:cxn modelId="{E3468E09-228F-4D11-8965-0A2EF4B1D7A1}" type="presParOf" srcId="{A153C699-A815-4456-8F40-F77AB829AB95}" destId="{EF7ED3E8-2E0F-487C-8E47-953FAF7139F1}" srcOrd="1" destOrd="0" presId="urn:microsoft.com/office/officeart/2018/5/layout/IconCircleLabelList"/>
    <dgm:cxn modelId="{888E0110-51F1-41E7-9892-D53208E2C0EA}" type="presParOf" srcId="{A153C699-A815-4456-8F40-F77AB829AB95}" destId="{BD3C3A10-0F9E-49E2-A435-A5113D15EB70}" srcOrd="2" destOrd="0" presId="urn:microsoft.com/office/officeart/2018/5/layout/IconCircleLabelList"/>
    <dgm:cxn modelId="{255B7FE6-124F-4A09-8864-AFDBF7096E6F}" type="presParOf" srcId="{BD3C3A10-0F9E-49E2-A435-A5113D15EB70}" destId="{B9E3CEEB-09CD-4570-8187-5E58C56A393A}" srcOrd="0" destOrd="0" presId="urn:microsoft.com/office/officeart/2018/5/layout/IconCircleLabelList"/>
    <dgm:cxn modelId="{96954E92-4FA5-4DF5-85B0-69EB0EF612AA}" type="presParOf" srcId="{BD3C3A10-0F9E-49E2-A435-A5113D15EB70}" destId="{FBC92A78-35D4-4F12-B718-1598FFA56A0C}" srcOrd="1" destOrd="0" presId="urn:microsoft.com/office/officeart/2018/5/layout/IconCircleLabelList"/>
    <dgm:cxn modelId="{580A53B3-0D60-4E86-B677-C72B6C8B3C1D}" type="presParOf" srcId="{BD3C3A10-0F9E-49E2-A435-A5113D15EB70}" destId="{A3E472CB-8CD2-4154-9858-8E0C64EF0739}" srcOrd="2" destOrd="0" presId="urn:microsoft.com/office/officeart/2018/5/layout/IconCircleLabelList"/>
    <dgm:cxn modelId="{714C9F92-2453-4A25-9FA9-CDD61EF8855F}" type="presParOf" srcId="{BD3C3A10-0F9E-49E2-A435-A5113D15EB70}" destId="{3542F2B8-419D-4DAC-A71C-4BAB13B4225A}" srcOrd="3" destOrd="0" presId="urn:microsoft.com/office/officeart/2018/5/layout/IconCircleLabelList"/>
    <dgm:cxn modelId="{DECE906A-05E8-4332-BE2F-C3C265DF19BD}" type="presParOf" srcId="{A153C699-A815-4456-8F40-F77AB829AB95}" destId="{C2CC25E8-DEAD-423E-87B6-DC8CEE68FECF}" srcOrd="3" destOrd="0" presId="urn:microsoft.com/office/officeart/2018/5/layout/IconCircleLabelList"/>
    <dgm:cxn modelId="{424E6B24-CCC0-416E-A727-A98B3F2901BA}" type="presParOf" srcId="{A153C699-A815-4456-8F40-F77AB829AB95}" destId="{1A63FFAE-D884-480F-B7C4-50D8DB71B3A3}" srcOrd="4" destOrd="0" presId="urn:microsoft.com/office/officeart/2018/5/layout/IconCircleLabelList"/>
    <dgm:cxn modelId="{930BB175-D77B-479D-8613-5827EAF9BB81}" type="presParOf" srcId="{1A63FFAE-D884-480F-B7C4-50D8DB71B3A3}" destId="{9542EF30-3D2C-47CE-9654-F968C7251D3E}" srcOrd="0" destOrd="0" presId="urn:microsoft.com/office/officeart/2018/5/layout/IconCircleLabelList"/>
    <dgm:cxn modelId="{01826A2D-B96A-4D8A-A86E-79EB39046858}" type="presParOf" srcId="{1A63FFAE-D884-480F-B7C4-50D8DB71B3A3}" destId="{23F80E00-A5AC-4BC7-8016-D8D1663D5330}" srcOrd="1" destOrd="0" presId="urn:microsoft.com/office/officeart/2018/5/layout/IconCircleLabelList"/>
    <dgm:cxn modelId="{DECBE914-EA18-40C9-B465-F990322F88CA}" type="presParOf" srcId="{1A63FFAE-D884-480F-B7C4-50D8DB71B3A3}" destId="{B6A6C916-735C-4D5E-8111-F1DC9935628F}" srcOrd="2" destOrd="0" presId="urn:microsoft.com/office/officeart/2018/5/layout/IconCircleLabelList"/>
    <dgm:cxn modelId="{F7581780-676E-422B-A597-6F1CD3014AE7}" type="presParOf" srcId="{1A63FFAE-D884-480F-B7C4-50D8DB71B3A3}" destId="{3BAA5677-166F-4C87-B9E2-7FB8847652D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0130311-2091-4AB0-BBC9-B37CEBA41D8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13DF6E2-6BEE-4A88-A3CB-8115FCBF8F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entury Gothic" panose="020B0502020202020204"/>
            </a:rPr>
            <a:t> 1) Aggregate</a:t>
          </a:r>
          <a:r>
            <a:rPr lang="en-US"/>
            <a:t> data on </a:t>
          </a:r>
          <a:r>
            <a:rPr lang="en-US">
              <a:latin typeface="Century Gothic" panose="020B0502020202020204"/>
            </a:rPr>
            <a:t>a monthly</a:t>
          </a:r>
          <a:r>
            <a:rPr lang="en-US"/>
            <a:t> basis</a:t>
          </a:r>
          <a:endParaRPr lang="en-US">
            <a:latin typeface="Century Gothic" panose="020B0502020202020204"/>
          </a:endParaRPr>
        </a:p>
      </dgm:t>
    </dgm:pt>
    <dgm:pt modelId="{B56A9F77-D1CF-433F-9F25-FAA5A29E80BD}" type="parTrans" cxnId="{83257949-F9F5-4642-A9DC-18AA89B343E3}">
      <dgm:prSet/>
      <dgm:spPr/>
      <dgm:t>
        <a:bodyPr/>
        <a:lstStyle/>
        <a:p>
          <a:endParaRPr lang="en-US"/>
        </a:p>
      </dgm:t>
    </dgm:pt>
    <dgm:pt modelId="{48410E88-6A91-4451-BF16-C83B55869AA5}" type="sibTrans" cxnId="{83257949-F9F5-4642-A9DC-18AA89B343E3}">
      <dgm:prSet/>
      <dgm:spPr/>
      <dgm:t>
        <a:bodyPr/>
        <a:lstStyle/>
        <a:p>
          <a:endParaRPr lang="en-US"/>
        </a:p>
      </dgm:t>
    </dgm:pt>
    <dgm:pt modelId="{A30E639E-3FE3-4AEE-8B16-205CEA8C75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entury Gothic" panose="020B0502020202020204"/>
            </a:rPr>
            <a:t> 2) </a:t>
          </a:r>
          <a:r>
            <a:rPr lang="en-US"/>
            <a:t>Run the segmentation model on this short term data to find the cluster after each month</a:t>
          </a:r>
        </a:p>
      </dgm:t>
    </dgm:pt>
    <dgm:pt modelId="{C3117090-BF7E-4110-BFA8-331EB67AF47C}" type="parTrans" cxnId="{BFEE3C1A-40BF-4324-A738-342E3B50BD6E}">
      <dgm:prSet/>
      <dgm:spPr/>
      <dgm:t>
        <a:bodyPr/>
        <a:lstStyle/>
        <a:p>
          <a:endParaRPr lang="en-US"/>
        </a:p>
      </dgm:t>
    </dgm:pt>
    <dgm:pt modelId="{E89AA3E3-4D01-40D3-8F80-8ED03703C90E}" type="sibTrans" cxnId="{BFEE3C1A-40BF-4324-A738-342E3B50BD6E}">
      <dgm:prSet/>
      <dgm:spPr/>
      <dgm:t>
        <a:bodyPr/>
        <a:lstStyle/>
        <a:p>
          <a:endParaRPr lang="en-US"/>
        </a:p>
      </dgm:t>
    </dgm:pt>
    <dgm:pt modelId="{11FB0D24-DF4F-44A6-B9F0-8D52F20273F4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>
              <a:latin typeface="Century Gothic" panose="020B0502020202020204"/>
            </a:rPr>
            <a:t> 3) Train</a:t>
          </a:r>
          <a:r>
            <a:rPr lang="en-US"/>
            <a:t> </a:t>
          </a:r>
          <a:r>
            <a:rPr lang="en-US">
              <a:latin typeface="Century Gothic" panose="020B0502020202020204"/>
            </a:rPr>
            <a:t>ML </a:t>
          </a:r>
          <a:r>
            <a:rPr lang="en-US"/>
            <a:t>model to understand what causes the movement</a:t>
          </a:r>
        </a:p>
      </dgm:t>
    </dgm:pt>
    <dgm:pt modelId="{F45D48BE-D25B-42E8-9C78-612344EA5992}" type="parTrans" cxnId="{C90FC5F3-D8B4-4B13-BF88-C33821D31E67}">
      <dgm:prSet/>
      <dgm:spPr/>
      <dgm:t>
        <a:bodyPr/>
        <a:lstStyle/>
        <a:p>
          <a:endParaRPr lang="en-US"/>
        </a:p>
      </dgm:t>
    </dgm:pt>
    <dgm:pt modelId="{41E5D941-03EA-411D-87E6-6C8126C01FF2}" type="sibTrans" cxnId="{C90FC5F3-D8B4-4B13-BF88-C33821D31E67}">
      <dgm:prSet/>
      <dgm:spPr/>
      <dgm:t>
        <a:bodyPr/>
        <a:lstStyle/>
        <a:p>
          <a:endParaRPr lang="en-US"/>
        </a:p>
      </dgm:t>
    </dgm:pt>
    <dgm:pt modelId="{61432E19-C4B6-478F-BDA7-B49147D64B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entury Gothic" panose="020B0502020202020204"/>
            </a:rPr>
            <a:t> 4) Test</a:t>
          </a:r>
          <a:r>
            <a:rPr lang="en-US"/>
            <a:t> the prediction model on new unseen data</a:t>
          </a:r>
        </a:p>
      </dgm:t>
    </dgm:pt>
    <dgm:pt modelId="{DF4864FA-9367-412D-8791-7AAC5DF87ACC}" type="parTrans" cxnId="{6DB115DE-8BB9-4A9E-AD5A-A9B67562A4F8}">
      <dgm:prSet/>
      <dgm:spPr/>
      <dgm:t>
        <a:bodyPr/>
        <a:lstStyle/>
        <a:p>
          <a:endParaRPr lang="en-US"/>
        </a:p>
      </dgm:t>
    </dgm:pt>
    <dgm:pt modelId="{69D5AB14-A5FE-4897-8A23-FF06D0BF7B05}" type="sibTrans" cxnId="{6DB115DE-8BB9-4A9E-AD5A-A9B67562A4F8}">
      <dgm:prSet/>
      <dgm:spPr/>
      <dgm:t>
        <a:bodyPr/>
        <a:lstStyle/>
        <a:p>
          <a:endParaRPr lang="en-US"/>
        </a:p>
      </dgm:t>
    </dgm:pt>
    <dgm:pt modelId="{3CFD925D-FBA0-41C4-A6BB-2E872CA0EDF4}" type="pres">
      <dgm:prSet presAssocID="{80130311-2091-4AB0-BBC9-B37CEBA41D8A}" presName="root" presStyleCnt="0">
        <dgm:presLayoutVars>
          <dgm:dir/>
          <dgm:resizeHandles val="exact"/>
        </dgm:presLayoutVars>
      </dgm:prSet>
      <dgm:spPr/>
    </dgm:pt>
    <dgm:pt modelId="{A2113753-9FD4-4303-92F0-A9A7DC913D38}" type="pres">
      <dgm:prSet presAssocID="{913DF6E2-6BEE-4A88-A3CB-8115FCBF8F33}" presName="compNode" presStyleCnt="0"/>
      <dgm:spPr/>
    </dgm:pt>
    <dgm:pt modelId="{5240D224-E720-4BD1-B871-FCFCF2378B10}" type="pres">
      <dgm:prSet presAssocID="{913DF6E2-6BEE-4A88-A3CB-8115FCBF8F33}" presName="bgRect" presStyleLbl="bgShp" presStyleIdx="0" presStyleCnt="4"/>
      <dgm:spPr/>
    </dgm:pt>
    <dgm:pt modelId="{6214E8CF-0F49-491F-8F45-6C5C6A7D59FD}" type="pres">
      <dgm:prSet presAssocID="{913DF6E2-6BEE-4A88-A3CB-8115FCBF8F3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FCFCC5FD-07D7-4C4C-9F43-046AB4C6D28F}" type="pres">
      <dgm:prSet presAssocID="{913DF6E2-6BEE-4A88-A3CB-8115FCBF8F33}" presName="spaceRect" presStyleCnt="0"/>
      <dgm:spPr/>
    </dgm:pt>
    <dgm:pt modelId="{A7237E60-D301-4FDE-B183-72A7C500A579}" type="pres">
      <dgm:prSet presAssocID="{913DF6E2-6BEE-4A88-A3CB-8115FCBF8F33}" presName="parTx" presStyleLbl="revTx" presStyleIdx="0" presStyleCnt="4">
        <dgm:presLayoutVars>
          <dgm:chMax val="0"/>
          <dgm:chPref val="0"/>
        </dgm:presLayoutVars>
      </dgm:prSet>
      <dgm:spPr/>
    </dgm:pt>
    <dgm:pt modelId="{8A6B2060-1C1D-4958-812A-25C887C22EC7}" type="pres">
      <dgm:prSet presAssocID="{48410E88-6A91-4451-BF16-C83B55869AA5}" presName="sibTrans" presStyleCnt="0"/>
      <dgm:spPr/>
    </dgm:pt>
    <dgm:pt modelId="{AB183090-8268-4966-9DFA-C1FB10562779}" type="pres">
      <dgm:prSet presAssocID="{A30E639E-3FE3-4AEE-8B16-205CEA8C7514}" presName="compNode" presStyleCnt="0"/>
      <dgm:spPr/>
    </dgm:pt>
    <dgm:pt modelId="{14702506-148C-432C-9D0E-4BD83BA77813}" type="pres">
      <dgm:prSet presAssocID="{A30E639E-3FE3-4AEE-8B16-205CEA8C7514}" presName="bgRect" presStyleLbl="bgShp" presStyleIdx="1" presStyleCnt="4"/>
      <dgm:spPr/>
    </dgm:pt>
    <dgm:pt modelId="{FBBFC768-62E2-4F15-BB8C-9B2A87C500B7}" type="pres">
      <dgm:prSet presAssocID="{A30E639E-3FE3-4AEE-8B16-205CEA8C751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A36A4387-95B4-43CF-8A76-E33A8B5B7485}" type="pres">
      <dgm:prSet presAssocID="{A30E639E-3FE3-4AEE-8B16-205CEA8C7514}" presName="spaceRect" presStyleCnt="0"/>
      <dgm:spPr/>
    </dgm:pt>
    <dgm:pt modelId="{F352B7E4-9F1E-4C12-9F4F-D7EED77AD363}" type="pres">
      <dgm:prSet presAssocID="{A30E639E-3FE3-4AEE-8B16-205CEA8C7514}" presName="parTx" presStyleLbl="revTx" presStyleIdx="1" presStyleCnt="4">
        <dgm:presLayoutVars>
          <dgm:chMax val="0"/>
          <dgm:chPref val="0"/>
        </dgm:presLayoutVars>
      </dgm:prSet>
      <dgm:spPr/>
    </dgm:pt>
    <dgm:pt modelId="{1D76476A-3C34-441D-936E-E55F6EA3DC1C}" type="pres">
      <dgm:prSet presAssocID="{E89AA3E3-4D01-40D3-8F80-8ED03703C90E}" presName="sibTrans" presStyleCnt="0"/>
      <dgm:spPr/>
    </dgm:pt>
    <dgm:pt modelId="{24901195-827A-47E4-BE84-2E3D8B2BA2F3}" type="pres">
      <dgm:prSet presAssocID="{11FB0D24-DF4F-44A6-B9F0-8D52F20273F4}" presName="compNode" presStyleCnt="0"/>
      <dgm:spPr/>
    </dgm:pt>
    <dgm:pt modelId="{B0B3FC89-2D6A-474B-9C7D-8A681700D238}" type="pres">
      <dgm:prSet presAssocID="{11FB0D24-DF4F-44A6-B9F0-8D52F20273F4}" presName="bgRect" presStyleLbl="bgShp" presStyleIdx="2" presStyleCnt="4"/>
      <dgm:spPr/>
    </dgm:pt>
    <dgm:pt modelId="{4A7EEDBF-C784-4BEE-90C1-E5DE52D76A31}" type="pres">
      <dgm:prSet presAssocID="{11FB0D24-DF4F-44A6-B9F0-8D52F20273F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 with solid fill"/>
        </a:ext>
      </dgm:extLst>
    </dgm:pt>
    <dgm:pt modelId="{940118DC-AFD9-49FF-A873-D609B7FBEEAF}" type="pres">
      <dgm:prSet presAssocID="{11FB0D24-DF4F-44A6-B9F0-8D52F20273F4}" presName="spaceRect" presStyleCnt="0"/>
      <dgm:spPr/>
    </dgm:pt>
    <dgm:pt modelId="{693D2DA3-7E08-49B2-91D2-535CAD0038F8}" type="pres">
      <dgm:prSet presAssocID="{11FB0D24-DF4F-44A6-B9F0-8D52F20273F4}" presName="parTx" presStyleLbl="revTx" presStyleIdx="2" presStyleCnt="4">
        <dgm:presLayoutVars>
          <dgm:chMax val="0"/>
          <dgm:chPref val="0"/>
        </dgm:presLayoutVars>
      </dgm:prSet>
      <dgm:spPr/>
    </dgm:pt>
    <dgm:pt modelId="{BB68A946-7D33-4E04-B519-9912E4C2F5B7}" type="pres">
      <dgm:prSet presAssocID="{41E5D941-03EA-411D-87E6-6C8126C01FF2}" presName="sibTrans" presStyleCnt="0"/>
      <dgm:spPr/>
    </dgm:pt>
    <dgm:pt modelId="{0E789769-E0EA-4F20-9537-3B7C14CF2A18}" type="pres">
      <dgm:prSet presAssocID="{61432E19-C4B6-478F-BDA7-B49147D64B30}" presName="compNode" presStyleCnt="0"/>
      <dgm:spPr/>
    </dgm:pt>
    <dgm:pt modelId="{6D05212C-8621-4063-998A-F32D8361A2F0}" type="pres">
      <dgm:prSet presAssocID="{61432E19-C4B6-478F-BDA7-B49147D64B30}" presName="bgRect" presStyleLbl="bgShp" presStyleIdx="3" presStyleCnt="4"/>
      <dgm:spPr/>
    </dgm:pt>
    <dgm:pt modelId="{4439E2FB-1E7F-46B6-BBD5-AC82D868D6E4}" type="pres">
      <dgm:prSet presAssocID="{61432E19-C4B6-478F-BDA7-B49147D64B3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 with solid fill"/>
        </a:ext>
      </dgm:extLst>
    </dgm:pt>
    <dgm:pt modelId="{EFFC9247-4183-4498-9320-E26729E6B119}" type="pres">
      <dgm:prSet presAssocID="{61432E19-C4B6-478F-BDA7-B49147D64B30}" presName="spaceRect" presStyleCnt="0"/>
      <dgm:spPr/>
    </dgm:pt>
    <dgm:pt modelId="{AF372BF1-23B7-4A16-8133-F93F24192BBF}" type="pres">
      <dgm:prSet presAssocID="{61432E19-C4B6-478F-BDA7-B49147D64B3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FEE3C1A-40BF-4324-A738-342E3B50BD6E}" srcId="{80130311-2091-4AB0-BBC9-B37CEBA41D8A}" destId="{A30E639E-3FE3-4AEE-8B16-205CEA8C7514}" srcOrd="1" destOrd="0" parTransId="{C3117090-BF7E-4110-BFA8-331EB67AF47C}" sibTransId="{E89AA3E3-4D01-40D3-8F80-8ED03703C90E}"/>
    <dgm:cxn modelId="{3766625C-63DB-47BB-B351-AD23E90B91EB}" type="presOf" srcId="{80130311-2091-4AB0-BBC9-B37CEBA41D8A}" destId="{3CFD925D-FBA0-41C4-A6BB-2E872CA0EDF4}" srcOrd="0" destOrd="0" presId="urn:microsoft.com/office/officeart/2018/2/layout/IconVerticalSolidList"/>
    <dgm:cxn modelId="{83257949-F9F5-4642-A9DC-18AA89B343E3}" srcId="{80130311-2091-4AB0-BBC9-B37CEBA41D8A}" destId="{913DF6E2-6BEE-4A88-A3CB-8115FCBF8F33}" srcOrd="0" destOrd="0" parTransId="{B56A9F77-D1CF-433F-9F25-FAA5A29E80BD}" sibTransId="{48410E88-6A91-4451-BF16-C83B55869AA5}"/>
    <dgm:cxn modelId="{B809096E-98E1-4058-A853-67236C42C79C}" type="presOf" srcId="{61432E19-C4B6-478F-BDA7-B49147D64B30}" destId="{AF372BF1-23B7-4A16-8133-F93F24192BBF}" srcOrd="0" destOrd="0" presId="urn:microsoft.com/office/officeart/2018/2/layout/IconVerticalSolidList"/>
    <dgm:cxn modelId="{3691BF6F-B573-4A49-A3F0-2460329FFDDE}" type="presOf" srcId="{913DF6E2-6BEE-4A88-A3CB-8115FCBF8F33}" destId="{A7237E60-D301-4FDE-B183-72A7C500A579}" srcOrd="0" destOrd="0" presId="urn:microsoft.com/office/officeart/2018/2/layout/IconVerticalSolidList"/>
    <dgm:cxn modelId="{373D158F-B7A7-4337-850B-271710AE0DF9}" type="presOf" srcId="{11FB0D24-DF4F-44A6-B9F0-8D52F20273F4}" destId="{693D2DA3-7E08-49B2-91D2-535CAD0038F8}" srcOrd="0" destOrd="0" presId="urn:microsoft.com/office/officeart/2018/2/layout/IconVerticalSolidList"/>
    <dgm:cxn modelId="{44DCACAC-75F9-400B-9995-E63990BCFB5C}" type="presOf" srcId="{A30E639E-3FE3-4AEE-8B16-205CEA8C7514}" destId="{F352B7E4-9F1E-4C12-9F4F-D7EED77AD363}" srcOrd="0" destOrd="0" presId="urn:microsoft.com/office/officeart/2018/2/layout/IconVerticalSolidList"/>
    <dgm:cxn modelId="{6DB115DE-8BB9-4A9E-AD5A-A9B67562A4F8}" srcId="{80130311-2091-4AB0-BBC9-B37CEBA41D8A}" destId="{61432E19-C4B6-478F-BDA7-B49147D64B30}" srcOrd="3" destOrd="0" parTransId="{DF4864FA-9367-412D-8791-7AAC5DF87ACC}" sibTransId="{69D5AB14-A5FE-4897-8A23-FF06D0BF7B05}"/>
    <dgm:cxn modelId="{C90FC5F3-D8B4-4B13-BF88-C33821D31E67}" srcId="{80130311-2091-4AB0-BBC9-B37CEBA41D8A}" destId="{11FB0D24-DF4F-44A6-B9F0-8D52F20273F4}" srcOrd="2" destOrd="0" parTransId="{F45D48BE-D25B-42E8-9C78-612344EA5992}" sibTransId="{41E5D941-03EA-411D-87E6-6C8126C01FF2}"/>
    <dgm:cxn modelId="{AD37BE07-FDD8-4ADE-98F0-5C49CD3F92D2}" type="presParOf" srcId="{3CFD925D-FBA0-41C4-A6BB-2E872CA0EDF4}" destId="{A2113753-9FD4-4303-92F0-A9A7DC913D38}" srcOrd="0" destOrd="0" presId="urn:microsoft.com/office/officeart/2018/2/layout/IconVerticalSolidList"/>
    <dgm:cxn modelId="{3F60E5B9-EB0D-4534-917D-4A628EDD4F7C}" type="presParOf" srcId="{A2113753-9FD4-4303-92F0-A9A7DC913D38}" destId="{5240D224-E720-4BD1-B871-FCFCF2378B10}" srcOrd="0" destOrd="0" presId="urn:microsoft.com/office/officeart/2018/2/layout/IconVerticalSolidList"/>
    <dgm:cxn modelId="{1B7AAA65-651E-4207-A2DC-A3B26BBEF38A}" type="presParOf" srcId="{A2113753-9FD4-4303-92F0-A9A7DC913D38}" destId="{6214E8CF-0F49-491F-8F45-6C5C6A7D59FD}" srcOrd="1" destOrd="0" presId="urn:microsoft.com/office/officeart/2018/2/layout/IconVerticalSolidList"/>
    <dgm:cxn modelId="{2BBF7121-87F7-4DFA-8EE8-9EF16386E04D}" type="presParOf" srcId="{A2113753-9FD4-4303-92F0-A9A7DC913D38}" destId="{FCFCC5FD-07D7-4C4C-9F43-046AB4C6D28F}" srcOrd="2" destOrd="0" presId="urn:microsoft.com/office/officeart/2018/2/layout/IconVerticalSolidList"/>
    <dgm:cxn modelId="{B9BF654F-5136-4BFD-B4C8-EE816F112A82}" type="presParOf" srcId="{A2113753-9FD4-4303-92F0-A9A7DC913D38}" destId="{A7237E60-D301-4FDE-B183-72A7C500A579}" srcOrd="3" destOrd="0" presId="urn:microsoft.com/office/officeart/2018/2/layout/IconVerticalSolidList"/>
    <dgm:cxn modelId="{1A81B33C-E1B0-45BA-BF98-41103501EE81}" type="presParOf" srcId="{3CFD925D-FBA0-41C4-A6BB-2E872CA0EDF4}" destId="{8A6B2060-1C1D-4958-812A-25C887C22EC7}" srcOrd="1" destOrd="0" presId="urn:microsoft.com/office/officeart/2018/2/layout/IconVerticalSolidList"/>
    <dgm:cxn modelId="{B6282BAD-2CBA-4D22-8161-5233B55E1F8A}" type="presParOf" srcId="{3CFD925D-FBA0-41C4-A6BB-2E872CA0EDF4}" destId="{AB183090-8268-4966-9DFA-C1FB10562779}" srcOrd="2" destOrd="0" presId="urn:microsoft.com/office/officeart/2018/2/layout/IconVerticalSolidList"/>
    <dgm:cxn modelId="{E0AFB732-4A18-47F4-9FD5-E3D28B8929CC}" type="presParOf" srcId="{AB183090-8268-4966-9DFA-C1FB10562779}" destId="{14702506-148C-432C-9D0E-4BD83BA77813}" srcOrd="0" destOrd="0" presId="urn:microsoft.com/office/officeart/2018/2/layout/IconVerticalSolidList"/>
    <dgm:cxn modelId="{0D56F917-1571-453F-AF91-3C13F6184A53}" type="presParOf" srcId="{AB183090-8268-4966-9DFA-C1FB10562779}" destId="{FBBFC768-62E2-4F15-BB8C-9B2A87C500B7}" srcOrd="1" destOrd="0" presId="urn:microsoft.com/office/officeart/2018/2/layout/IconVerticalSolidList"/>
    <dgm:cxn modelId="{9D09BCD6-445E-471C-9944-8D1888A89CA0}" type="presParOf" srcId="{AB183090-8268-4966-9DFA-C1FB10562779}" destId="{A36A4387-95B4-43CF-8A76-E33A8B5B7485}" srcOrd="2" destOrd="0" presId="urn:microsoft.com/office/officeart/2018/2/layout/IconVerticalSolidList"/>
    <dgm:cxn modelId="{A4E653C1-61A7-47AA-9D62-C5CA1DA6AFDD}" type="presParOf" srcId="{AB183090-8268-4966-9DFA-C1FB10562779}" destId="{F352B7E4-9F1E-4C12-9F4F-D7EED77AD363}" srcOrd="3" destOrd="0" presId="urn:microsoft.com/office/officeart/2018/2/layout/IconVerticalSolidList"/>
    <dgm:cxn modelId="{6F4C74E9-8988-4BF0-8FFC-2F826B15FDBA}" type="presParOf" srcId="{3CFD925D-FBA0-41C4-A6BB-2E872CA0EDF4}" destId="{1D76476A-3C34-441D-936E-E55F6EA3DC1C}" srcOrd="3" destOrd="0" presId="urn:microsoft.com/office/officeart/2018/2/layout/IconVerticalSolidList"/>
    <dgm:cxn modelId="{00EBC4F0-42DD-476C-AEA5-3500F4B209E2}" type="presParOf" srcId="{3CFD925D-FBA0-41C4-A6BB-2E872CA0EDF4}" destId="{24901195-827A-47E4-BE84-2E3D8B2BA2F3}" srcOrd="4" destOrd="0" presId="urn:microsoft.com/office/officeart/2018/2/layout/IconVerticalSolidList"/>
    <dgm:cxn modelId="{7B3507FF-8D41-4D77-9533-93B8A5086BA7}" type="presParOf" srcId="{24901195-827A-47E4-BE84-2E3D8B2BA2F3}" destId="{B0B3FC89-2D6A-474B-9C7D-8A681700D238}" srcOrd="0" destOrd="0" presId="urn:microsoft.com/office/officeart/2018/2/layout/IconVerticalSolidList"/>
    <dgm:cxn modelId="{40E0CB51-DA45-4F6C-86AA-E7145CFE4349}" type="presParOf" srcId="{24901195-827A-47E4-BE84-2E3D8B2BA2F3}" destId="{4A7EEDBF-C784-4BEE-90C1-E5DE52D76A31}" srcOrd="1" destOrd="0" presId="urn:microsoft.com/office/officeart/2018/2/layout/IconVerticalSolidList"/>
    <dgm:cxn modelId="{24B2A062-7980-46AD-8FB2-39351EF85A5B}" type="presParOf" srcId="{24901195-827A-47E4-BE84-2E3D8B2BA2F3}" destId="{940118DC-AFD9-49FF-A873-D609B7FBEEAF}" srcOrd="2" destOrd="0" presId="urn:microsoft.com/office/officeart/2018/2/layout/IconVerticalSolidList"/>
    <dgm:cxn modelId="{815F2FE2-FAD4-4DA7-8FE5-7E8309BE5621}" type="presParOf" srcId="{24901195-827A-47E4-BE84-2E3D8B2BA2F3}" destId="{693D2DA3-7E08-49B2-91D2-535CAD0038F8}" srcOrd="3" destOrd="0" presId="urn:microsoft.com/office/officeart/2018/2/layout/IconVerticalSolidList"/>
    <dgm:cxn modelId="{F2931B3D-B273-4C60-8D76-F5EECF0B6979}" type="presParOf" srcId="{3CFD925D-FBA0-41C4-A6BB-2E872CA0EDF4}" destId="{BB68A946-7D33-4E04-B519-9912E4C2F5B7}" srcOrd="5" destOrd="0" presId="urn:microsoft.com/office/officeart/2018/2/layout/IconVerticalSolidList"/>
    <dgm:cxn modelId="{E189B663-BF6D-4B35-B9A2-94A6B65DD8CF}" type="presParOf" srcId="{3CFD925D-FBA0-41C4-A6BB-2E872CA0EDF4}" destId="{0E789769-E0EA-4F20-9537-3B7C14CF2A18}" srcOrd="6" destOrd="0" presId="urn:microsoft.com/office/officeart/2018/2/layout/IconVerticalSolidList"/>
    <dgm:cxn modelId="{40D48961-4EB9-4988-80BD-DB74D7D8C404}" type="presParOf" srcId="{0E789769-E0EA-4F20-9537-3B7C14CF2A18}" destId="{6D05212C-8621-4063-998A-F32D8361A2F0}" srcOrd="0" destOrd="0" presId="urn:microsoft.com/office/officeart/2018/2/layout/IconVerticalSolidList"/>
    <dgm:cxn modelId="{74B76887-032F-4B8D-B97F-7B888EB7513E}" type="presParOf" srcId="{0E789769-E0EA-4F20-9537-3B7C14CF2A18}" destId="{4439E2FB-1E7F-46B6-BBD5-AC82D868D6E4}" srcOrd="1" destOrd="0" presId="urn:microsoft.com/office/officeart/2018/2/layout/IconVerticalSolidList"/>
    <dgm:cxn modelId="{2551D6BC-E1F2-4D95-AE6A-83231722DF73}" type="presParOf" srcId="{0E789769-E0EA-4F20-9537-3B7C14CF2A18}" destId="{EFFC9247-4183-4498-9320-E26729E6B119}" srcOrd="2" destOrd="0" presId="urn:microsoft.com/office/officeart/2018/2/layout/IconVerticalSolidList"/>
    <dgm:cxn modelId="{340D78DF-F624-4BDA-9687-4CEC49798508}" type="presParOf" srcId="{0E789769-E0EA-4F20-9537-3B7C14CF2A18}" destId="{AF372BF1-23B7-4A16-8133-F93F24192BB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9B00A6-32FF-494E-BF8D-8590AB74E54C}">
      <dsp:nvSpPr>
        <dsp:cNvPr id="0" name=""/>
        <dsp:cNvSpPr/>
      </dsp:nvSpPr>
      <dsp:spPr>
        <a:xfrm>
          <a:off x="0" y="487"/>
          <a:ext cx="10508339" cy="11404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B44B39-F754-4C8B-B21D-294CA1702B58}">
      <dsp:nvSpPr>
        <dsp:cNvPr id="0" name=""/>
        <dsp:cNvSpPr/>
      </dsp:nvSpPr>
      <dsp:spPr>
        <a:xfrm>
          <a:off x="344983" y="257086"/>
          <a:ext cx="627242" cy="62724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BB3F18-FD7F-4D47-BE1D-33AD7D93B599}">
      <dsp:nvSpPr>
        <dsp:cNvPr id="0" name=""/>
        <dsp:cNvSpPr/>
      </dsp:nvSpPr>
      <dsp:spPr>
        <a:xfrm>
          <a:off x="1317208" y="487"/>
          <a:ext cx="9191131" cy="1140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97" tIns="120697" rIns="120697" bIns="120697" numCol="1" spcCol="1270" anchor="ctr" anchorCtr="0">
          <a:noAutofit/>
        </a:bodyPr>
        <a:lstStyle/>
        <a:p>
          <a:pPr marL="0" lvl="0" indent="0" algn="l" defTabSz="11112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Century Schoolbook" panose="02040604050505020304"/>
            </a:rPr>
            <a:t>Feedback on table</a:t>
          </a:r>
        </a:p>
      </dsp:txBody>
      <dsp:txXfrm>
        <a:off x="1317208" y="487"/>
        <a:ext cx="9191131" cy="1140440"/>
      </dsp:txXfrm>
    </dsp:sp>
    <dsp:sp modelId="{899C9418-5BEE-493C-A169-220227FF4A96}">
      <dsp:nvSpPr>
        <dsp:cNvPr id="0" name=""/>
        <dsp:cNvSpPr/>
      </dsp:nvSpPr>
      <dsp:spPr>
        <a:xfrm>
          <a:off x="0" y="1426038"/>
          <a:ext cx="10508339" cy="11404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D309BF-2D7E-4E4B-97C1-B2FFDF742925}">
      <dsp:nvSpPr>
        <dsp:cNvPr id="0" name=""/>
        <dsp:cNvSpPr/>
      </dsp:nvSpPr>
      <dsp:spPr>
        <a:xfrm>
          <a:off x="344983" y="1682637"/>
          <a:ext cx="627242" cy="62724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403347-5B35-401A-B7F8-DE9EC17165BF}">
      <dsp:nvSpPr>
        <dsp:cNvPr id="0" name=""/>
        <dsp:cNvSpPr/>
      </dsp:nvSpPr>
      <dsp:spPr>
        <a:xfrm>
          <a:off x="1317208" y="1426038"/>
          <a:ext cx="9191131" cy="1140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97" tIns="120697" rIns="120697" bIns="120697" numCol="1" spcCol="1270" anchor="ctr" anchorCtr="0">
          <a:noAutofit/>
        </a:bodyPr>
        <a:lstStyle/>
        <a:p>
          <a:pPr marL="0" lvl="0" indent="0" algn="l" defTabSz="11112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Century Schoolbook" panose="02040604050505020304"/>
            </a:rPr>
            <a:t>Updated table</a:t>
          </a:r>
        </a:p>
      </dsp:txBody>
      <dsp:txXfrm>
        <a:off x="1317208" y="1426038"/>
        <a:ext cx="9191131" cy="1140440"/>
      </dsp:txXfrm>
    </dsp:sp>
    <dsp:sp modelId="{45DAF4A5-2D1D-4533-BB46-4638676CB424}">
      <dsp:nvSpPr>
        <dsp:cNvPr id="0" name=""/>
        <dsp:cNvSpPr/>
      </dsp:nvSpPr>
      <dsp:spPr>
        <a:xfrm>
          <a:off x="0" y="2851588"/>
          <a:ext cx="10508339" cy="11404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47F566-E9CD-4B85-8584-D724F9234253}">
      <dsp:nvSpPr>
        <dsp:cNvPr id="0" name=""/>
        <dsp:cNvSpPr/>
      </dsp:nvSpPr>
      <dsp:spPr>
        <a:xfrm>
          <a:off x="344983" y="3108188"/>
          <a:ext cx="627242" cy="62724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5FC007-EDBA-44B1-86F1-8EDA104DBC1F}">
      <dsp:nvSpPr>
        <dsp:cNvPr id="0" name=""/>
        <dsp:cNvSpPr/>
      </dsp:nvSpPr>
      <dsp:spPr>
        <a:xfrm>
          <a:off x="1317208" y="2851588"/>
          <a:ext cx="9191131" cy="1140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97" tIns="120697" rIns="120697" bIns="12069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Century Schoolbook" panose="02040604050505020304"/>
            </a:rPr>
            <a:t>Code cleaning</a:t>
          </a:r>
        </a:p>
      </dsp:txBody>
      <dsp:txXfrm>
        <a:off x="1317208" y="2851588"/>
        <a:ext cx="9191131" cy="11404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3B5610-D17C-422D-B4E2-42C7C791A892}">
      <dsp:nvSpPr>
        <dsp:cNvPr id="0" name=""/>
        <dsp:cNvSpPr/>
      </dsp:nvSpPr>
      <dsp:spPr>
        <a:xfrm>
          <a:off x="702434" y="59638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0D8617-609B-461F-8837-A560D1112660}">
      <dsp:nvSpPr>
        <dsp:cNvPr id="0" name=""/>
        <dsp:cNvSpPr/>
      </dsp:nvSpPr>
      <dsp:spPr>
        <a:xfrm>
          <a:off x="1119247" y="476450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D616EC-352D-42FD-8047-4BFD2FF83CE3}">
      <dsp:nvSpPr>
        <dsp:cNvPr id="0" name=""/>
        <dsp:cNvSpPr/>
      </dsp:nvSpPr>
      <dsp:spPr>
        <a:xfrm>
          <a:off x="77216" y="2624638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>
              <a:latin typeface="Century Gothic" panose="020B0502020202020204"/>
            </a:rPr>
            <a:t>Continue work with Markov Chain</a:t>
          </a:r>
          <a:endParaRPr lang="en-US" sz="2300" kern="1200"/>
        </a:p>
      </dsp:txBody>
      <dsp:txXfrm>
        <a:off x="77216" y="2624638"/>
        <a:ext cx="3206250" cy="720000"/>
      </dsp:txXfrm>
    </dsp:sp>
    <dsp:sp modelId="{B9E3CEEB-09CD-4570-8187-5E58C56A393A}">
      <dsp:nvSpPr>
        <dsp:cNvPr id="0" name=""/>
        <dsp:cNvSpPr/>
      </dsp:nvSpPr>
      <dsp:spPr>
        <a:xfrm>
          <a:off x="4469778" y="59638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C92A78-35D4-4F12-B718-1598FFA56A0C}">
      <dsp:nvSpPr>
        <dsp:cNvPr id="0" name=""/>
        <dsp:cNvSpPr/>
      </dsp:nvSpPr>
      <dsp:spPr>
        <a:xfrm>
          <a:off x="4886591" y="476450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42F2B8-419D-4DAC-A71C-4BAB13B4225A}">
      <dsp:nvSpPr>
        <dsp:cNvPr id="0" name=""/>
        <dsp:cNvSpPr/>
      </dsp:nvSpPr>
      <dsp:spPr>
        <a:xfrm>
          <a:off x="3844559" y="2624638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>
              <a:latin typeface="Century Gothic" panose="020B0502020202020204"/>
            </a:rPr>
            <a:t>Research other prediction models</a:t>
          </a:r>
          <a:endParaRPr lang="en-US" sz="2300" kern="1200"/>
        </a:p>
      </dsp:txBody>
      <dsp:txXfrm>
        <a:off x="3844559" y="2624638"/>
        <a:ext cx="3206250" cy="720000"/>
      </dsp:txXfrm>
    </dsp:sp>
    <dsp:sp modelId="{9542EF30-3D2C-47CE-9654-F968C7251D3E}">
      <dsp:nvSpPr>
        <dsp:cNvPr id="0" name=""/>
        <dsp:cNvSpPr/>
      </dsp:nvSpPr>
      <dsp:spPr>
        <a:xfrm>
          <a:off x="8237122" y="59638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F80E00-A5AC-4BC7-8016-D8D1663D5330}">
      <dsp:nvSpPr>
        <dsp:cNvPr id="0" name=""/>
        <dsp:cNvSpPr/>
      </dsp:nvSpPr>
      <dsp:spPr>
        <a:xfrm>
          <a:off x="8653935" y="476450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AA5677-166F-4C87-B9E2-7FB8847652D0}">
      <dsp:nvSpPr>
        <dsp:cNvPr id="0" name=""/>
        <dsp:cNvSpPr/>
      </dsp:nvSpPr>
      <dsp:spPr>
        <a:xfrm>
          <a:off x="7611903" y="2624638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>
              <a:latin typeface="Century Gothic" panose="020B0502020202020204"/>
            </a:rPr>
            <a:t>Continue code cleaning</a:t>
          </a:r>
        </a:p>
      </dsp:txBody>
      <dsp:txXfrm>
        <a:off x="7611903" y="2624638"/>
        <a:ext cx="32062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40D224-E720-4BD1-B871-FCFCF2378B10}">
      <dsp:nvSpPr>
        <dsp:cNvPr id="0" name=""/>
        <dsp:cNvSpPr/>
      </dsp:nvSpPr>
      <dsp:spPr>
        <a:xfrm>
          <a:off x="0" y="2044"/>
          <a:ext cx="6747583" cy="10364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14E8CF-0F49-491F-8F45-6C5C6A7D59FD}">
      <dsp:nvSpPr>
        <dsp:cNvPr id="0" name=""/>
        <dsp:cNvSpPr/>
      </dsp:nvSpPr>
      <dsp:spPr>
        <a:xfrm>
          <a:off x="313518" y="235240"/>
          <a:ext cx="570033" cy="57003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237E60-D301-4FDE-B183-72A7C500A579}">
      <dsp:nvSpPr>
        <dsp:cNvPr id="0" name=""/>
        <dsp:cNvSpPr/>
      </dsp:nvSpPr>
      <dsp:spPr>
        <a:xfrm>
          <a:off x="1197070" y="2044"/>
          <a:ext cx="5550512" cy="1036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688" tIns="109688" rIns="109688" bIns="109688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Century Gothic" panose="020B0502020202020204"/>
            </a:rPr>
            <a:t> 1) Aggregate</a:t>
          </a:r>
          <a:r>
            <a:rPr lang="en-US" sz="1800" kern="1200"/>
            <a:t> data on </a:t>
          </a:r>
          <a:r>
            <a:rPr lang="en-US" sz="1800" kern="1200">
              <a:latin typeface="Century Gothic" panose="020B0502020202020204"/>
            </a:rPr>
            <a:t>a monthly</a:t>
          </a:r>
          <a:r>
            <a:rPr lang="en-US" sz="1800" kern="1200"/>
            <a:t> basis</a:t>
          </a:r>
          <a:endParaRPr lang="en-US" sz="1800" kern="1200">
            <a:latin typeface="Century Gothic" panose="020B0502020202020204"/>
          </a:endParaRPr>
        </a:p>
      </dsp:txBody>
      <dsp:txXfrm>
        <a:off x="1197070" y="2044"/>
        <a:ext cx="5550512" cy="1036424"/>
      </dsp:txXfrm>
    </dsp:sp>
    <dsp:sp modelId="{14702506-148C-432C-9D0E-4BD83BA77813}">
      <dsp:nvSpPr>
        <dsp:cNvPr id="0" name=""/>
        <dsp:cNvSpPr/>
      </dsp:nvSpPr>
      <dsp:spPr>
        <a:xfrm>
          <a:off x="0" y="1297575"/>
          <a:ext cx="6747583" cy="10364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BFC768-62E2-4F15-BB8C-9B2A87C500B7}">
      <dsp:nvSpPr>
        <dsp:cNvPr id="0" name=""/>
        <dsp:cNvSpPr/>
      </dsp:nvSpPr>
      <dsp:spPr>
        <a:xfrm>
          <a:off x="313518" y="1530770"/>
          <a:ext cx="570033" cy="57003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52B7E4-9F1E-4C12-9F4F-D7EED77AD363}">
      <dsp:nvSpPr>
        <dsp:cNvPr id="0" name=""/>
        <dsp:cNvSpPr/>
      </dsp:nvSpPr>
      <dsp:spPr>
        <a:xfrm>
          <a:off x="1197070" y="1297575"/>
          <a:ext cx="5550512" cy="1036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688" tIns="109688" rIns="109688" bIns="109688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Century Gothic" panose="020B0502020202020204"/>
            </a:rPr>
            <a:t> 2) </a:t>
          </a:r>
          <a:r>
            <a:rPr lang="en-US" sz="1800" kern="1200"/>
            <a:t>Run the segmentation model on this short term data to find the cluster after each month</a:t>
          </a:r>
        </a:p>
      </dsp:txBody>
      <dsp:txXfrm>
        <a:off x="1197070" y="1297575"/>
        <a:ext cx="5550512" cy="1036424"/>
      </dsp:txXfrm>
    </dsp:sp>
    <dsp:sp modelId="{B0B3FC89-2D6A-474B-9C7D-8A681700D238}">
      <dsp:nvSpPr>
        <dsp:cNvPr id="0" name=""/>
        <dsp:cNvSpPr/>
      </dsp:nvSpPr>
      <dsp:spPr>
        <a:xfrm>
          <a:off x="0" y="2593106"/>
          <a:ext cx="6747583" cy="10364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7EEDBF-C784-4BEE-90C1-E5DE52D76A31}">
      <dsp:nvSpPr>
        <dsp:cNvPr id="0" name=""/>
        <dsp:cNvSpPr/>
      </dsp:nvSpPr>
      <dsp:spPr>
        <a:xfrm>
          <a:off x="313518" y="2826301"/>
          <a:ext cx="570033" cy="57003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3D2DA3-7E08-49B2-91D2-535CAD0038F8}">
      <dsp:nvSpPr>
        <dsp:cNvPr id="0" name=""/>
        <dsp:cNvSpPr/>
      </dsp:nvSpPr>
      <dsp:spPr>
        <a:xfrm>
          <a:off x="1197070" y="2593106"/>
          <a:ext cx="5550512" cy="1036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688" tIns="109688" rIns="109688" bIns="109688" numCol="1" spcCol="1270" anchor="ctr" anchorCtr="0">
          <a:noAutofit/>
        </a:bodyPr>
        <a:lstStyle/>
        <a:p>
          <a:pPr marL="0" lvl="0" indent="0" algn="l" defTabSz="800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Century Gothic" panose="020B0502020202020204"/>
            </a:rPr>
            <a:t> 3) Train</a:t>
          </a:r>
          <a:r>
            <a:rPr lang="en-US" sz="1800" kern="1200"/>
            <a:t> </a:t>
          </a:r>
          <a:r>
            <a:rPr lang="en-US" sz="1800" kern="1200">
              <a:latin typeface="Century Gothic" panose="020B0502020202020204"/>
            </a:rPr>
            <a:t>ML </a:t>
          </a:r>
          <a:r>
            <a:rPr lang="en-US" sz="1800" kern="1200"/>
            <a:t>model to understand what causes the movement</a:t>
          </a:r>
        </a:p>
      </dsp:txBody>
      <dsp:txXfrm>
        <a:off x="1197070" y="2593106"/>
        <a:ext cx="5550512" cy="1036424"/>
      </dsp:txXfrm>
    </dsp:sp>
    <dsp:sp modelId="{6D05212C-8621-4063-998A-F32D8361A2F0}">
      <dsp:nvSpPr>
        <dsp:cNvPr id="0" name=""/>
        <dsp:cNvSpPr/>
      </dsp:nvSpPr>
      <dsp:spPr>
        <a:xfrm>
          <a:off x="0" y="3888636"/>
          <a:ext cx="6747583" cy="10364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39E2FB-1E7F-46B6-BBD5-AC82D868D6E4}">
      <dsp:nvSpPr>
        <dsp:cNvPr id="0" name=""/>
        <dsp:cNvSpPr/>
      </dsp:nvSpPr>
      <dsp:spPr>
        <a:xfrm>
          <a:off x="313518" y="4121832"/>
          <a:ext cx="570033" cy="57003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372BF1-23B7-4A16-8133-F93F24192BBF}">
      <dsp:nvSpPr>
        <dsp:cNvPr id="0" name=""/>
        <dsp:cNvSpPr/>
      </dsp:nvSpPr>
      <dsp:spPr>
        <a:xfrm>
          <a:off x="1197070" y="3888636"/>
          <a:ext cx="5550512" cy="1036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688" tIns="109688" rIns="109688" bIns="109688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Century Gothic" panose="020B0502020202020204"/>
            </a:rPr>
            <a:t> 4) Test</a:t>
          </a:r>
          <a:r>
            <a:rPr lang="en-US" sz="1800" kern="1200"/>
            <a:t> the prediction model on new unseen data</a:t>
          </a:r>
        </a:p>
      </dsp:txBody>
      <dsp:txXfrm>
        <a:off x="1197070" y="3888636"/>
        <a:ext cx="5550512" cy="10364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CE4F11-B5CA-431B-A843-3E591B366411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869538-DCC8-4800-8157-CCE6C805D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46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8450A-CE35-4E52-A39E-02D1523F11D6}" type="datetime1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499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FBBED-D673-4AE7-A8E2-82F853D23B4D}" type="datetime1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610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3A619-A5FD-4CC4-A94C-0F2D279BFCC1}" type="datetime1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08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05A1C-5E1D-4097-BF51-932E7C27C02A}" type="datetime1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45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52F42-8EDC-4568-BD72-B0A8788DD091}" type="datetime1">
              <a:rPr lang="en-US" smtClean="0"/>
              <a:t>4/1/2025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71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19FD-BE5F-46CF-B495-7438AC321EE4}" type="datetime1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364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816DB-8EF2-4CE7-B234-23696E50AB6A}" type="datetime1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2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11DBF-A95D-474B-99AE-32C1D634354B}" type="datetime1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894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A2D43-93CD-4C99-A85D-7A5DB4FF4561}" type="datetime1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61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6BEA3-9389-4237-B77E-0884DB9A956B}" type="datetime1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575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7DCE9-F265-479B-A45E-05B7DC7F0DE9}" type="datetime1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4833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14883-6331-437B-8C61-E01D82442D84}" type="datetime1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2933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233C-BE84-40DB-BEEC-B4CC0B76B46E}" type="datetime1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9610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D977A-455B-4708-8D90-48D2C7C95D2B}" type="datetime1">
              <a:rPr lang="en-US" smtClean="0"/>
              <a:t>4/1/2025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4356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65100-AD36-4E16-9834-B408245468FF}" type="datetime1">
              <a:rPr lang="en-US" smtClean="0"/>
              <a:t>4/1/2025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21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A203B-8FFD-4F69-AA7E-002F8448E102}" type="datetime1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785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209C8-0164-460F-A507-F37915019906}" type="datetime1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18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6035E93-BCE5-4C5E-AAE6-A7A824B4CA7B}" type="datetime1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7851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10087643" cy="4041648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400" err="1">
                <a:solidFill>
                  <a:srgbClr val="FFFFFF"/>
                </a:solidFill>
                <a:latin typeface="Century Schoolbook"/>
              </a:rPr>
              <a:t>Intuilize</a:t>
            </a:r>
            <a:r>
              <a:rPr lang="en-US" sz="4400">
                <a:solidFill>
                  <a:srgbClr val="FFFFFF"/>
                </a:solidFill>
                <a:latin typeface="Century Schoolbook"/>
              </a:rPr>
              <a:t> – Cluster Commanders</a:t>
            </a:r>
            <a:br>
              <a:rPr lang="en-US" sz="4400">
                <a:latin typeface="Century Schoolbook"/>
              </a:rPr>
            </a:br>
            <a:r>
              <a:rPr lang="en-US" sz="4400">
                <a:solidFill>
                  <a:srgbClr val="FFFFFF"/>
                </a:solidFill>
                <a:latin typeface="Century Schoolbook"/>
              </a:rPr>
              <a:t>Customer Segmentation &amp; Prediction </a:t>
            </a:r>
            <a:br>
              <a:rPr lang="en-US" sz="4400">
                <a:latin typeface="Century Schoolbook"/>
              </a:rPr>
            </a:br>
            <a:r>
              <a:rPr lang="en-US" sz="4400">
                <a:solidFill>
                  <a:srgbClr val="FFFFFF"/>
                </a:solidFill>
                <a:latin typeface="Century Schoolbook"/>
              </a:rPr>
              <a:t>Weekly Meeting 3/28/2025</a:t>
            </a:r>
            <a:endParaRPr lang="en-US" sz="44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BFBFBF"/>
                </a:solidFill>
                <a:latin typeface="Century Schoolbook"/>
              </a:rPr>
              <a:t>Andy, Graham, Keertana, &amp; Shashank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AF9164-7817-52B3-E8AB-968DD3B47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87E4204-E93C-417B-9ED0-F81552DE8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8E4A00-82CC-4AD0-B631-F820AEE40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463665DF-25B8-4EE2-8F85-921EF38BE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BB7F4E-CEB3-1DC9-D910-560961EB3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Agenda</a:t>
            </a: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B3378DC2-950E-4B63-B833-32DE4719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14E344-C0EF-6EF9-DF71-7586FD44B7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080063"/>
              </p:ext>
            </p:extLst>
          </p:nvPr>
        </p:nvGraphicFramePr>
        <p:xfrm>
          <a:off x="980235" y="2535029"/>
          <a:ext cx="10508340" cy="39925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8BB9FA-DF38-50E2-4D72-3ADA2A08B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 smtClean="0">
                <a:solidFill>
                  <a:schemeClr val="bg1"/>
                </a:solidFill>
              </a:rPr>
              <a:t>2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63798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E7BEE-0CC5-93A6-E221-8066FAB3E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Feedback 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07757D-9A61-C17B-6695-738B0FAB9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</a:t>
            </a:fld>
            <a:endParaRPr lang="en-US"/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D97BADF-57F1-970E-0764-ACAA77644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660" y="1290181"/>
            <a:ext cx="10396009" cy="27527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A66DC6-B15D-F636-3521-C5D6A8D79904}"/>
              </a:ext>
            </a:extLst>
          </p:cNvPr>
          <p:cNvSpPr txBox="1"/>
          <p:nvPr/>
        </p:nvSpPr>
        <p:spPr>
          <a:xfrm>
            <a:off x="2419353" y="496739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FA504A8-8380-1007-4C4B-6E97878B7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604" y="4353629"/>
            <a:ext cx="11175077" cy="403221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8AD0D6"/>
              </a:buClr>
            </a:pPr>
            <a:r>
              <a:rPr lang="en-US" sz="2800"/>
              <a:t>Renaming Transition Probability</a:t>
            </a:r>
          </a:p>
          <a:p>
            <a:pPr>
              <a:buClr>
                <a:srgbClr val="8AD0D6"/>
              </a:buClr>
            </a:pPr>
            <a:r>
              <a:rPr lang="en-US" sz="2800"/>
              <a:t>Clarity on tier ordering</a:t>
            </a:r>
          </a:p>
          <a:p>
            <a:pPr>
              <a:buClr>
                <a:srgbClr val="8AD0D6"/>
              </a:buClr>
            </a:pPr>
            <a:r>
              <a:rPr lang="en-US" sz="2800"/>
              <a:t>Renaming Customer Index</a:t>
            </a:r>
          </a:p>
          <a:p>
            <a:pPr>
              <a:buClr>
                <a:srgbClr val="8AD0D6"/>
              </a:buClr>
            </a:pP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656249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8E322-1A9D-CD1B-8D58-886F443EF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F7AB2-53C1-7E36-F779-5C0AAEE69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Updated Table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8D1F3F-7D57-B205-C057-2F65FF263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C4FCBE-AB17-F054-AA9D-2771819AF5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89029"/>
              </p:ext>
            </p:extLst>
          </p:nvPr>
        </p:nvGraphicFramePr>
        <p:xfrm>
          <a:off x="342003" y="1898994"/>
          <a:ext cx="9108551" cy="305417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07499">
                  <a:extLst>
                    <a:ext uri="{9D8B030D-6E8A-4147-A177-3AD203B41FA5}">
                      <a16:colId xmlns:a16="http://schemas.microsoft.com/office/drawing/2014/main" val="264587420"/>
                    </a:ext>
                  </a:extLst>
                </a:gridCol>
                <a:gridCol w="2035922">
                  <a:extLst>
                    <a:ext uri="{9D8B030D-6E8A-4147-A177-3AD203B41FA5}">
                      <a16:colId xmlns:a16="http://schemas.microsoft.com/office/drawing/2014/main" val="2695860470"/>
                    </a:ext>
                  </a:extLst>
                </a:gridCol>
                <a:gridCol w="1821710">
                  <a:extLst>
                    <a:ext uri="{9D8B030D-6E8A-4147-A177-3AD203B41FA5}">
                      <a16:colId xmlns:a16="http://schemas.microsoft.com/office/drawing/2014/main" val="2063438330"/>
                    </a:ext>
                  </a:extLst>
                </a:gridCol>
                <a:gridCol w="1821710">
                  <a:extLst>
                    <a:ext uri="{9D8B030D-6E8A-4147-A177-3AD203B41FA5}">
                      <a16:colId xmlns:a16="http://schemas.microsoft.com/office/drawing/2014/main" val="2758836196"/>
                    </a:ext>
                  </a:extLst>
                </a:gridCol>
                <a:gridCol w="1821710">
                  <a:extLst>
                    <a:ext uri="{9D8B030D-6E8A-4147-A177-3AD203B41FA5}">
                      <a16:colId xmlns:a16="http://schemas.microsoft.com/office/drawing/2014/main" val="2859834927"/>
                    </a:ext>
                  </a:extLst>
                </a:gridCol>
              </a:tblGrid>
              <a:tr h="906997">
                <a:tc>
                  <a:txBody>
                    <a:bodyPr/>
                    <a:lstStyle/>
                    <a:p>
                      <a:r>
                        <a:rPr lang="en-US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Customer Stability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Outcome Probability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Current 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Projected Next Tier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718598"/>
                  </a:ext>
                </a:extLst>
              </a:tr>
              <a:tr h="536794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entury Gothic"/>
                        </a:rPr>
                        <a:t>🔼 Moving 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baseline="0" noProof="0">
                          <a:solidFill>
                            <a:srgbClr val="000000"/>
                          </a:solidFill>
                          <a:latin typeface="Century Gothic"/>
                        </a:rPr>
                        <a:t>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Bronze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Silver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5999304"/>
                  </a:ext>
                </a:extLst>
              </a:tr>
              <a:tr h="536794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entury Gothic"/>
                        </a:rPr>
                        <a:t>✅ Safe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baseline="0" noProof="0">
                          <a:solidFill>
                            <a:srgbClr val="000000"/>
                          </a:solidFill>
                          <a:latin typeface="Century Gothic"/>
                        </a:rPr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Platinum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Platinum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828426"/>
                  </a:ext>
                </a:extLst>
              </a:tr>
              <a:tr h="536794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entury Gothic"/>
                        </a:rPr>
                        <a:t>✅ Safe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baseline="0" noProof="0">
                          <a:solidFill>
                            <a:srgbClr val="000000"/>
                          </a:solidFill>
                          <a:latin typeface="Century Gothic"/>
                        </a:rPr>
                        <a:t>79%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Silver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Silver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107554"/>
                  </a:ext>
                </a:extLst>
              </a:tr>
              <a:tr h="536794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entury Gothic"/>
                        </a:rPr>
                        <a:t>⚠️ At Risk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baseline="0" noProof="0">
                          <a:solidFill>
                            <a:srgbClr val="000000"/>
                          </a:solidFill>
                          <a:latin typeface="Century Gothic"/>
                        </a:rPr>
                        <a:t>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Diamond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Gold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11364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5AFF212-916D-E3C5-F44B-025236DD32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9224048"/>
              </p:ext>
            </p:extLst>
          </p:nvPr>
        </p:nvGraphicFramePr>
        <p:xfrm>
          <a:off x="9843289" y="2162193"/>
          <a:ext cx="1861038" cy="25603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861038">
                  <a:extLst>
                    <a:ext uri="{9D8B030D-6E8A-4147-A177-3AD203B41FA5}">
                      <a16:colId xmlns:a16="http://schemas.microsoft.com/office/drawing/2014/main" val="2147138715"/>
                    </a:ext>
                  </a:extLst>
                </a:gridCol>
              </a:tblGrid>
              <a:tr h="358074">
                <a:tc>
                  <a:txBody>
                    <a:bodyPr/>
                    <a:lstStyle/>
                    <a:p>
                      <a:r>
                        <a:rPr lang="en-US"/>
                        <a:t>Customer Tiers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971935"/>
                  </a:ext>
                </a:extLst>
              </a:tr>
              <a:tr h="358074">
                <a:tc>
                  <a:txBody>
                    <a:bodyPr/>
                    <a:lstStyle/>
                    <a:p>
                      <a:r>
                        <a:rPr lang="en-US"/>
                        <a:t>Platinum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453537"/>
                  </a:ext>
                </a:extLst>
              </a:tr>
              <a:tr h="358074">
                <a:tc>
                  <a:txBody>
                    <a:bodyPr/>
                    <a:lstStyle/>
                    <a:p>
                      <a:r>
                        <a:rPr lang="en-US"/>
                        <a:t>Diamond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0136172"/>
                  </a:ext>
                </a:extLst>
              </a:tr>
              <a:tr h="358074">
                <a:tc>
                  <a:txBody>
                    <a:bodyPr/>
                    <a:lstStyle/>
                    <a:p>
                      <a:r>
                        <a:rPr lang="en-US"/>
                        <a:t>Gold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253272"/>
                  </a:ext>
                </a:extLst>
              </a:tr>
              <a:tr h="358074">
                <a:tc>
                  <a:txBody>
                    <a:bodyPr/>
                    <a:lstStyle/>
                    <a:p>
                      <a:r>
                        <a:rPr lang="en-US"/>
                        <a:t>Silver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6987100"/>
                  </a:ext>
                </a:extLst>
              </a:tr>
              <a:tr h="358074">
                <a:tc>
                  <a:txBody>
                    <a:bodyPr/>
                    <a:lstStyle/>
                    <a:p>
                      <a:r>
                        <a:rPr lang="en-US"/>
                        <a:t>Bronze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532697"/>
                  </a:ext>
                </a:extLst>
              </a:tr>
              <a:tr h="35807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Rock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1216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0521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FBD573-F593-A8C2-8259-B2082DAD6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E08AF8-5DFC-680F-363D-9939D6AB4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Code Cleaning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BD1C5-36B9-9982-9197-74BE064EC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57F1E4F-1CFF-5643-939E-02111984F565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rgbClr val="FFFFFF"/>
              </a:solidFill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A3A65-7E07-E196-7479-E250D272D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548281"/>
            <a:ext cx="5122606" cy="365868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8AD0D6"/>
              </a:buClr>
            </a:pPr>
            <a:r>
              <a:rPr lang="en-US" sz="3200"/>
              <a:t>Team is cleaning code</a:t>
            </a:r>
          </a:p>
          <a:p>
            <a:pPr marL="0" indent="0">
              <a:buClr>
                <a:srgbClr val="8AD0D6"/>
              </a:buClr>
              <a:buNone/>
            </a:pPr>
            <a:endParaRPr lang="en-US" sz="3200"/>
          </a:p>
          <a:p>
            <a:pPr>
              <a:buClr>
                <a:srgbClr val="8AD0D6"/>
              </a:buClr>
            </a:pPr>
            <a:r>
              <a:rPr lang="en-US" sz="3200"/>
              <a:t>Increasing code readability for code review and handover</a:t>
            </a:r>
          </a:p>
        </p:txBody>
      </p:sp>
      <p:pic>
        <p:nvPicPr>
          <p:cNvPr id="8" name="Graphic 7" descr="Mop and bucket">
            <a:extLst>
              <a:ext uri="{FF2B5EF4-FFF2-40B4-BE49-F238E27FC236}">
                <a16:creationId xmlns:a16="http://schemas.microsoft.com/office/drawing/2014/main" id="{D7CF06B1-5685-17BF-BD1A-E7E02255C3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3348" y="2990967"/>
            <a:ext cx="2638761" cy="2631504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8931942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2D1CA8-4AF4-EE92-811B-E41F68602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Next Steps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5C2A7D-A2CA-3FC7-C810-CE0225A50F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901916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0C7CA-C74A-47C3-E8E1-675A2D2DF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58313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CA33D-9372-9927-F8E7-2A49143B3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958" y="2593703"/>
            <a:ext cx="4931955" cy="1340076"/>
          </a:xfrm>
        </p:spPr>
        <p:txBody>
          <a:bodyPr/>
          <a:lstStyle/>
          <a:p>
            <a:r>
              <a:rPr lang="en-US" b="1"/>
              <a:t>THANK YOU!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7AA1C3-D07C-64CF-7189-5DC9C418E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385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B6FC04-BAAA-F161-D2CC-CF6F439C9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800"/>
            <a:ext cx="3108626" cy="4572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>
                <a:solidFill>
                  <a:srgbClr val="F2F2F2"/>
                </a:solidFill>
              </a:rPr>
              <a:t>Other Prediction Approaches</a:t>
            </a: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1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EC074C-A5CF-98CF-574C-DC35FC12E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8</a:t>
            </a:r>
          </a:p>
        </p:txBody>
      </p:sp>
      <p:graphicFrame>
        <p:nvGraphicFramePr>
          <p:cNvPr id="32" name="TextBox 3">
            <a:extLst>
              <a:ext uri="{FF2B5EF4-FFF2-40B4-BE49-F238E27FC236}">
                <a16:creationId xmlns:a16="http://schemas.microsoft.com/office/drawing/2014/main" id="{30A8635A-E7E5-1E6F-F2BA-A213A75CB5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4281988"/>
              </p:ext>
            </p:extLst>
          </p:nvPr>
        </p:nvGraphicFramePr>
        <p:xfrm>
          <a:off x="4841105" y="1255451"/>
          <a:ext cx="6747583" cy="49271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88" name="Title 1">
            <a:extLst>
              <a:ext uri="{FF2B5EF4-FFF2-40B4-BE49-F238E27FC236}">
                <a16:creationId xmlns:a16="http://schemas.microsoft.com/office/drawing/2014/main" id="{2761B5EE-4776-46A5-56B2-AD14F95BDDCD}"/>
              </a:ext>
            </a:extLst>
          </p:cNvPr>
          <p:cNvSpPr txBox="1">
            <a:spLocks/>
          </p:cNvSpPr>
          <p:nvPr/>
        </p:nvSpPr>
        <p:spPr>
          <a:xfrm>
            <a:off x="4510505" y="133202"/>
            <a:ext cx="5282199" cy="1011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>
                <a:solidFill>
                  <a:schemeClr val="tx1"/>
                </a:solidFill>
              </a:rPr>
              <a:t>Monthly Data </a:t>
            </a:r>
          </a:p>
        </p:txBody>
      </p:sp>
    </p:spTree>
    <p:extLst>
      <p:ext uri="{BB962C8B-B14F-4D97-AF65-F5344CB8AC3E}">
        <p14:creationId xmlns:p14="http://schemas.microsoft.com/office/powerpoint/2010/main" val="4018407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Ion</vt:lpstr>
      <vt:lpstr>Intuilize – Cluster Commanders Customer Segmentation &amp; Prediction  Weekly Meeting 3/28/2025</vt:lpstr>
      <vt:lpstr>Agenda</vt:lpstr>
      <vt:lpstr>Feedback </vt:lpstr>
      <vt:lpstr>Updated Table </vt:lpstr>
      <vt:lpstr>Code Cleaning</vt:lpstr>
      <vt:lpstr>Next Steps</vt:lpstr>
      <vt:lpstr>THANK YOU!</vt:lpstr>
      <vt:lpstr>Other Prediction Approaches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2025-01-29T16:03:38Z</dcterms:created>
  <dcterms:modified xsi:type="dcterms:W3CDTF">2025-04-01T19:28:31Z</dcterms:modified>
</cp:coreProperties>
</file>