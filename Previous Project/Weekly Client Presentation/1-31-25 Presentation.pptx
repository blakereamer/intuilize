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3712F-E035-413B-C229-CC449F587FC3}" v="22" dt="2025-01-30T20:08:48.606"/>
    <p1510:client id="{622A7975-C4CD-CD13-2374-8DCDA4E31454}" v="16" dt="2025-01-30T20:06:07.497"/>
    <p1510:client id="{86E7E2D7-BF8D-081E-9AD3-FB54C683A438}" v="76" dt="2025-01-30T20:03:11.383"/>
    <p1510:client id="{8E59BE35-18D3-6DD4-A6D7-3B743178E141}" v="200" dt="2025-01-29T20:57:39.954"/>
    <p1510:client id="{A8A4F050-CFEB-D3E4-D556-3A203B61C30E}" v="3" dt="2025-01-31T16:15:43.928"/>
    <p1510:client id="{B56526B8-49A6-2ABE-AF25-8F3483FEE248}" v="46" dt="2025-01-31T17:25:04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julberg, Andrew S" userId="S::hi6397ef@go.minnstate.edu::55255bf8-79f2-42d3-80cc-139b63d0776c" providerId="AD" clId="Web-{8E59BE35-18D3-6DD4-A6D7-3B743178E141}"/>
    <pc:docChg chg="addSld modSld">
      <pc:chgData name="Hjulberg, Andrew S" userId="S::hi6397ef@go.minnstate.edu::55255bf8-79f2-42d3-80cc-139b63d0776c" providerId="AD" clId="Web-{8E59BE35-18D3-6DD4-A6D7-3B743178E141}" dt="2025-01-29T20:57:36.594" v="190" actId="20577"/>
      <pc:docMkLst>
        <pc:docMk/>
      </pc:docMkLst>
      <pc:sldChg chg="modSp new">
        <pc:chgData name="Hjulberg, Andrew S" userId="S::hi6397ef@go.minnstate.edu::55255bf8-79f2-42d3-80cc-139b63d0776c" providerId="AD" clId="Web-{8E59BE35-18D3-6DD4-A6D7-3B743178E141}" dt="2025-01-29T20:56:30.092" v="82" actId="20577"/>
        <pc:sldMkLst>
          <pc:docMk/>
          <pc:sldMk cId="38658698" sldId="258"/>
        </pc:sldMkLst>
        <pc:spChg chg="mod">
          <ac:chgData name="Hjulberg, Andrew S" userId="S::hi6397ef@go.minnstate.edu::55255bf8-79f2-42d3-80cc-139b63d0776c" providerId="AD" clId="Web-{8E59BE35-18D3-6DD4-A6D7-3B743178E141}" dt="2025-01-29T20:54:34.213" v="22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modSp new">
        <pc:chgData name="Hjulberg, Andrew S" userId="S::hi6397ef@go.minnstate.edu::55255bf8-79f2-42d3-80cc-139b63d0776c" providerId="AD" clId="Web-{8E59BE35-18D3-6DD4-A6D7-3B743178E141}" dt="2025-01-29T20:57:36.594" v="190" actId="20577"/>
        <pc:sldMkLst>
          <pc:docMk/>
          <pc:sldMk cId="259345366" sldId="259"/>
        </pc:sldMkLst>
        <pc:spChg chg="mod">
          <ac:chgData name="Hjulberg, Andrew S" userId="S::hi6397ef@go.minnstate.edu::55255bf8-79f2-42d3-80cc-139b63d0776c" providerId="AD" clId="Web-{8E59BE35-18D3-6DD4-A6D7-3B743178E141}" dt="2025-01-29T20:56:45.858" v="87" actId="20577"/>
          <ac:spMkLst>
            <pc:docMk/>
            <pc:sldMk cId="259345366" sldId="259"/>
            <ac:spMk id="2" creationId="{F8292BED-CFEB-3D90-3353-40B368C3459D}"/>
          </ac:spMkLst>
        </pc:spChg>
        <pc:spChg chg="mod">
          <ac:chgData name="Hjulberg, Andrew S" userId="S::hi6397ef@go.minnstate.edu::55255bf8-79f2-42d3-80cc-139b63d0776c" providerId="AD" clId="Web-{8E59BE35-18D3-6DD4-A6D7-3B743178E141}" dt="2025-01-29T20:57:36.594" v="190" actId="20577"/>
          <ac:spMkLst>
            <pc:docMk/>
            <pc:sldMk cId="259345366" sldId="259"/>
            <ac:spMk id="3" creationId="{C224B5E0-025A-FE21-1DBB-D91A0EB1DFED}"/>
          </ac:spMkLst>
        </pc:spChg>
      </pc:sldChg>
    </pc:docChg>
  </pc:docChgLst>
  <pc:docChgLst>
    <pc:chgData name="Lakku, Sai Keertana R" userId="S::kb7924tj@go.minnstate.edu::aa713373-d62e-42be-a5fb-296135668942" providerId="AD" clId="Web-{41E3712F-E035-413B-C229-CC449F587FC3}"/>
    <pc:docChg chg="addSld delSld modSld sldOrd">
      <pc:chgData name="Lakku, Sai Keertana R" userId="S::kb7924tj@go.minnstate.edu::aa713373-d62e-42be-a5fb-296135668942" providerId="AD" clId="Web-{41E3712F-E035-413B-C229-CC449F587FC3}" dt="2025-01-30T20:08:48.606" v="21" actId="1076"/>
      <pc:docMkLst>
        <pc:docMk/>
      </pc:docMkLst>
      <pc:sldChg chg="delSp modSp new">
        <pc:chgData name="Lakku, Sai Keertana R" userId="S::kb7924tj@go.minnstate.edu::aa713373-d62e-42be-a5fb-296135668942" providerId="AD" clId="Web-{41E3712F-E035-413B-C229-CC449F587FC3}" dt="2025-01-30T20:08:48.606" v="21" actId="1076"/>
        <pc:sldMkLst>
          <pc:docMk/>
          <pc:sldMk cId="2639385583" sldId="260"/>
        </pc:sldMkLst>
        <pc:spChg chg="mod">
          <ac:chgData name="Lakku, Sai Keertana R" userId="S::kb7924tj@go.minnstate.edu::aa713373-d62e-42be-a5fb-296135668942" providerId="AD" clId="Web-{41E3712F-E035-413B-C229-CC449F587FC3}" dt="2025-01-30T20:08:48.606" v="21" actId="1076"/>
          <ac:spMkLst>
            <pc:docMk/>
            <pc:sldMk cId="2639385583" sldId="260"/>
            <ac:spMk id="2" creationId="{F2ECA33D-9372-9927-F8E7-2A49143B39C6}"/>
          </ac:spMkLst>
        </pc:spChg>
        <pc:spChg chg="del mod">
          <ac:chgData name="Lakku, Sai Keertana R" userId="S::kb7924tj@go.minnstate.edu::aa713373-d62e-42be-a5fb-296135668942" providerId="AD" clId="Web-{41E3712F-E035-413B-C229-CC449F587FC3}" dt="2025-01-30T20:08:31.481" v="12"/>
          <ac:spMkLst>
            <pc:docMk/>
            <pc:sldMk cId="2639385583" sldId="260"/>
            <ac:spMk id="3" creationId="{75205DEF-0A56-E34B-FB04-216AD6CF520E}"/>
          </ac:spMkLst>
        </pc:spChg>
      </pc:sldChg>
      <pc:sldChg chg="addSp delSp modSp new del mod ord setBg">
        <pc:chgData name="Lakku, Sai Keertana R" userId="S::kb7924tj@go.minnstate.edu::aa713373-d62e-42be-a5fb-296135668942" providerId="AD" clId="Web-{41E3712F-E035-413B-C229-CC449F587FC3}" dt="2025-01-30T20:08:22.590" v="9"/>
        <pc:sldMkLst>
          <pc:docMk/>
          <pc:sldMk cId="4004269946" sldId="260"/>
        </pc:sldMkLst>
        <pc:spChg chg="mod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2" creationId="{293A609A-389A-5096-5A8B-E795CB868879}"/>
          </ac:spMkLst>
        </pc:spChg>
        <pc:spChg chg="del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3" creationId="{D5BD63D6-83AB-BBD4-08E3-6F0576EC283C}"/>
          </ac:spMkLst>
        </pc:spChg>
        <pc:spChg chg="add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10" creationId="{5D5E0904-721C-4D68-9EB8-1C9752E329A7}"/>
          </ac:spMkLst>
        </pc:spChg>
        <pc:spChg chg="add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12" creationId="{E2C05438-8975-4783-BCC7-9A4F0BD17978}"/>
          </ac:spMkLst>
        </pc:spChg>
        <pc:spChg chg="add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14" creationId="{DF0ACCC9-A5C0-44FC-9472-E3E4BF4B41A7}"/>
          </ac:spMkLst>
        </pc:spChg>
        <pc:spChg chg="add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16" creationId="{E8B8E8AE-1882-46F3-94E7-A2A39149475C}"/>
          </ac:spMkLst>
        </pc:spChg>
        <pc:spChg chg="add">
          <ac:chgData name="Lakku, Sai Keertana R" userId="S::kb7924tj@go.minnstate.edu::aa713373-d62e-42be-a5fb-296135668942" providerId="AD" clId="Web-{41E3712F-E035-413B-C229-CC449F587FC3}" dt="2025-01-30T20:07:33.073" v="7"/>
          <ac:spMkLst>
            <pc:docMk/>
            <pc:sldMk cId="4004269946" sldId="260"/>
            <ac:spMk id="18" creationId="{F5AE0C4B-4D5E-48B0-929B-038F7E948410}"/>
          </ac:spMkLst>
        </pc:spChg>
        <pc:picChg chg="add del">
          <ac:chgData name="Lakku, Sai Keertana R" userId="S::kb7924tj@go.minnstate.edu::aa713373-d62e-42be-a5fb-296135668942" providerId="AD" clId="Web-{41E3712F-E035-413B-C229-CC449F587FC3}" dt="2025-01-30T20:08:19.199" v="8"/>
          <ac:picMkLst>
            <pc:docMk/>
            <pc:sldMk cId="4004269946" sldId="260"/>
            <ac:picMk id="7" creationId="{54AF9722-E31C-A75D-F2F7-3688FF57EA81}"/>
          </ac:picMkLst>
        </pc:picChg>
      </pc:sldChg>
    </pc:docChg>
  </pc:docChgLst>
  <pc:docChgLst>
    <pc:chgData name="Wilkins, Graham C" userId="S::bh5884is@go.minnstate.edu::d858373d-d4a5-4d5a-af0d-fcf67a33b3d5" providerId="AD" clId="Web-{50C95217-FC12-442B-2C45-254EB02C13B0}"/>
    <pc:docChg chg="addSld modSld addMainMaster delMainMaster">
      <pc:chgData name="Wilkins, Graham C" userId="S::bh5884is@go.minnstate.edu::d858373d-d4a5-4d5a-af0d-fcf67a33b3d5" providerId="AD" clId="Web-{50C95217-FC12-442B-2C45-254EB02C13B0}" dt="2025-01-29T17:03:16.037" v="34" actId="20577"/>
      <pc:docMkLst>
        <pc:docMk/>
      </pc:docMkLst>
      <pc:sldChg chg="modSp mod modClrScheme chgLayout">
        <pc:chgData name="Wilkins, Graham C" userId="S::bh5884is@go.minnstate.edu::d858373d-d4a5-4d5a-af0d-fcf67a33b3d5" providerId="AD" clId="Web-{50C95217-FC12-442B-2C45-254EB02C13B0}" dt="2025-01-29T16:07:51.287" v="14" actId="20577"/>
        <pc:sldMkLst>
          <pc:docMk/>
          <pc:sldMk cId="109857222" sldId="256"/>
        </pc:sldMkLst>
        <pc:spChg chg="mod ord">
          <ac:chgData name="Wilkins, Graham C" userId="S::bh5884is@go.minnstate.edu::d858373d-d4a5-4d5a-af0d-fcf67a33b3d5" providerId="AD" clId="Web-{50C95217-FC12-442B-2C45-254EB02C13B0}" dt="2025-01-29T16:07:16.145" v="11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Wilkins, Graham C" userId="S::bh5884is@go.minnstate.edu::d858373d-d4a5-4d5a-af0d-fcf67a33b3d5" providerId="AD" clId="Web-{50C95217-FC12-442B-2C45-254EB02C13B0}" dt="2025-01-29T16:07:51.287" v="1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Wilkins, Graham C" userId="S::bh5884is@go.minnstate.edu::d858373d-d4a5-4d5a-af0d-fcf67a33b3d5" providerId="AD" clId="Web-{50C95217-FC12-442B-2C45-254EB02C13B0}" dt="2025-01-29T17:03:16.037" v="34" actId="20577"/>
        <pc:sldMkLst>
          <pc:docMk/>
          <pc:sldMk cId="886379872" sldId="257"/>
        </pc:sldMkLst>
        <pc:spChg chg="mod">
          <ac:chgData name="Wilkins, Graham C" userId="S::bh5884is@go.minnstate.edu::d858373d-d4a5-4d5a-af0d-fcf67a33b3d5" providerId="AD" clId="Web-{50C95217-FC12-442B-2C45-254EB02C13B0}" dt="2025-01-29T16:09:41.713" v="16" actId="20577"/>
          <ac:spMkLst>
            <pc:docMk/>
            <pc:sldMk cId="886379872" sldId="257"/>
            <ac:spMk id="2" creationId="{95BB7F4E-CEB3-1DC9-D910-560961EB30AF}"/>
          </ac:spMkLst>
        </pc:spChg>
      </pc:sldChg>
      <pc:sldMasterChg chg="del delSldLayout">
        <pc:chgData name="Wilkins, Graham C" userId="S::bh5884is@go.minnstate.edu::d858373d-d4a5-4d5a-af0d-fcf67a33b3d5" providerId="AD" clId="Web-{50C95217-FC12-442B-2C45-254EB02C13B0}" dt="2025-01-29T16:04:17.733" v="0"/>
        <pc:sldMasterMkLst>
          <pc:docMk/>
          <pc:sldMasterMk cId="2460954070" sldId="2147483660"/>
        </pc:sldMasterMkLst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Wilkins, Graham C" userId="S::bh5884is@go.minnstate.edu::d858373d-d4a5-4d5a-af0d-fcf67a33b3d5" providerId="AD" clId="Web-{50C95217-FC12-442B-2C45-254EB02C13B0}" dt="2025-01-29T16:04:17.733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Wilkins, Graham C" userId="S::bh5884is@go.minnstate.edu::d858373d-d4a5-4d5a-af0d-fcf67a33b3d5" providerId="AD" clId="Web-{50C95217-FC12-442B-2C45-254EB02C13B0}" dt="2025-01-29T16:04:40.061" v="1"/>
        <pc:sldMasterMkLst>
          <pc:docMk/>
          <pc:sldMasterMk cId="2489844609" sldId="2147483672"/>
        </pc:sldMasterMkLst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4032230286" sldId="2147483673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280410120" sldId="2147483674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520094730" sldId="2147483675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594088321" sldId="2147483676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62641643" sldId="2147483677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764797116" sldId="2147483678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411741631" sldId="2147483679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108920962" sldId="2147483680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29808357" sldId="2147483681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158998558" sldId="2147483682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923947748" sldId="2147483683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514809791" sldId="2147483684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3698903175" sldId="2147483685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163379005" sldId="2147483686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889053164" sldId="2147483687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2863422909" sldId="2147483688"/>
          </pc:sldLayoutMkLst>
        </pc:sldLayoutChg>
        <pc:sldLayoutChg chg="add del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2489844609" sldId="2147483672"/>
            <pc:sldLayoutMk cId="870622324" sldId="2147483689"/>
          </pc:sldLayoutMkLst>
        </pc:sldLayoutChg>
      </pc:sldMasterChg>
      <pc:sldMasterChg chg="add addSldLayout modSldLayout">
        <pc:chgData name="Wilkins, Graham C" userId="S::bh5884is@go.minnstate.edu::d858373d-d4a5-4d5a-af0d-fcf67a33b3d5" providerId="AD" clId="Web-{50C95217-FC12-442B-2C45-254EB02C13B0}" dt="2025-01-29T16:04:40.061" v="1"/>
        <pc:sldMasterMkLst>
          <pc:docMk/>
          <pc:sldMasterMk cId="3598093863" sldId="2147483690"/>
        </pc:sldMasterMkLst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558324747" sldId="2147483691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4203329811" sldId="2147483692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718178631" sldId="2147483693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000962637" sldId="2147483694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29183584" sldId="2147483695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679854217" sldId="2147483696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43581592" sldId="2147483697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2553913335" sldId="2147483698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287595467" sldId="2147483699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1693767085" sldId="2147483700"/>
          </pc:sldLayoutMkLst>
        </pc:sldLayoutChg>
        <pc:sldLayoutChg chg="add mod replId">
          <pc:chgData name="Wilkins, Graham C" userId="S::bh5884is@go.minnstate.edu::d858373d-d4a5-4d5a-af0d-fcf67a33b3d5" providerId="AD" clId="Web-{50C95217-FC12-442B-2C45-254EB02C13B0}" dt="2025-01-29T16:04:40.061" v="1"/>
          <pc:sldLayoutMkLst>
            <pc:docMk/>
            <pc:sldMasterMk cId="3598093863" sldId="2147483690"/>
            <pc:sldLayoutMk cId="3395913690" sldId="2147483701"/>
          </pc:sldLayoutMkLst>
        </pc:sldLayoutChg>
      </pc:sldMasterChg>
    </pc:docChg>
  </pc:docChgLst>
  <pc:docChgLst>
    <pc:chgData name="Lakku, Sai Keertana R" userId="S::kb7924tj@go.minnstate.edu::aa713373-d62e-42be-a5fb-296135668942" providerId="AD" clId="Web-{622A7975-C4CD-CD13-2374-8DCDA4E31454}"/>
    <pc:docChg chg="modSld">
      <pc:chgData name="Lakku, Sai Keertana R" userId="S::kb7924tj@go.minnstate.edu::aa713373-d62e-42be-a5fb-296135668942" providerId="AD" clId="Web-{622A7975-C4CD-CD13-2374-8DCDA4E31454}" dt="2025-01-30T20:06:07.481" v="15" actId="1076"/>
      <pc:docMkLst>
        <pc:docMk/>
      </pc:docMkLst>
      <pc:sldChg chg="modSp">
        <pc:chgData name="Lakku, Sai Keertana R" userId="S::kb7924tj@go.minnstate.edu::aa713373-d62e-42be-a5fb-296135668942" providerId="AD" clId="Web-{622A7975-C4CD-CD13-2374-8DCDA4E31454}" dt="2025-01-30T20:06:07.481" v="15" actId="1076"/>
        <pc:sldMkLst>
          <pc:docMk/>
          <pc:sldMk cId="259345366" sldId="259"/>
        </pc:sldMkLst>
        <pc:picChg chg="mod">
          <ac:chgData name="Lakku, Sai Keertana R" userId="S::kb7924tj@go.minnstate.edu::aa713373-d62e-42be-a5fb-296135668942" providerId="AD" clId="Web-{622A7975-C4CD-CD13-2374-8DCDA4E31454}" dt="2025-01-30T20:06:07.481" v="15" actId="1076"/>
          <ac:picMkLst>
            <pc:docMk/>
            <pc:sldMk cId="259345366" sldId="259"/>
            <ac:picMk id="9" creationId="{FB809B94-420E-2192-F30B-02097EEB0A04}"/>
          </ac:picMkLst>
        </pc:picChg>
        <pc:picChg chg="mod">
          <ac:chgData name="Lakku, Sai Keertana R" userId="S::kb7924tj@go.minnstate.edu::aa713373-d62e-42be-a5fb-296135668942" providerId="AD" clId="Web-{622A7975-C4CD-CD13-2374-8DCDA4E31454}" dt="2025-01-30T20:05:54.356" v="12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Wilkins, Graham C" userId="S::bh5884is@go.minnstate.edu::d858373d-d4a5-4d5a-af0d-fcf67a33b3d5" providerId="AD" clId="Web-{A8A4F050-CFEB-D3E4-D556-3A203B61C30E}"/>
    <pc:docChg chg="modSld">
      <pc:chgData name="Wilkins, Graham C" userId="S::bh5884is@go.minnstate.edu::d858373d-d4a5-4d5a-af0d-fcf67a33b3d5" providerId="AD" clId="Web-{A8A4F050-CFEB-D3E4-D556-3A203B61C30E}" dt="2025-01-31T16:15:43.928" v="2" actId="1076"/>
      <pc:docMkLst>
        <pc:docMk/>
      </pc:docMkLst>
      <pc:sldChg chg="modSp">
        <pc:chgData name="Wilkins, Graham C" userId="S::bh5884is@go.minnstate.edu::d858373d-d4a5-4d5a-af0d-fcf67a33b3d5" providerId="AD" clId="Web-{A8A4F050-CFEB-D3E4-D556-3A203B61C30E}" dt="2025-01-31T16:15:43.928" v="2" actId="1076"/>
        <pc:sldMkLst>
          <pc:docMk/>
          <pc:sldMk cId="259345366" sldId="259"/>
        </pc:sldMkLst>
        <pc:picChg chg="mod">
          <ac:chgData name="Wilkins, Graham C" userId="S::bh5884is@go.minnstate.edu::d858373d-d4a5-4d5a-af0d-fcf67a33b3d5" providerId="AD" clId="Web-{A8A4F050-CFEB-D3E4-D556-3A203B61C30E}" dt="2025-01-31T16:15:42.569" v="1" actId="1076"/>
          <ac:picMkLst>
            <pc:docMk/>
            <pc:sldMk cId="259345366" sldId="259"/>
            <ac:picMk id="9" creationId="{FB809B94-420E-2192-F30B-02097EEB0A04}"/>
          </ac:picMkLst>
        </pc:picChg>
        <pc:picChg chg="mod">
          <ac:chgData name="Wilkins, Graham C" userId="S::bh5884is@go.minnstate.edu::d858373d-d4a5-4d5a-af0d-fcf67a33b3d5" providerId="AD" clId="Web-{A8A4F050-CFEB-D3E4-D556-3A203B61C30E}" dt="2025-01-31T16:15:40.960" v="0" actId="1076"/>
          <ac:picMkLst>
            <pc:docMk/>
            <pc:sldMk cId="259345366" sldId="259"/>
            <ac:picMk id="29" creationId="{0CBAA89A-63B6-A72F-E1AF-F20EB2E2FB23}"/>
          </ac:picMkLst>
        </pc:picChg>
        <pc:picChg chg="mod">
          <ac:chgData name="Wilkins, Graham C" userId="S::bh5884is@go.minnstate.edu::d858373d-d4a5-4d5a-af0d-fcf67a33b3d5" providerId="AD" clId="Web-{A8A4F050-CFEB-D3E4-D556-3A203B61C30E}" dt="2025-01-31T16:15:43.928" v="2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  <pc:docChgLst>
    <pc:chgData name="Hjulberg, Andrew S" userId="S::hi6397ef@go.minnstate.edu::55255bf8-79f2-42d3-80cc-139b63d0776c" providerId="AD" clId="Web-{B56526B8-49A6-2ABE-AF25-8F3483FEE248}"/>
    <pc:docChg chg="addSld delSld modSld sldOrd">
      <pc:chgData name="Hjulberg, Andrew S" userId="S::hi6397ef@go.minnstate.edu::55255bf8-79f2-42d3-80cc-139b63d0776c" providerId="AD" clId="Web-{B56526B8-49A6-2ABE-AF25-8F3483FEE248}" dt="2025-01-31T17:24:57.951" v="67" actId="20577"/>
      <pc:docMkLst>
        <pc:docMk/>
      </pc:docMkLst>
      <pc:sldChg chg="modSp">
        <pc:chgData name="Hjulberg, Andrew S" userId="S::hi6397ef@go.minnstate.edu::55255bf8-79f2-42d3-80cc-139b63d0776c" providerId="AD" clId="Web-{B56526B8-49A6-2ABE-AF25-8F3483FEE248}" dt="2025-01-31T17:24:57.951" v="67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B56526B8-49A6-2ABE-AF25-8F3483FEE248}" dt="2025-01-31T17:24:57.951" v="67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">
        <pc:chgData name="Hjulberg, Andrew S" userId="S::hi6397ef@go.minnstate.edu::55255bf8-79f2-42d3-80cc-139b63d0776c" providerId="AD" clId="Web-{B56526B8-49A6-2ABE-AF25-8F3483FEE248}" dt="2025-01-31T17:10:48.663" v="43"/>
        <pc:sldMkLst>
          <pc:docMk/>
          <pc:sldMk cId="886379872" sldId="257"/>
        </pc:sldMkLst>
        <pc:spChg chg="mod">
          <ac:chgData name="Hjulberg, Andrew S" userId="S::hi6397ef@go.minnstate.edu::55255bf8-79f2-42d3-80cc-139b63d0776c" providerId="AD" clId="Web-{B56526B8-49A6-2ABE-AF25-8F3483FEE248}" dt="2025-01-31T17:10:48.663" v="43"/>
          <ac:spMkLst>
            <pc:docMk/>
            <pc:sldMk cId="886379872" sldId="257"/>
            <ac:spMk id="2" creationId="{95BB7F4E-CEB3-1DC9-D910-560961EB30AF}"/>
          </ac:spMkLst>
        </pc:spChg>
        <pc:spChg chg="add del">
          <ac:chgData name="Hjulberg, Andrew S" userId="S::hi6397ef@go.minnstate.edu::55255bf8-79f2-42d3-80cc-139b63d0776c" providerId="AD" clId="Web-{B56526B8-49A6-2ABE-AF25-8F3483FEE248}" dt="2025-01-31T17:10:48.663" v="43"/>
          <ac:spMkLst>
            <pc:docMk/>
            <pc:sldMk cId="886379872" sldId="257"/>
            <ac:spMk id="15" creationId="{30B3D270-B19D-4DB8-BD3C-3E707485B515}"/>
          </ac:spMkLst>
        </pc:spChg>
        <pc:spChg chg="add del">
          <ac:chgData name="Hjulberg, Andrew S" userId="S::hi6397ef@go.minnstate.edu::55255bf8-79f2-42d3-80cc-139b63d0776c" providerId="AD" clId="Web-{B56526B8-49A6-2ABE-AF25-8F3483FEE248}" dt="2025-01-31T17:10:48.663" v="43"/>
          <ac:spMkLst>
            <pc:docMk/>
            <pc:sldMk cId="886379872" sldId="257"/>
            <ac:spMk id="16" creationId="{49BDAF94-B52E-4307-B54C-EF413086FC77}"/>
          </ac:spMkLst>
        </pc:spChg>
        <pc:graphicFrameChg chg="mod modGraphic">
          <ac:chgData name="Hjulberg, Andrew S" userId="S::hi6397ef@go.minnstate.edu::55255bf8-79f2-42d3-80cc-139b63d0776c" providerId="AD" clId="Web-{B56526B8-49A6-2ABE-AF25-8F3483FEE248}" dt="2025-01-31T17:10:48.663" v="43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new">
        <pc:chgData name="Hjulberg, Andrew S" userId="S::hi6397ef@go.minnstate.edu::55255bf8-79f2-42d3-80cc-139b63d0776c" providerId="AD" clId="Web-{B56526B8-49A6-2ABE-AF25-8F3483FEE248}" dt="2025-01-31T17:14:05.505" v="63" actId="1076"/>
        <pc:sldMkLst>
          <pc:docMk/>
          <pc:sldMk cId="2651625976" sldId="261"/>
        </pc:sldMkLst>
        <pc:spChg chg="mod">
          <ac:chgData name="Hjulberg, Andrew S" userId="S::hi6397ef@go.minnstate.edu::55255bf8-79f2-42d3-80cc-139b63d0776c" providerId="AD" clId="Web-{B56526B8-49A6-2ABE-AF25-8F3483FEE248}" dt="2025-01-31T17:08:45.617" v="16" actId="20577"/>
          <ac:spMkLst>
            <pc:docMk/>
            <pc:sldMk cId="2651625976" sldId="261"/>
            <ac:spMk id="2" creationId="{22D63090-2FBA-6EC8-1BB6-90B55E082E71}"/>
          </ac:spMkLst>
        </pc:spChg>
        <pc:spChg chg="del mod">
          <ac:chgData name="Hjulberg, Andrew S" userId="S::hi6397ef@go.minnstate.edu::55255bf8-79f2-42d3-80cc-139b63d0776c" providerId="AD" clId="Web-{B56526B8-49A6-2ABE-AF25-8F3483FEE248}" dt="2025-01-31T17:11:40.787" v="44"/>
          <ac:spMkLst>
            <pc:docMk/>
            <pc:sldMk cId="2651625976" sldId="261"/>
            <ac:spMk id="3" creationId="{0D3DA6A4-B895-2D39-3F28-9206381E7E7A}"/>
          </ac:spMkLst>
        </pc:spChg>
        <pc:spChg chg="add del mod">
          <ac:chgData name="Hjulberg, Andrew S" userId="S::hi6397ef@go.minnstate.edu::55255bf8-79f2-42d3-80cc-139b63d0776c" providerId="AD" clId="Web-{B56526B8-49A6-2ABE-AF25-8F3483FEE248}" dt="2025-01-31T17:13:47.411" v="61"/>
          <ac:spMkLst>
            <pc:docMk/>
            <pc:sldMk cId="2651625976" sldId="261"/>
            <ac:spMk id="7" creationId="{C557F76A-B343-8819-94D8-7CBAB65DB5FA}"/>
          </ac:spMkLst>
        </pc:spChg>
        <pc:picChg chg="add del mod ord">
          <ac:chgData name="Hjulberg, Andrew S" userId="S::hi6397ef@go.minnstate.edu::55255bf8-79f2-42d3-80cc-139b63d0776c" providerId="AD" clId="Web-{B56526B8-49A6-2ABE-AF25-8F3483FEE248}" dt="2025-01-31T17:13:08.521" v="59"/>
          <ac:picMkLst>
            <pc:docMk/>
            <pc:sldMk cId="2651625976" sldId="261"/>
            <ac:picMk id="4" creationId="{7D9C668C-4A9A-E654-420D-07A1BF80B18B}"/>
          </ac:picMkLst>
        </pc:picChg>
        <pc:picChg chg="add del mod">
          <ac:chgData name="Hjulberg, Andrew S" userId="S::hi6397ef@go.minnstate.edu::55255bf8-79f2-42d3-80cc-139b63d0776c" providerId="AD" clId="Web-{B56526B8-49A6-2ABE-AF25-8F3483FEE248}" dt="2025-01-31T17:13:14.271" v="60"/>
          <ac:picMkLst>
            <pc:docMk/>
            <pc:sldMk cId="2651625976" sldId="261"/>
            <ac:picMk id="5" creationId="{B063A73A-0A30-C15F-FC52-92E51E088E89}"/>
          </ac:picMkLst>
        </pc:picChg>
        <pc:picChg chg="add mod">
          <ac:chgData name="Hjulberg, Andrew S" userId="S::hi6397ef@go.minnstate.edu::55255bf8-79f2-42d3-80cc-139b63d0776c" providerId="AD" clId="Web-{B56526B8-49A6-2ABE-AF25-8F3483FEE248}" dt="2025-01-31T17:14:05.505" v="63" actId="1076"/>
          <ac:picMkLst>
            <pc:docMk/>
            <pc:sldMk cId="2651625976" sldId="261"/>
            <ac:picMk id="8" creationId="{AD397457-2183-C75E-724D-AC1C8D541D46}"/>
          </ac:picMkLst>
        </pc:picChg>
      </pc:sldChg>
      <pc:sldChg chg="addSp modSp new">
        <pc:chgData name="Hjulberg, Andrew S" userId="S::hi6397ef@go.minnstate.edu::55255bf8-79f2-42d3-80cc-139b63d0776c" providerId="AD" clId="Web-{B56526B8-49A6-2ABE-AF25-8F3483FEE248}" dt="2025-01-31T17:13:02.052" v="58" actId="1076"/>
        <pc:sldMkLst>
          <pc:docMk/>
          <pc:sldMk cId="234107635" sldId="262"/>
        </pc:sldMkLst>
        <pc:picChg chg="add mod">
          <ac:chgData name="Hjulberg, Andrew S" userId="S::hi6397ef@go.minnstate.edu::55255bf8-79f2-42d3-80cc-139b63d0776c" providerId="AD" clId="Web-{B56526B8-49A6-2ABE-AF25-8F3483FEE248}" dt="2025-01-31T17:13:02.052" v="58" actId="1076"/>
          <ac:picMkLst>
            <pc:docMk/>
            <pc:sldMk cId="234107635" sldId="262"/>
            <ac:picMk id="3" creationId="{269976F9-535A-22A8-87DE-1DBF2513226F}"/>
          </ac:picMkLst>
        </pc:picChg>
      </pc:sldChg>
      <pc:sldChg chg="new del">
        <pc:chgData name="Hjulberg, Andrew S" userId="S::hi6397ef@go.minnstate.edu::55255bf8-79f2-42d3-80cc-139b63d0776c" providerId="AD" clId="Web-{B56526B8-49A6-2ABE-AF25-8F3483FEE248}" dt="2025-01-31T17:12:27.990" v="51"/>
        <pc:sldMkLst>
          <pc:docMk/>
          <pc:sldMk cId="1119274814" sldId="262"/>
        </pc:sldMkLst>
      </pc:sldChg>
      <pc:sldChg chg="addSp modSp new ord">
        <pc:chgData name="Hjulberg, Andrew S" userId="S::hi6397ef@go.minnstate.edu::55255bf8-79f2-42d3-80cc-139b63d0776c" providerId="AD" clId="Web-{B56526B8-49A6-2ABE-AF25-8F3483FEE248}" dt="2025-01-31T17:14:46.410" v="66"/>
        <pc:sldMkLst>
          <pc:docMk/>
          <pc:sldMk cId="370031153" sldId="263"/>
        </pc:sldMkLst>
        <pc:picChg chg="add mod">
          <ac:chgData name="Hjulberg, Andrew S" userId="S::hi6397ef@go.minnstate.edu::55255bf8-79f2-42d3-80cc-139b63d0776c" providerId="AD" clId="Web-{B56526B8-49A6-2ABE-AF25-8F3483FEE248}" dt="2025-01-31T17:14:24.879" v="65"/>
          <ac:picMkLst>
            <pc:docMk/>
            <pc:sldMk cId="370031153" sldId="263"/>
            <ac:picMk id="2" creationId="{034829DB-67AE-62FA-BFF3-26DECA6FB93A}"/>
          </ac:picMkLst>
        </pc:picChg>
      </pc:sldChg>
      <pc:sldChg chg="add del">
        <pc:chgData name="Hjulberg, Andrew S" userId="S::hi6397ef@go.minnstate.edu::55255bf8-79f2-42d3-80cc-139b63d0776c" providerId="AD" clId="Web-{B56526B8-49A6-2ABE-AF25-8F3483FEE248}" dt="2025-01-31T17:12:43.427" v="54"/>
        <pc:sldMkLst>
          <pc:docMk/>
          <pc:sldMk cId="1119274814" sldId="263"/>
        </pc:sldMkLst>
      </pc:sldChg>
    </pc:docChg>
  </pc:docChgLst>
  <pc:docChgLst>
    <pc:chgData name="Lakku, Sai Keertana R" userId="S::kb7924tj@go.minnstate.edu::aa713373-d62e-42be-a5fb-296135668942" providerId="AD" clId="Web-{86E7E2D7-BF8D-081E-9AD3-FB54C683A438}"/>
    <pc:docChg chg="modSld">
      <pc:chgData name="Lakku, Sai Keertana R" userId="S::kb7924tj@go.minnstate.edu::aa713373-d62e-42be-a5fb-296135668942" providerId="AD" clId="Web-{86E7E2D7-BF8D-081E-9AD3-FB54C683A438}" dt="2025-01-30T20:03:11.383" v="84" actId="1076"/>
      <pc:docMkLst>
        <pc:docMk/>
      </pc:docMkLst>
      <pc:sldChg chg="addSp delSp modSp mod setBg">
        <pc:chgData name="Lakku, Sai Keertana R" userId="S::kb7924tj@go.minnstate.edu::aa713373-d62e-42be-a5fb-296135668942" providerId="AD" clId="Web-{86E7E2D7-BF8D-081E-9AD3-FB54C683A438}" dt="2025-01-30T19:58:15.420" v="40"/>
        <pc:sldMkLst>
          <pc:docMk/>
          <pc:sldMk cId="886379872" sldId="257"/>
        </pc:sldMkLst>
        <pc:spChg chg="mod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2" creationId="{95BB7F4E-CEB3-1DC9-D910-560961EB30AF}"/>
          </ac:spMkLst>
        </pc:spChg>
        <pc:spChg chg="del">
          <ac:chgData name="Lakku, Sai Keertana R" userId="S::kb7924tj@go.minnstate.edu::aa713373-d62e-42be-a5fb-296135668942" providerId="AD" clId="Web-{86E7E2D7-BF8D-081E-9AD3-FB54C683A438}" dt="2025-01-30T19:56:12.166" v="29"/>
          <ac:spMkLst>
            <pc:docMk/>
            <pc:sldMk cId="886379872" sldId="257"/>
            <ac:spMk id="3" creationId="{40B0114C-7CA3-7FA7-ACC0-4300C95E7FE1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9" creationId="{876248C8-0720-48AB-91BA-5F530BB41E5E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11" creationId="{523BEDA7-D0B8-4802-8168-92452653BC9F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13" creationId="{D2EFF34B-7B1A-4F9D-8CEE-A40962BC7C21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15" creationId="{30B3D270-B19D-4DB8-BD3C-3E707485B515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8:15.420" v="40"/>
          <ac:spMkLst>
            <pc:docMk/>
            <pc:sldMk cId="886379872" sldId="257"/>
            <ac:spMk id="16" creationId="{49BDAF94-B52E-4307-B54C-EF413086FC77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3.622" v="39"/>
          <ac:spMkLst>
            <pc:docMk/>
            <pc:sldMk cId="886379872" sldId="257"/>
            <ac:spMk id="18" creationId="{30B3D270-B19D-4DB8-BD3C-3E707485B515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3.622" v="39"/>
          <ac:spMkLst>
            <pc:docMk/>
            <pc:sldMk cId="886379872" sldId="257"/>
            <ac:spMk id="20" creationId="{49BDAF94-B52E-4307-B54C-EF413086FC77}"/>
          </ac:spMkLst>
        </pc:spChg>
        <pc:graphicFrameChg chg="add mod modGraphic">
          <ac:chgData name="Lakku, Sai Keertana R" userId="S::kb7924tj@go.minnstate.edu::aa713373-d62e-42be-a5fb-296135668942" providerId="AD" clId="Web-{86E7E2D7-BF8D-081E-9AD3-FB54C683A438}" dt="2025-01-30T19:58:15.420" v="4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 mod setBg">
        <pc:chgData name="Lakku, Sai Keertana R" userId="S::kb7924tj@go.minnstate.edu::aa713373-d62e-42be-a5fb-296135668942" providerId="AD" clId="Web-{86E7E2D7-BF8D-081E-9AD3-FB54C683A438}" dt="2025-01-30T19:56:01.072" v="28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2" creationId="{688AC3B9-2A52-B51A-D8EE-90A85703DD3C}"/>
          </ac:spMkLst>
        </pc:spChg>
        <pc:spChg chg="del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3" creationId="{84E876EA-75C5-E321-2834-0E04D8F44051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9" creationId="{876248C8-0720-48AB-91BA-5F530BB41E5E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11" creationId="{523BEDA7-D0B8-4802-8168-92452653BC9F}"/>
          </ac:spMkLst>
        </pc:spChg>
        <pc:spChg chg="add">
          <ac:chgData name="Lakku, Sai Keertana R" userId="S::kb7924tj@go.minnstate.edu::aa713373-d62e-42be-a5fb-296135668942" providerId="AD" clId="Web-{86E7E2D7-BF8D-081E-9AD3-FB54C683A438}" dt="2025-01-30T19:56:01.072" v="28"/>
          <ac:spMkLst>
            <pc:docMk/>
            <pc:sldMk cId="38658698" sldId="258"/>
            <ac:spMk id="13" creationId="{D2EFF34B-7B1A-4F9D-8CEE-A40962BC7C21}"/>
          </ac:spMkLst>
        </pc:spChg>
        <pc:graphicFrameChg chg="add">
          <ac:chgData name="Lakku, Sai Keertana R" userId="S::kb7924tj@go.minnstate.edu::aa713373-d62e-42be-a5fb-296135668942" providerId="AD" clId="Web-{86E7E2D7-BF8D-081E-9AD3-FB54C683A438}" dt="2025-01-30T19:56:01.072" v="28"/>
          <ac:graphicFrameMkLst>
            <pc:docMk/>
            <pc:sldMk cId="38658698" sldId="258"/>
            <ac:graphicFrameMk id="5" creationId="{C7C0CC16-9845-781F-71F4-5C6A22DC8F46}"/>
          </ac:graphicFrameMkLst>
        </pc:graphicFrameChg>
      </pc:sldChg>
      <pc:sldChg chg="addSp delSp modSp mod setBg">
        <pc:chgData name="Lakku, Sai Keertana R" userId="S::kb7924tj@go.minnstate.edu::aa713373-d62e-42be-a5fb-296135668942" providerId="AD" clId="Web-{86E7E2D7-BF8D-081E-9AD3-FB54C683A438}" dt="2025-01-30T20:03:11.383" v="84" actId="1076"/>
        <pc:sldMkLst>
          <pc:docMk/>
          <pc:sldMk cId="259345366" sldId="259"/>
        </pc:sldMkLst>
        <pc:spChg chg="mod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2" creationId="{F8292BED-CFEB-3D90-3353-40B368C3459D}"/>
          </ac:spMkLst>
        </pc:spChg>
        <pc:spChg chg="mod ord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3" creationId="{C224B5E0-025A-FE21-1DBB-D91A0EB1DFED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11" creationId="{FF19E647-F6F0-4ABE-B7B9-F27F45A457FA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13" creationId="{FA2289DB-F4F2-44AA-8ED3-0141E331B7AA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5.106" v="32"/>
          <ac:spMkLst>
            <pc:docMk/>
            <pc:sldMk cId="259345366" sldId="259"/>
            <ac:spMk id="14" creationId="{B9C655CB-AA1F-4349-ABB4-980B8591A6C7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15" creationId="{4EDDC244-73DC-4218-B31A-3F268A2B23FC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5.106" v="32"/>
          <ac:spMkLst>
            <pc:docMk/>
            <pc:sldMk cId="259345366" sldId="259"/>
            <ac:spMk id="16" creationId="{2352D320-0280-41F6-B398-08C78FE476EF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17" creationId="{7C46FBBA-1F49-4B79-8EA1-97A53C5E1524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5.106" v="32"/>
          <ac:spMkLst>
            <pc:docMk/>
            <pc:sldMk cId="259345366" sldId="259"/>
            <ac:spMk id="18" creationId="{4C87BAB3-F535-453A-BE0D-E5BD8D4B0330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41.919" v="38"/>
          <ac:spMkLst>
            <pc:docMk/>
            <pc:sldMk cId="259345366" sldId="259"/>
            <ac:spMk id="19" creationId="{8AB118B8-8271-4F7C-A68B-22AE4BFE555B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5.106" v="32"/>
          <ac:spMkLst>
            <pc:docMk/>
            <pc:sldMk cId="259345366" sldId="259"/>
            <ac:spMk id="20" creationId="{D7475AAA-7F7C-467B-BF5D-93FE15D130BC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8.934" v="34"/>
          <ac:spMkLst>
            <pc:docMk/>
            <pc:sldMk cId="259345366" sldId="259"/>
            <ac:spMk id="22" creationId="{8AB118B8-8271-4F7C-A68B-22AE4BFE555B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8.934" v="34"/>
          <ac:spMkLst>
            <pc:docMk/>
            <pc:sldMk cId="259345366" sldId="259"/>
            <ac:spMk id="23" creationId="{FF19E647-F6F0-4ABE-B7B9-F27F45A457FA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8.934" v="34"/>
          <ac:spMkLst>
            <pc:docMk/>
            <pc:sldMk cId="259345366" sldId="259"/>
            <ac:spMk id="25" creationId="{FA2289DB-F4F2-44AA-8ED3-0141E331B7AA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8.934" v="34"/>
          <ac:spMkLst>
            <pc:docMk/>
            <pc:sldMk cId="259345366" sldId="259"/>
            <ac:spMk id="26" creationId="{4EDDC244-73DC-4218-B31A-3F268A2B23FC}"/>
          </ac:spMkLst>
        </pc:spChg>
        <pc:spChg chg="add del">
          <ac:chgData name="Lakku, Sai Keertana R" userId="S::kb7924tj@go.minnstate.edu::aa713373-d62e-42be-a5fb-296135668942" providerId="AD" clId="Web-{86E7E2D7-BF8D-081E-9AD3-FB54C683A438}" dt="2025-01-30T19:57:18.934" v="34"/>
          <ac:spMkLst>
            <pc:docMk/>
            <pc:sldMk cId="259345366" sldId="259"/>
            <ac:spMk id="27" creationId="{7C46FBBA-1F49-4B79-8EA1-97A53C5E1524}"/>
          </ac:spMkLst>
        </pc:spChg>
        <pc:spChg chg="add del mod">
          <ac:chgData name="Lakku, Sai Keertana R" userId="S::kb7924tj@go.minnstate.edu::aa713373-d62e-42be-a5fb-296135668942" providerId="AD" clId="Web-{86E7E2D7-BF8D-081E-9AD3-FB54C683A438}" dt="2025-01-30T20:01:45.709" v="58"/>
          <ac:spMkLst>
            <pc:docMk/>
            <pc:sldMk cId="259345366" sldId="259"/>
            <ac:spMk id="30" creationId="{40D14833-5874-7B02-8F8A-AF166A3C0E8F}"/>
          </ac:spMkLst>
        </pc:spChg>
        <pc:spChg chg="add del mod">
          <ac:chgData name="Lakku, Sai Keertana R" userId="S::kb7924tj@go.minnstate.edu::aa713373-d62e-42be-a5fb-296135668942" providerId="AD" clId="Web-{86E7E2D7-BF8D-081E-9AD3-FB54C683A438}" dt="2025-01-30T20:02:23.304" v="67"/>
          <ac:spMkLst>
            <pc:docMk/>
            <pc:sldMk cId="259345366" sldId="259"/>
            <ac:spMk id="33" creationId="{C2591CC4-2489-1B30-94FB-40EBF5ED45DB}"/>
          </ac:spMkLst>
        </pc:spChg>
        <pc:picChg chg="add del mod">
          <ac:chgData name="Lakku, Sai Keertana R" userId="S::kb7924tj@go.minnstate.edu::aa713373-d62e-42be-a5fb-296135668942" providerId="AD" clId="Web-{86E7E2D7-BF8D-081E-9AD3-FB54C683A438}" dt="2025-01-30T19:51:05.734" v="7"/>
          <ac:picMkLst>
            <pc:docMk/>
            <pc:sldMk cId="259345366" sldId="259"/>
            <ac:picMk id="4" creationId="{0A1D4346-2977-85CF-3DD8-BDD7F941F43C}"/>
          </ac:picMkLst>
        </pc:picChg>
        <pc:picChg chg="add mod ord">
          <ac:chgData name="Lakku, Sai Keertana R" userId="S::kb7924tj@go.minnstate.edu::aa713373-d62e-42be-a5fb-296135668942" providerId="AD" clId="Web-{86E7E2D7-BF8D-081E-9AD3-FB54C683A438}" dt="2025-01-30T19:57:41.919" v="38"/>
          <ac:picMkLst>
            <pc:docMk/>
            <pc:sldMk cId="259345366" sldId="259"/>
            <ac:picMk id="5" creationId="{09E52D37-9279-05AF-1AE2-C0559A8979C4}"/>
          </ac:picMkLst>
        </pc:picChg>
        <pc:picChg chg="add del mod">
          <ac:chgData name="Lakku, Sai Keertana R" userId="S::kb7924tj@go.minnstate.edu::aa713373-d62e-42be-a5fb-296135668942" providerId="AD" clId="Web-{86E7E2D7-BF8D-081E-9AD3-FB54C683A438}" dt="2025-01-30T19:59:30.782" v="46"/>
          <ac:picMkLst>
            <pc:docMk/>
            <pc:sldMk cId="259345366" sldId="259"/>
            <ac:picMk id="6" creationId="{8CD6E9F7-E92A-99EB-6A02-A647AF6A1280}"/>
          </ac:picMkLst>
        </pc:picChg>
        <pc:picChg chg="add del mod">
          <ac:chgData name="Lakku, Sai Keertana R" userId="S::kb7924tj@go.minnstate.edu::aa713373-d62e-42be-a5fb-296135668942" providerId="AD" clId="Web-{86E7E2D7-BF8D-081E-9AD3-FB54C683A438}" dt="2025-01-30T19:53:25.473" v="13"/>
          <ac:picMkLst>
            <pc:docMk/>
            <pc:sldMk cId="259345366" sldId="259"/>
            <ac:picMk id="7" creationId="{31F18CD6-FB34-8E2D-AA1F-2E40D829C4B9}"/>
          </ac:picMkLst>
        </pc:picChg>
        <pc:picChg chg="add del mod">
          <ac:chgData name="Lakku, Sai Keertana R" userId="S::kb7924tj@go.minnstate.edu::aa713373-d62e-42be-a5fb-296135668942" providerId="AD" clId="Web-{86E7E2D7-BF8D-081E-9AD3-FB54C683A438}" dt="2025-01-30T20:02:21.288" v="66"/>
          <ac:picMkLst>
            <pc:docMk/>
            <pc:sldMk cId="259345366" sldId="259"/>
            <ac:picMk id="8" creationId="{7F15967E-09D4-1886-AA3B-5119EBC15C3D}"/>
          </ac:picMkLst>
        </pc:picChg>
        <pc:picChg chg="add mod ord">
          <ac:chgData name="Lakku, Sai Keertana R" userId="S::kb7924tj@go.minnstate.edu::aa713373-d62e-42be-a5fb-296135668942" providerId="AD" clId="Web-{86E7E2D7-BF8D-081E-9AD3-FB54C683A438}" dt="2025-01-30T19:58:33.718" v="42" actId="1076"/>
          <ac:picMkLst>
            <pc:docMk/>
            <pc:sldMk cId="259345366" sldId="259"/>
            <ac:picMk id="9" creationId="{FB809B94-420E-2192-F30B-02097EEB0A04}"/>
          </ac:picMkLst>
        </pc:picChg>
        <pc:picChg chg="add del mod">
          <ac:chgData name="Lakku, Sai Keertana R" userId="S::kb7924tj@go.minnstate.edu::aa713373-d62e-42be-a5fb-296135668942" providerId="AD" clId="Web-{86E7E2D7-BF8D-081E-9AD3-FB54C683A438}" dt="2025-01-30T19:59:11.906" v="44"/>
          <ac:picMkLst>
            <pc:docMk/>
            <pc:sldMk cId="259345366" sldId="259"/>
            <ac:picMk id="10" creationId="{532AD823-B1F9-DF55-60A5-E812AB1B9304}"/>
          </ac:picMkLst>
        </pc:picChg>
        <pc:picChg chg="add del mod">
          <ac:chgData name="Lakku, Sai Keertana R" userId="S::kb7924tj@go.minnstate.edu::aa713373-d62e-42be-a5fb-296135668942" providerId="AD" clId="Web-{86E7E2D7-BF8D-081E-9AD3-FB54C683A438}" dt="2025-01-30T20:01:40.537" v="56"/>
          <ac:picMkLst>
            <pc:docMk/>
            <pc:sldMk cId="259345366" sldId="259"/>
            <ac:picMk id="21" creationId="{8B2E855E-5012-6FB9-66D7-CFBA9CF73E38}"/>
          </ac:picMkLst>
        </pc:picChg>
        <pc:picChg chg="add del mod">
          <ac:chgData name="Lakku, Sai Keertana R" userId="S::kb7924tj@go.minnstate.edu::aa713373-d62e-42be-a5fb-296135668942" providerId="AD" clId="Web-{86E7E2D7-BF8D-081E-9AD3-FB54C683A438}" dt="2025-01-30T19:59:46.970" v="49"/>
          <ac:picMkLst>
            <pc:docMk/>
            <pc:sldMk cId="259345366" sldId="259"/>
            <ac:picMk id="28" creationId="{2EFFD235-D0E7-A61E-139F-04905E041C88}"/>
          </ac:picMkLst>
        </pc:picChg>
        <pc:picChg chg="add mod">
          <ac:chgData name="Lakku, Sai Keertana R" userId="S::kb7924tj@go.minnstate.edu::aa713373-d62e-42be-a5fb-296135668942" providerId="AD" clId="Web-{86E7E2D7-BF8D-081E-9AD3-FB54C683A438}" dt="2025-01-30T20:01:48.365" v="59" actId="1076"/>
          <ac:picMkLst>
            <pc:docMk/>
            <pc:sldMk cId="259345366" sldId="259"/>
            <ac:picMk id="29" creationId="{0CBAA89A-63B6-A72F-E1AF-F20EB2E2FB23}"/>
          </ac:picMkLst>
        </pc:picChg>
        <pc:picChg chg="add mod">
          <ac:chgData name="Lakku, Sai Keertana R" userId="S::kb7924tj@go.minnstate.edu::aa713373-d62e-42be-a5fb-296135668942" providerId="AD" clId="Web-{86E7E2D7-BF8D-081E-9AD3-FB54C683A438}" dt="2025-01-30T20:03:11.383" v="84" actId="1076"/>
          <ac:picMkLst>
            <pc:docMk/>
            <pc:sldMk cId="259345366" sldId="259"/>
            <ac:picMk id="32" creationId="{C5D8CA49-1049-14AB-9870-104A17CE9D0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3_2" csCatId="accent3" phldr="1"/>
      <dgm:spPr/>
      <dgm:t>
        <a:bodyPr/>
        <a:lstStyle/>
        <a:p>
          <a:endParaRPr lang="en-US"/>
        </a:p>
      </dgm:t>
    </dgm:pt>
    <dgm:pt modelId="{2637BA54-32B7-431A-8E50-31211FEFEDF1}">
      <dgm:prSet/>
      <dgm:spPr/>
      <dgm:t>
        <a:bodyPr/>
        <a:lstStyle/>
        <a:p>
          <a:r>
            <a:rPr lang="en-US" baseline="0"/>
            <a:t>Requirements Analysis Document</a:t>
          </a:r>
          <a:endParaRPr lang="en-US"/>
        </a:p>
      </dgm:t>
    </dgm:pt>
    <dgm:pt modelId="{19FA6DAF-DBA8-4000-B293-E2B5B4AB0DA4}" type="parTrans" cxnId="{CD6EF40F-47C8-430E-85E9-AF727F97D1D2}">
      <dgm:prSet/>
      <dgm:spPr/>
      <dgm:t>
        <a:bodyPr/>
        <a:lstStyle/>
        <a:p>
          <a:endParaRPr lang="en-US"/>
        </a:p>
      </dgm:t>
    </dgm:pt>
    <dgm:pt modelId="{D3ADAED7-3A0C-4D71-9557-1199C764C54D}" type="sibTrans" cxnId="{CD6EF40F-47C8-430E-85E9-AF727F97D1D2}">
      <dgm:prSet/>
      <dgm:spPr/>
      <dgm:t>
        <a:bodyPr/>
        <a:lstStyle/>
        <a:p>
          <a:endParaRPr lang="en-US"/>
        </a:p>
      </dgm:t>
    </dgm:pt>
    <dgm:pt modelId="{6B8787EF-105A-4B67-9772-9ABE6EC8EDB9}">
      <dgm:prSet/>
      <dgm:spPr/>
      <dgm:t>
        <a:bodyPr/>
        <a:lstStyle/>
        <a:p>
          <a:r>
            <a:rPr lang="en-US" baseline="0"/>
            <a:t>Environment Setup</a:t>
          </a:r>
          <a:endParaRPr lang="en-US"/>
        </a:p>
      </dgm:t>
    </dgm:pt>
    <dgm:pt modelId="{D17BB906-20DD-4A81-A09B-B0F837810996}" type="parTrans" cxnId="{1DC8A67B-42A6-4555-8356-99F06F07DCE9}">
      <dgm:prSet/>
      <dgm:spPr/>
      <dgm:t>
        <a:bodyPr/>
        <a:lstStyle/>
        <a:p>
          <a:endParaRPr lang="en-US"/>
        </a:p>
      </dgm:t>
    </dgm:pt>
    <dgm:pt modelId="{1C15D21D-2903-48E6-A79A-21DCBAFA62E4}" type="sibTrans" cxnId="{1DC8A67B-42A6-4555-8356-99F06F07DCE9}">
      <dgm:prSet/>
      <dgm:spPr/>
      <dgm:t>
        <a:bodyPr/>
        <a:lstStyle/>
        <a:p>
          <a:endParaRPr lang="en-US"/>
        </a:p>
      </dgm:t>
    </dgm:pt>
    <dgm:pt modelId="{5EB501D2-24F9-40CB-AE6A-3753C22F6751}">
      <dgm:prSet phldr="0"/>
      <dgm:spPr/>
      <dgm:t>
        <a:bodyPr/>
        <a:lstStyle/>
        <a:p>
          <a:pPr rtl="0"/>
          <a:r>
            <a:rPr lang="en-US">
              <a:latin typeface="Century Schoolbook" panose="02040604050505020304"/>
            </a:rPr>
            <a:t>Started Data Analysis</a:t>
          </a:r>
        </a:p>
      </dgm:t>
    </dgm:pt>
    <dgm:pt modelId="{9E501EB4-64D8-4D45-BED9-07D16E2C5984}" type="parTrans" cxnId="{A606A03C-E44C-452F-9805-415B0CEFFA0A}">
      <dgm:prSet/>
      <dgm:spPr/>
    </dgm:pt>
    <dgm:pt modelId="{C6319D3B-A161-4885-9EB4-21A1A0149B02}" type="sibTrans" cxnId="{A606A03C-E44C-452F-9805-415B0CEFFA0A}">
      <dgm:prSet/>
      <dgm:spPr/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478EC2BA-717F-48CD-B306-76FE57A9FB9F}" type="pres">
      <dgm:prSet presAssocID="{2637BA54-32B7-431A-8E50-31211FEFEDF1}" presName="compNode" presStyleCnt="0"/>
      <dgm:spPr/>
    </dgm:pt>
    <dgm:pt modelId="{B08F16E5-0AB0-4A73-ACE0-0B9B4A5D64CE}" type="pres">
      <dgm:prSet presAssocID="{2637BA54-32B7-431A-8E50-31211FEFEDF1}" presName="bgRect" presStyleLbl="bgShp" presStyleIdx="0" presStyleCnt="3"/>
      <dgm:spPr/>
    </dgm:pt>
    <dgm:pt modelId="{672585AB-6627-45B6-A505-BAAD1D331D07}" type="pres">
      <dgm:prSet presAssocID="{2637BA54-32B7-431A-8E50-31211FEFED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481CD80-12DB-42D1-B3AC-5F2547E4C6E2}" type="pres">
      <dgm:prSet presAssocID="{2637BA54-32B7-431A-8E50-31211FEFEDF1}" presName="spaceRect" presStyleCnt="0"/>
      <dgm:spPr/>
    </dgm:pt>
    <dgm:pt modelId="{82B81880-156F-4095-8F71-8947E74A454C}" type="pres">
      <dgm:prSet presAssocID="{2637BA54-32B7-431A-8E50-31211FEFEDF1}" presName="parTx" presStyleLbl="revTx" presStyleIdx="0" presStyleCnt="3">
        <dgm:presLayoutVars>
          <dgm:chMax val="0"/>
          <dgm:chPref val="0"/>
        </dgm:presLayoutVars>
      </dgm:prSet>
      <dgm:spPr/>
    </dgm:pt>
    <dgm:pt modelId="{9E0F8795-5FC9-4D5A-993B-36A38BAC8F27}" type="pres">
      <dgm:prSet presAssocID="{D3ADAED7-3A0C-4D71-9557-1199C764C54D}" presName="sibTrans" presStyleCnt="0"/>
      <dgm:spPr/>
    </dgm:pt>
    <dgm:pt modelId="{F79DA388-F257-4411-98B3-98DE9FB1C618}" type="pres">
      <dgm:prSet presAssocID="{6B8787EF-105A-4B67-9772-9ABE6EC8EDB9}" presName="compNode" presStyleCnt="0"/>
      <dgm:spPr/>
    </dgm:pt>
    <dgm:pt modelId="{9F685C4A-C895-41AD-87FA-C9D8BFCA8B0A}" type="pres">
      <dgm:prSet presAssocID="{6B8787EF-105A-4B67-9772-9ABE6EC8EDB9}" presName="bgRect" presStyleLbl="bgShp" presStyleIdx="1" presStyleCnt="3"/>
      <dgm:spPr/>
    </dgm:pt>
    <dgm:pt modelId="{BDC264A1-600A-4D8D-B9F4-0100F56C2D34}" type="pres">
      <dgm:prSet presAssocID="{6B8787EF-105A-4B67-9772-9ABE6EC8ED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21D19035-F0ED-458C-935D-8F0AD56E58E0}" type="pres">
      <dgm:prSet presAssocID="{6B8787EF-105A-4B67-9772-9ABE6EC8EDB9}" presName="spaceRect" presStyleCnt="0"/>
      <dgm:spPr/>
    </dgm:pt>
    <dgm:pt modelId="{6AFDC561-9466-4C86-84F4-96CFFBBB7B3B}" type="pres">
      <dgm:prSet presAssocID="{6B8787EF-105A-4B67-9772-9ABE6EC8EDB9}" presName="parTx" presStyleLbl="revTx" presStyleIdx="1" presStyleCnt="3">
        <dgm:presLayoutVars>
          <dgm:chMax val="0"/>
          <dgm:chPref val="0"/>
        </dgm:presLayoutVars>
      </dgm:prSet>
      <dgm:spPr/>
    </dgm:pt>
    <dgm:pt modelId="{A113C883-AAB7-40F2-A3CB-F4F4D2FA1690}" type="pres">
      <dgm:prSet presAssocID="{1C15D21D-2903-48E6-A79A-21DCBAFA62E4}" presName="sibTrans" presStyleCnt="0"/>
      <dgm:spPr/>
    </dgm:pt>
    <dgm:pt modelId="{C0B324E0-5F1E-4A2C-87EC-BE8505D86202}" type="pres">
      <dgm:prSet presAssocID="{5EB501D2-24F9-40CB-AE6A-3753C22F6751}" presName="compNode" presStyleCnt="0"/>
      <dgm:spPr/>
    </dgm:pt>
    <dgm:pt modelId="{64B72F2E-60AA-4467-9C3D-A3B01C7FA398}" type="pres">
      <dgm:prSet presAssocID="{5EB501D2-24F9-40CB-AE6A-3753C22F6751}" presName="bgRect" presStyleLbl="bgShp" presStyleIdx="2" presStyleCnt="3"/>
      <dgm:spPr/>
    </dgm:pt>
    <dgm:pt modelId="{19C7BA0A-F056-454E-8F65-72A61A4D953D}" type="pres">
      <dgm:prSet presAssocID="{5EB501D2-24F9-40CB-AE6A-3753C22F6751}" presName="iconRect" presStyleLbl="node1" presStyleIdx="2" presStyleCnt="3"/>
      <dgm:spPr>
        <a:ln>
          <a:noFill/>
        </a:ln>
      </dgm:spPr>
    </dgm:pt>
    <dgm:pt modelId="{B11C2113-A8E1-4D8B-98FA-DA4D8D6F519F}" type="pres">
      <dgm:prSet presAssocID="{5EB501D2-24F9-40CB-AE6A-3753C22F6751}" presName="spaceRect" presStyleCnt="0"/>
      <dgm:spPr/>
    </dgm:pt>
    <dgm:pt modelId="{11391ECC-E855-4E3E-9B02-01D94DEFFF86}" type="pres">
      <dgm:prSet presAssocID="{5EB501D2-24F9-40CB-AE6A-3753C22F675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6EF40F-47C8-430E-85E9-AF727F97D1D2}" srcId="{F9B9FC2A-95E4-4DB8-BC70-687346FDB929}" destId="{2637BA54-32B7-431A-8E50-31211FEFEDF1}" srcOrd="0" destOrd="0" parTransId="{19FA6DAF-DBA8-4000-B293-E2B5B4AB0DA4}" sibTransId="{D3ADAED7-3A0C-4D71-9557-1199C764C54D}"/>
    <dgm:cxn modelId="{A606A03C-E44C-452F-9805-415B0CEFFA0A}" srcId="{F9B9FC2A-95E4-4DB8-BC70-687346FDB929}" destId="{5EB501D2-24F9-40CB-AE6A-3753C22F6751}" srcOrd="2" destOrd="0" parTransId="{9E501EB4-64D8-4D45-BED9-07D16E2C5984}" sibTransId="{C6319D3B-A161-4885-9EB4-21A1A0149B02}"/>
    <dgm:cxn modelId="{AC9E5041-AB46-4889-BB8C-A0C2FFD04821}" type="presOf" srcId="{6B8787EF-105A-4B67-9772-9ABE6EC8EDB9}" destId="{6AFDC561-9466-4C86-84F4-96CFFBBB7B3B}" srcOrd="0" destOrd="0" presId="urn:microsoft.com/office/officeart/2018/2/layout/IconVerticalSolidList"/>
    <dgm:cxn modelId="{BE863B4B-8BE7-4C51-A3BE-9D3690360C76}" type="presOf" srcId="{5EB501D2-24F9-40CB-AE6A-3753C22F6751}" destId="{11391ECC-E855-4E3E-9B02-01D94DEFFF86}" srcOrd="0" destOrd="0" presId="urn:microsoft.com/office/officeart/2018/2/layout/IconVerticalSolidList"/>
    <dgm:cxn modelId="{1DC8A67B-42A6-4555-8356-99F06F07DCE9}" srcId="{F9B9FC2A-95E4-4DB8-BC70-687346FDB929}" destId="{6B8787EF-105A-4B67-9772-9ABE6EC8EDB9}" srcOrd="1" destOrd="0" parTransId="{D17BB906-20DD-4A81-A09B-B0F837810996}" sibTransId="{1C15D21D-2903-48E6-A79A-21DCBAFA62E4}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04DB1CA8-463D-409E-9491-687B29008FC7}" type="presOf" srcId="{2637BA54-32B7-431A-8E50-31211FEFEDF1}" destId="{82B81880-156F-4095-8F71-8947E74A454C}" srcOrd="0" destOrd="0" presId="urn:microsoft.com/office/officeart/2018/2/layout/IconVerticalSolidList"/>
    <dgm:cxn modelId="{E92B983A-24E6-44F3-9E55-A05D8A5993AB}" type="presParOf" srcId="{4147953F-A707-4CBE-92FB-FA193B91A6F4}" destId="{478EC2BA-717F-48CD-B306-76FE57A9FB9F}" srcOrd="0" destOrd="0" presId="urn:microsoft.com/office/officeart/2018/2/layout/IconVerticalSolidList"/>
    <dgm:cxn modelId="{3D11BF8B-6CA3-4F96-B6C2-4C8979FA4382}" type="presParOf" srcId="{478EC2BA-717F-48CD-B306-76FE57A9FB9F}" destId="{B08F16E5-0AB0-4A73-ACE0-0B9B4A5D64CE}" srcOrd="0" destOrd="0" presId="urn:microsoft.com/office/officeart/2018/2/layout/IconVerticalSolidList"/>
    <dgm:cxn modelId="{F7CDB412-8CD1-4AF7-9FD1-3E56DBFB1C21}" type="presParOf" srcId="{478EC2BA-717F-48CD-B306-76FE57A9FB9F}" destId="{672585AB-6627-45B6-A505-BAAD1D331D07}" srcOrd="1" destOrd="0" presId="urn:microsoft.com/office/officeart/2018/2/layout/IconVerticalSolidList"/>
    <dgm:cxn modelId="{96DE6DBA-3B0E-4520-900C-E3A6FE0BBFD2}" type="presParOf" srcId="{478EC2BA-717F-48CD-B306-76FE57A9FB9F}" destId="{7481CD80-12DB-42D1-B3AC-5F2547E4C6E2}" srcOrd="2" destOrd="0" presId="urn:microsoft.com/office/officeart/2018/2/layout/IconVerticalSolidList"/>
    <dgm:cxn modelId="{44EC4E52-8566-4BE8-8028-70D436A7E470}" type="presParOf" srcId="{478EC2BA-717F-48CD-B306-76FE57A9FB9F}" destId="{82B81880-156F-4095-8F71-8947E74A454C}" srcOrd="3" destOrd="0" presId="urn:microsoft.com/office/officeart/2018/2/layout/IconVerticalSolidList"/>
    <dgm:cxn modelId="{359DAFB8-6E78-4F5D-BF58-BAC736C0DC69}" type="presParOf" srcId="{4147953F-A707-4CBE-92FB-FA193B91A6F4}" destId="{9E0F8795-5FC9-4D5A-993B-36A38BAC8F27}" srcOrd="1" destOrd="0" presId="urn:microsoft.com/office/officeart/2018/2/layout/IconVerticalSolidList"/>
    <dgm:cxn modelId="{0B88C035-75CA-400E-BFC7-B242B5D36A0D}" type="presParOf" srcId="{4147953F-A707-4CBE-92FB-FA193B91A6F4}" destId="{F79DA388-F257-4411-98B3-98DE9FB1C618}" srcOrd="2" destOrd="0" presId="urn:microsoft.com/office/officeart/2018/2/layout/IconVerticalSolidList"/>
    <dgm:cxn modelId="{D0FB5864-813B-478F-BD94-A312A2AAA6C8}" type="presParOf" srcId="{F79DA388-F257-4411-98B3-98DE9FB1C618}" destId="{9F685C4A-C895-41AD-87FA-C9D8BFCA8B0A}" srcOrd="0" destOrd="0" presId="urn:microsoft.com/office/officeart/2018/2/layout/IconVerticalSolidList"/>
    <dgm:cxn modelId="{C86430F6-D69B-45C1-9914-EFBFCBE9CE01}" type="presParOf" srcId="{F79DA388-F257-4411-98B3-98DE9FB1C618}" destId="{BDC264A1-600A-4D8D-B9F4-0100F56C2D34}" srcOrd="1" destOrd="0" presId="urn:microsoft.com/office/officeart/2018/2/layout/IconVerticalSolidList"/>
    <dgm:cxn modelId="{84CA029E-1E7C-41A1-A773-AA0193643F54}" type="presParOf" srcId="{F79DA388-F257-4411-98B3-98DE9FB1C618}" destId="{21D19035-F0ED-458C-935D-8F0AD56E58E0}" srcOrd="2" destOrd="0" presId="urn:microsoft.com/office/officeart/2018/2/layout/IconVerticalSolidList"/>
    <dgm:cxn modelId="{172F3FE8-F13E-4315-A848-9458889C5AF8}" type="presParOf" srcId="{F79DA388-F257-4411-98B3-98DE9FB1C618}" destId="{6AFDC561-9466-4C86-84F4-96CFFBBB7B3B}" srcOrd="3" destOrd="0" presId="urn:microsoft.com/office/officeart/2018/2/layout/IconVerticalSolidList"/>
    <dgm:cxn modelId="{7C01D815-41FB-455B-818E-F4D0C5F5F6F4}" type="presParOf" srcId="{4147953F-A707-4CBE-92FB-FA193B91A6F4}" destId="{A113C883-AAB7-40F2-A3CB-F4F4D2FA1690}" srcOrd="3" destOrd="0" presId="urn:microsoft.com/office/officeart/2018/2/layout/IconVerticalSolidList"/>
    <dgm:cxn modelId="{596EC32A-F7F4-42B4-B873-43C370AFD87B}" type="presParOf" srcId="{4147953F-A707-4CBE-92FB-FA193B91A6F4}" destId="{C0B324E0-5F1E-4A2C-87EC-BE8505D86202}" srcOrd="4" destOrd="0" presId="urn:microsoft.com/office/officeart/2018/2/layout/IconVerticalSolidList"/>
    <dgm:cxn modelId="{649DE99E-F54F-4EAE-A4CC-088B0A6F192C}" type="presParOf" srcId="{C0B324E0-5F1E-4A2C-87EC-BE8505D86202}" destId="{64B72F2E-60AA-4467-9C3D-A3B01C7FA398}" srcOrd="0" destOrd="0" presId="urn:microsoft.com/office/officeart/2018/2/layout/IconVerticalSolidList"/>
    <dgm:cxn modelId="{5175B87E-40CE-4CAA-B8DC-B37023DCECE9}" type="presParOf" srcId="{C0B324E0-5F1E-4A2C-87EC-BE8505D86202}" destId="{19C7BA0A-F056-454E-8F65-72A61A4D953D}" srcOrd="1" destOrd="0" presId="urn:microsoft.com/office/officeart/2018/2/layout/IconVerticalSolidList"/>
    <dgm:cxn modelId="{0706E5F1-9836-4EFF-80F2-A5EA555A3ED3}" type="presParOf" srcId="{C0B324E0-5F1E-4A2C-87EC-BE8505D86202}" destId="{B11C2113-A8E1-4D8B-98FA-DA4D8D6F519F}" srcOrd="2" destOrd="0" presId="urn:microsoft.com/office/officeart/2018/2/layout/IconVerticalSolidList"/>
    <dgm:cxn modelId="{30FAE4D7-1CC6-405A-821F-CBEB34504BB5}" type="presParOf" srcId="{C0B324E0-5F1E-4A2C-87EC-BE8505D86202}" destId="{11391ECC-E855-4E3E-9B02-01D94DEFFF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03A871-5D6E-447E-8517-2EC84872C45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8EA1068-E91A-48EC-A20C-5253920D4AA7}">
      <dgm:prSet/>
      <dgm:spPr/>
      <dgm:t>
        <a:bodyPr/>
        <a:lstStyle/>
        <a:p>
          <a:r>
            <a:rPr lang="en-US" baseline="0"/>
            <a:t>RAD is completed</a:t>
          </a:r>
          <a:endParaRPr lang="en-US"/>
        </a:p>
      </dgm:t>
    </dgm:pt>
    <dgm:pt modelId="{2E7E493B-B210-4936-BD5D-BBD9929F8EAD}" type="parTrans" cxnId="{D8A89B36-B5F5-4F7A-9A00-0600606428A7}">
      <dgm:prSet/>
      <dgm:spPr/>
      <dgm:t>
        <a:bodyPr/>
        <a:lstStyle/>
        <a:p>
          <a:endParaRPr lang="en-US"/>
        </a:p>
      </dgm:t>
    </dgm:pt>
    <dgm:pt modelId="{D6DD1574-7CF9-4BFD-B680-8F87108BC46F}" type="sibTrans" cxnId="{D8A89B36-B5F5-4F7A-9A00-0600606428A7}">
      <dgm:prSet/>
      <dgm:spPr/>
      <dgm:t>
        <a:bodyPr/>
        <a:lstStyle/>
        <a:p>
          <a:endParaRPr lang="en-US"/>
        </a:p>
      </dgm:t>
    </dgm:pt>
    <dgm:pt modelId="{FFAECC97-8C34-4BC3-8915-0856BA0257E0}">
      <dgm:prSet/>
      <dgm:spPr/>
      <dgm:t>
        <a:bodyPr/>
        <a:lstStyle/>
        <a:p>
          <a:r>
            <a:rPr lang="en-US" baseline="0"/>
            <a:t>Team will iterate based on feedback</a:t>
          </a:r>
          <a:endParaRPr lang="en-US"/>
        </a:p>
      </dgm:t>
    </dgm:pt>
    <dgm:pt modelId="{519E4928-E8F4-48E0-8C8A-5C522797E6F2}" type="parTrans" cxnId="{FB95325C-B128-4451-BFCF-D5B3593E0C16}">
      <dgm:prSet/>
      <dgm:spPr/>
      <dgm:t>
        <a:bodyPr/>
        <a:lstStyle/>
        <a:p>
          <a:endParaRPr lang="en-US"/>
        </a:p>
      </dgm:t>
    </dgm:pt>
    <dgm:pt modelId="{05CBB206-19E1-40D9-A0FB-C41BE6BE8502}" type="sibTrans" cxnId="{FB95325C-B128-4451-BFCF-D5B3593E0C16}">
      <dgm:prSet/>
      <dgm:spPr/>
      <dgm:t>
        <a:bodyPr/>
        <a:lstStyle/>
        <a:p>
          <a:endParaRPr lang="en-US"/>
        </a:p>
      </dgm:t>
    </dgm:pt>
    <dgm:pt modelId="{B47D54AB-B021-4A23-BD8C-8E28AA0A2861}" type="pres">
      <dgm:prSet presAssocID="{2603A871-5D6E-447E-8517-2EC84872C45E}" presName="root" presStyleCnt="0">
        <dgm:presLayoutVars>
          <dgm:dir/>
          <dgm:resizeHandles val="exact"/>
        </dgm:presLayoutVars>
      </dgm:prSet>
      <dgm:spPr/>
    </dgm:pt>
    <dgm:pt modelId="{8C14FD96-CAC2-4B78-A644-A916C51F01D5}" type="pres">
      <dgm:prSet presAssocID="{E8EA1068-E91A-48EC-A20C-5253920D4AA7}" presName="compNode" presStyleCnt="0"/>
      <dgm:spPr/>
    </dgm:pt>
    <dgm:pt modelId="{F2D064C6-63E2-4FB0-8DD0-724E583696AF}" type="pres">
      <dgm:prSet presAssocID="{E8EA1068-E91A-48EC-A20C-5253920D4AA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69A405-0F1B-4C0F-83E3-B0DC6E83FA95}" type="pres">
      <dgm:prSet presAssocID="{E8EA1068-E91A-48EC-A20C-5253920D4AA7}" presName="spaceRect" presStyleCnt="0"/>
      <dgm:spPr/>
    </dgm:pt>
    <dgm:pt modelId="{AD18617B-BF58-4FEC-A3A4-34AF979406E7}" type="pres">
      <dgm:prSet presAssocID="{E8EA1068-E91A-48EC-A20C-5253920D4AA7}" presName="textRect" presStyleLbl="revTx" presStyleIdx="0" presStyleCnt="2">
        <dgm:presLayoutVars>
          <dgm:chMax val="1"/>
          <dgm:chPref val="1"/>
        </dgm:presLayoutVars>
      </dgm:prSet>
      <dgm:spPr/>
    </dgm:pt>
    <dgm:pt modelId="{6A08EE12-2101-48B1-A779-DC4195D79A5D}" type="pres">
      <dgm:prSet presAssocID="{D6DD1574-7CF9-4BFD-B680-8F87108BC46F}" presName="sibTrans" presStyleCnt="0"/>
      <dgm:spPr/>
    </dgm:pt>
    <dgm:pt modelId="{C5DCF7A4-484E-40B8-AB46-4479DCF60618}" type="pres">
      <dgm:prSet presAssocID="{FFAECC97-8C34-4BC3-8915-0856BA0257E0}" presName="compNode" presStyleCnt="0"/>
      <dgm:spPr/>
    </dgm:pt>
    <dgm:pt modelId="{4CFF1CF8-3E5A-4C2C-8B97-55F484B11481}" type="pres">
      <dgm:prSet presAssocID="{FFAECC97-8C34-4BC3-8915-0856BA0257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41A8ED5B-D6C4-42BD-8FE9-A120012D9160}" type="pres">
      <dgm:prSet presAssocID="{FFAECC97-8C34-4BC3-8915-0856BA0257E0}" presName="spaceRect" presStyleCnt="0"/>
      <dgm:spPr/>
    </dgm:pt>
    <dgm:pt modelId="{C33EA16C-7D7A-416E-AE0E-D2263B7EC2C9}" type="pres">
      <dgm:prSet presAssocID="{FFAECC97-8C34-4BC3-8915-0856BA0257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8A89B36-B5F5-4F7A-9A00-0600606428A7}" srcId="{2603A871-5D6E-447E-8517-2EC84872C45E}" destId="{E8EA1068-E91A-48EC-A20C-5253920D4AA7}" srcOrd="0" destOrd="0" parTransId="{2E7E493B-B210-4936-BD5D-BBD9929F8EAD}" sibTransId="{D6DD1574-7CF9-4BFD-B680-8F87108BC46F}"/>
    <dgm:cxn modelId="{FB95325C-B128-4451-BFCF-D5B3593E0C16}" srcId="{2603A871-5D6E-447E-8517-2EC84872C45E}" destId="{FFAECC97-8C34-4BC3-8915-0856BA0257E0}" srcOrd="1" destOrd="0" parTransId="{519E4928-E8F4-48E0-8C8A-5C522797E6F2}" sibTransId="{05CBB206-19E1-40D9-A0FB-C41BE6BE8502}"/>
    <dgm:cxn modelId="{F97AA55A-0BD7-4E70-A7CE-E97C7DD1C302}" type="presOf" srcId="{E8EA1068-E91A-48EC-A20C-5253920D4AA7}" destId="{AD18617B-BF58-4FEC-A3A4-34AF979406E7}" srcOrd="0" destOrd="0" presId="urn:microsoft.com/office/officeart/2018/2/layout/IconLabelList"/>
    <dgm:cxn modelId="{1FEB1B97-4E51-49C0-967E-E1605A97763B}" type="presOf" srcId="{2603A871-5D6E-447E-8517-2EC84872C45E}" destId="{B47D54AB-B021-4A23-BD8C-8E28AA0A2861}" srcOrd="0" destOrd="0" presId="urn:microsoft.com/office/officeart/2018/2/layout/IconLabelList"/>
    <dgm:cxn modelId="{B75DCFE7-37DE-491C-B4BD-482BDD7A6EE4}" type="presOf" srcId="{FFAECC97-8C34-4BC3-8915-0856BA0257E0}" destId="{C33EA16C-7D7A-416E-AE0E-D2263B7EC2C9}" srcOrd="0" destOrd="0" presId="urn:microsoft.com/office/officeart/2018/2/layout/IconLabelList"/>
    <dgm:cxn modelId="{DF7ECCA9-D6A7-46BE-B8A3-54314FB91D4E}" type="presParOf" srcId="{B47D54AB-B021-4A23-BD8C-8E28AA0A2861}" destId="{8C14FD96-CAC2-4B78-A644-A916C51F01D5}" srcOrd="0" destOrd="0" presId="urn:microsoft.com/office/officeart/2018/2/layout/IconLabelList"/>
    <dgm:cxn modelId="{EB559D0C-6D57-4752-B706-059ABBEE4B4B}" type="presParOf" srcId="{8C14FD96-CAC2-4B78-A644-A916C51F01D5}" destId="{F2D064C6-63E2-4FB0-8DD0-724E583696AF}" srcOrd="0" destOrd="0" presId="urn:microsoft.com/office/officeart/2018/2/layout/IconLabelList"/>
    <dgm:cxn modelId="{ED77A802-ECEA-4177-9305-F0E7CE9EE855}" type="presParOf" srcId="{8C14FD96-CAC2-4B78-A644-A916C51F01D5}" destId="{A469A405-0F1B-4C0F-83E3-B0DC6E83FA95}" srcOrd="1" destOrd="0" presId="urn:microsoft.com/office/officeart/2018/2/layout/IconLabelList"/>
    <dgm:cxn modelId="{F74C121D-F566-4421-90E4-9F3BB0571494}" type="presParOf" srcId="{8C14FD96-CAC2-4B78-A644-A916C51F01D5}" destId="{AD18617B-BF58-4FEC-A3A4-34AF979406E7}" srcOrd="2" destOrd="0" presId="urn:microsoft.com/office/officeart/2018/2/layout/IconLabelList"/>
    <dgm:cxn modelId="{B509E6AE-2D31-4D11-8393-6CD29D04A983}" type="presParOf" srcId="{B47D54AB-B021-4A23-BD8C-8E28AA0A2861}" destId="{6A08EE12-2101-48B1-A779-DC4195D79A5D}" srcOrd="1" destOrd="0" presId="urn:microsoft.com/office/officeart/2018/2/layout/IconLabelList"/>
    <dgm:cxn modelId="{615F1602-75E2-40CA-BA44-8171A52434B9}" type="presParOf" srcId="{B47D54AB-B021-4A23-BD8C-8E28AA0A2861}" destId="{C5DCF7A4-484E-40B8-AB46-4479DCF60618}" srcOrd="2" destOrd="0" presId="urn:microsoft.com/office/officeart/2018/2/layout/IconLabelList"/>
    <dgm:cxn modelId="{FFBA7EDF-301F-4103-8229-698792E948C6}" type="presParOf" srcId="{C5DCF7A4-484E-40B8-AB46-4479DCF60618}" destId="{4CFF1CF8-3E5A-4C2C-8B97-55F484B11481}" srcOrd="0" destOrd="0" presId="urn:microsoft.com/office/officeart/2018/2/layout/IconLabelList"/>
    <dgm:cxn modelId="{00B23D29-37B0-4873-8651-D864C488EFC4}" type="presParOf" srcId="{C5DCF7A4-484E-40B8-AB46-4479DCF60618}" destId="{41A8ED5B-D6C4-42BD-8FE9-A120012D9160}" srcOrd="1" destOrd="0" presId="urn:microsoft.com/office/officeart/2018/2/layout/IconLabelList"/>
    <dgm:cxn modelId="{746233F4-FC26-46CD-AB68-2A126CCE6B26}" type="presParOf" srcId="{C5DCF7A4-484E-40B8-AB46-4479DCF60618}" destId="{C33EA16C-7D7A-416E-AE0E-D2263B7EC2C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F16E5-0AB0-4A73-ACE0-0B9B4A5D64CE}">
      <dsp:nvSpPr>
        <dsp:cNvPr id="0" name=""/>
        <dsp:cNvSpPr/>
      </dsp:nvSpPr>
      <dsp:spPr>
        <a:xfrm>
          <a:off x="0" y="512"/>
          <a:ext cx="8777329" cy="12001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585AB-6627-45B6-A505-BAAD1D331D07}">
      <dsp:nvSpPr>
        <dsp:cNvPr id="0" name=""/>
        <dsp:cNvSpPr/>
      </dsp:nvSpPr>
      <dsp:spPr>
        <a:xfrm>
          <a:off x="363039" y="270542"/>
          <a:ext cx="660071" cy="6600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81880-156F-4095-8F71-8947E74A454C}">
      <dsp:nvSpPr>
        <dsp:cNvPr id="0" name=""/>
        <dsp:cNvSpPr/>
      </dsp:nvSpPr>
      <dsp:spPr>
        <a:xfrm>
          <a:off x="1386149" y="512"/>
          <a:ext cx="7391179" cy="1200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14" tIns="127014" rIns="127014" bIns="1270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Requirements Analysis Document</a:t>
          </a:r>
          <a:endParaRPr lang="en-US" sz="2500" kern="1200"/>
        </a:p>
      </dsp:txBody>
      <dsp:txXfrm>
        <a:off x="1386149" y="512"/>
        <a:ext cx="7391179" cy="1200129"/>
      </dsp:txXfrm>
    </dsp:sp>
    <dsp:sp modelId="{9F685C4A-C895-41AD-87FA-C9D8BFCA8B0A}">
      <dsp:nvSpPr>
        <dsp:cNvPr id="0" name=""/>
        <dsp:cNvSpPr/>
      </dsp:nvSpPr>
      <dsp:spPr>
        <a:xfrm>
          <a:off x="0" y="1500674"/>
          <a:ext cx="8777329" cy="12001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264A1-600A-4D8D-B9F4-0100F56C2D34}">
      <dsp:nvSpPr>
        <dsp:cNvPr id="0" name=""/>
        <dsp:cNvSpPr/>
      </dsp:nvSpPr>
      <dsp:spPr>
        <a:xfrm>
          <a:off x="363039" y="1770703"/>
          <a:ext cx="660071" cy="6600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DC561-9466-4C86-84F4-96CFFBBB7B3B}">
      <dsp:nvSpPr>
        <dsp:cNvPr id="0" name=""/>
        <dsp:cNvSpPr/>
      </dsp:nvSpPr>
      <dsp:spPr>
        <a:xfrm>
          <a:off x="1386149" y="1500674"/>
          <a:ext cx="7391179" cy="1200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14" tIns="127014" rIns="127014" bIns="12701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Environment Setup</a:t>
          </a:r>
          <a:endParaRPr lang="en-US" sz="2500" kern="1200"/>
        </a:p>
      </dsp:txBody>
      <dsp:txXfrm>
        <a:off x="1386149" y="1500674"/>
        <a:ext cx="7391179" cy="1200129"/>
      </dsp:txXfrm>
    </dsp:sp>
    <dsp:sp modelId="{64B72F2E-60AA-4467-9C3D-A3B01C7FA398}">
      <dsp:nvSpPr>
        <dsp:cNvPr id="0" name=""/>
        <dsp:cNvSpPr/>
      </dsp:nvSpPr>
      <dsp:spPr>
        <a:xfrm>
          <a:off x="0" y="3000836"/>
          <a:ext cx="8777329" cy="120012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7BA0A-F056-454E-8F65-72A61A4D953D}">
      <dsp:nvSpPr>
        <dsp:cNvPr id="0" name=""/>
        <dsp:cNvSpPr/>
      </dsp:nvSpPr>
      <dsp:spPr>
        <a:xfrm>
          <a:off x="363039" y="3270865"/>
          <a:ext cx="660071" cy="660071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91ECC-E855-4E3E-9B02-01D94DEFFF86}">
      <dsp:nvSpPr>
        <dsp:cNvPr id="0" name=""/>
        <dsp:cNvSpPr/>
      </dsp:nvSpPr>
      <dsp:spPr>
        <a:xfrm>
          <a:off x="1386149" y="3000836"/>
          <a:ext cx="7391179" cy="1200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14" tIns="127014" rIns="127014" bIns="127014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entury Schoolbook" panose="02040604050505020304"/>
            </a:rPr>
            <a:t>Started Data Analysis</a:t>
          </a:r>
        </a:p>
      </dsp:txBody>
      <dsp:txXfrm>
        <a:off x="1386149" y="3000836"/>
        <a:ext cx="7391179" cy="12001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D064C6-63E2-4FB0-8DD0-724E583696AF}">
      <dsp:nvSpPr>
        <dsp:cNvPr id="0" name=""/>
        <dsp:cNvSpPr/>
      </dsp:nvSpPr>
      <dsp:spPr>
        <a:xfrm>
          <a:off x="1419095" y="533636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8617B-BF58-4FEC-A3A4-34AF979406E7}">
      <dsp:nvSpPr>
        <dsp:cNvPr id="0" name=""/>
        <dsp:cNvSpPr/>
      </dsp:nvSpPr>
      <dsp:spPr>
        <a:xfrm>
          <a:off x="231095" y="294784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RAD is completed</a:t>
          </a:r>
          <a:endParaRPr lang="en-US" sz="2600" kern="1200"/>
        </a:p>
      </dsp:txBody>
      <dsp:txXfrm>
        <a:off x="231095" y="2947841"/>
        <a:ext cx="4320000" cy="720000"/>
      </dsp:txXfrm>
    </dsp:sp>
    <dsp:sp modelId="{4CFF1CF8-3E5A-4C2C-8B97-55F484B11481}">
      <dsp:nvSpPr>
        <dsp:cNvPr id="0" name=""/>
        <dsp:cNvSpPr/>
      </dsp:nvSpPr>
      <dsp:spPr>
        <a:xfrm>
          <a:off x="6495095" y="533636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EA16C-7D7A-416E-AE0E-D2263B7EC2C9}">
      <dsp:nvSpPr>
        <dsp:cNvPr id="0" name=""/>
        <dsp:cNvSpPr/>
      </dsp:nvSpPr>
      <dsp:spPr>
        <a:xfrm>
          <a:off x="5307095" y="294784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/>
            <a:t>Team will iterate based on feedback</a:t>
          </a:r>
          <a:endParaRPr lang="en-US" sz="2600" kern="1200"/>
        </a:p>
      </dsp:txBody>
      <dsp:txXfrm>
        <a:off x="5307095" y="294784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58324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2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817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6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85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91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9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67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9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laptrinhcanban.com/en/python/nhap-mon-lap-trinh-python/gioi-thieu-python/python-la-gi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hyperlink" Target="https://crowintelligence.org/2021/04/30/getting-started-with-jupyter-is-freely-available-on-manning-liveproject/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dirty="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 dirty="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 dirty="0">
                <a:latin typeface="Century Schoolbook"/>
              </a:rPr>
            </a:br>
            <a:r>
              <a:rPr lang="en-US" sz="4400" dirty="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 dirty="0">
                <a:latin typeface="Century Schoolbook"/>
              </a:rPr>
            </a:br>
            <a:r>
              <a:rPr lang="en-US" sz="4400" dirty="0">
                <a:solidFill>
                  <a:srgbClr val="FFFFFF"/>
                </a:solidFill>
                <a:latin typeface="Century Schoolbook"/>
              </a:rPr>
              <a:t>Weekly Meeting 1/31/2025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9172718"/>
              </p:ext>
            </p:extLst>
          </p:nvPr>
        </p:nvGraphicFramePr>
        <p:xfrm>
          <a:off x="1262063" y="2013054"/>
          <a:ext cx="8777329" cy="4201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37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AC3B9-2A52-B51A-D8EE-90A85703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en-US"/>
              <a:t>Requirements Analysis Document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C0CC16-9845-781F-71F4-5C6A22DC8F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761750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5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2BED-CFEB-3D90-3353-40B368C3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/>
              <a:t>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B5E0-025A-FE21-1DBB-D91A0EB1D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4401509" cy="42465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Team has created environment</a:t>
            </a:r>
          </a:p>
          <a:p>
            <a:r>
              <a:rPr lang="en-US"/>
              <a:t>Will start working with the dataset next week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52D37-9279-05AF-1AE2-C0559A897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169" y="692727"/>
            <a:ext cx="3028950" cy="1504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09B94-420E-2192-F30B-02097EEB0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364" y="3541138"/>
            <a:ext cx="2857500" cy="1600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CBAA89A-63B6-A72F-E1AF-F20EB2E2F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459801" y="3424388"/>
            <a:ext cx="1998392" cy="232244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5D8CA49-1049-14AB-9870-104A17CE9D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050607" y="2629011"/>
            <a:ext cx="2319130" cy="181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3090-2FBA-6EC8-1BB6-90B55E08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Started Data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397457-2183-C75E-724D-AC1C8D54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767" y="1691217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25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bar chart&#10;&#10;AI-generated content may be incorrect.">
            <a:extLst>
              <a:ext uri="{FF2B5EF4-FFF2-40B4-BE49-F238E27FC236}">
                <a16:creationId xmlns:a16="http://schemas.microsoft.com/office/drawing/2014/main" id="{034829DB-67AE-62FA-BFF3-26DECA6FB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047750"/>
            <a:ext cx="9525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1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269976F9-535A-22A8-87DE-1DBF25132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96" y="728086"/>
            <a:ext cx="108204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View</vt:lpstr>
      <vt:lpstr>Intuilize – Cluster Commanders Customer Segmentation &amp; Prediction  Weekly Meeting 1/31/2025</vt:lpstr>
      <vt:lpstr>Agenda</vt:lpstr>
      <vt:lpstr>Requirements Analysis Document</vt:lpstr>
      <vt:lpstr>Environment Setup</vt:lpstr>
      <vt:lpstr>Started Data Analysis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34</cp:revision>
  <dcterms:created xsi:type="dcterms:W3CDTF">2025-01-29T16:03:38Z</dcterms:created>
  <dcterms:modified xsi:type="dcterms:W3CDTF">2025-01-31T17:25:08Z</dcterms:modified>
</cp:coreProperties>
</file>