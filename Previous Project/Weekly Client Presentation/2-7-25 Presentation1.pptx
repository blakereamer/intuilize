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E0B2B-CDF1-5CF0-2BAC-C15CFFEBF35D}" v="1" dt="2025-02-07T17:25:48.947"/>
    <p1510:client id="{64DE4367-A797-4ABA-A3F4-02828E549094}" v="88" dt="2025-02-07T17:31:22.130"/>
    <p1510:client id="{E9424A89-55B3-1B4E-BC0C-948A956B9B68}" v="6" dt="2025-02-07T17:25:33.252"/>
    <p1510:client id="{F6758A29-27DB-7BFA-C0E2-24F3ACE4F5E7}" v="334" dt="2025-02-07T17:05:21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F6758A29-27DB-7BFA-C0E2-24F3ACE4F5E7}"/>
    <pc:docChg chg="modSld">
      <pc:chgData name="" userId="" providerId="" clId="Web-{F6758A29-27DB-7BFA-C0E2-24F3ACE4F5E7}" dt="2025-02-07T16:03:21.083" v="3" actId="20577"/>
      <pc:docMkLst>
        <pc:docMk/>
      </pc:docMkLst>
      <pc:sldChg chg="modSp">
        <pc:chgData name="" userId="" providerId="" clId="Web-{F6758A29-27DB-7BFA-C0E2-24F3ACE4F5E7}" dt="2025-02-07T16:03:21.083" v="3" actId="20577"/>
        <pc:sldMkLst>
          <pc:docMk/>
          <pc:sldMk cId="109857222" sldId="256"/>
        </pc:sldMkLst>
        <pc:spChg chg="mod">
          <ac:chgData name="" userId="" providerId="" clId="Web-{F6758A29-27DB-7BFA-C0E2-24F3ACE4F5E7}" dt="2025-02-07T16:03:21.083" v="3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julberg, Andrew S" userId="S::hi6397ef@go.minnstate.edu::55255bf8-79f2-42d3-80cc-139b63d0776c" providerId="AD" clId="Web-{B56526B8-49A6-2ABE-AF25-8F3483FEE248}"/>
    <pc:docChg chg="addSld delSld modSld sldOrd">
      <pc:chgData name="Hjulberg, Andrew S" userId="S::hi6397ef@go.minnstate.edu::55255bf8-79f2-42d3-80cc-139b63d0776c" providerId="AD" clId="Web-{B56526B8-49A6-2ABE-AF25-8F3483FEE248}" dt="2025-01-31T17:24:57.951" v="67" actId="20577"/>
      <pc:docMkLst>
        <pc:docMk/>
      </pc:docMkLst>
      <pc:sldChg chg="modSp">
        <pc:chgData name="Hjulberg, Andrew S" userId="S::hi6397ef@go.minnstate.edu::55255bf8-79f2-42d3-80cc-139b63d0776c" providerId="AD" clId="Web-{B56526B8-49A6-2ABE-AF25-8F3483FEE248}" dt="2025-01-31T17:24:57.951" v="67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B56526B8-49A6-2ABE-AF25-8F3483FEE248}" dt="2025-01-31T17:24:57.951" v="67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Hjulberg, Andrew S" userId="S::hi6397ef@go.minnstate.edu::55255bf8-79f2-42d3-80cc-139b63d0776c" providerId="AD" clId="Web-{B56526B8-49A6-2ABE-AF25-8F3483FEE248}" dt="2025-01-31T17:10:48.663" v="43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B56526B8-49A6-2ABE-AF25-8F3483FEE248}" dt="2025-01-31T17:10:48.663" v="43"/>
          <ac:spMkLst>
            <pc:docMk/>
            <pc:sldMk cId="886379872" sldId="257"/>
            <ac:spMk id="2" creationId="{95BB7F4E-CEB3-1DC9-D910-560961EB30AF}"/>
          </ac:spMkLst>
        </pc:spChg>
        <pc:graphicFrameChg chg="mod modGraphic">
          <ac:chgData name="Hjulberg, Andrew S" userId="S::hi6397ef@go.minnstate.edu::55255bf8-79f2-42d3-80cc-139b63d0776c" providerId="AD" clId="Web-{B56526B8-49A6-2ABE-AF25-8F3483FEE248}" dt="2025-01-31T17:10:48.663" v="43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new">
        <pc:chgData name="Hjulberg, Andrew S" userId="S::hi6397ef@go.minnstate.edu::55255bf8-79f2-42d3-80cc-139b63d0776c" providerId="AD" clId="Web-{B56526B8-49A6-2ABE-AF25-8F3483FEE248}" dt="2025-01-31T17:14:05.505" v="63" actId="1076"/>
        <pc:sldMkLst>
          <pc:docMk/>
          <pc:sldMk cId="2651625976" sldId="261"/>
        </pc:sldMkLst>
        <pc:spChg chg="mod">
          <ac:chgData name="Hjulberg, Andrew S" userId="S::hi6397ef@go.minnstate.edu::55255bf8-79f2-42d3-80cc-139b63d0776c" providerId="AD" clId="Web-{B56526B8-49A6-2ABE-AF25-8F3483FEE248}" dt="2025-01-31T17:08:45.617" v="16" actId="20577"/>
          <ac:spMkLst>
            <pc:docMk/>
            <pc:sldMk cId="2651625976" sldId="261"/>
            <ac:spMk id="2" creationId="{22D63090-2FBA-6EC8-1BB6-90B55E082E71}"/>
          </ac:spMkLst>
        </pc:spChg>
        <pc:picChg chg="add mod">
          <ac:chgData name="Hjulberg, Andrew S" userId="S::hi6397ef@go.minnstate.edu::55255bf8-79f2-42d3-80cc-139b63d0776c" providerId="AD" clId="Web-{B56526B8-49A6-2ABE-AF25-8F3483FEE248}" dt="2025-01-31T17:14:05.505" v="63" actId="1076"/>
          <ac:picMkLst>
            <pc:docMk/>
            <pc:sldMk cId="2651625976" sldId="261"/>
            <ac:picMk id="8" creationId="{AD397457-2183-C75E-724D-AC1C8D541D46}"/>
          </ac:picMkLst>
        </pc:picChg>
      </pc:sldChg>
      <pc:sldChg chg="addSp modSp new">
        <pc:chgData name="Hjulberg, Andrew S" userId="S::hi6397ef@go.minnstate.edu::55255bf8-79f2-42d3-80cc-139b63d0776c" providerId="AD" clId="Web-{B56526B8-49A6-2ABE-AF25-8F3483FEE248}" dt="2025-01-31T17:13:02.052" v="58" actId="1076"/>
        <pc:sldMkLst>
          <pc:docMk/>
          <pc:sldMk cId="234107635" sldId="262"/>
        </pc:sldMkLst>
        <pc:picChg chg="add mod">
          <ac:chgData name="Hjulberg, Andrew S" userId="S::hi6397ef@go.minnstate.edu::55255bf8-79f2-42d3-80cc-139b63d0776c" providerId="AD" clId="Web-{B56526B8-49A6-2ABE-AF25-8F3483FEE248}" dt="2025-01-31T17:13:02.052" v="58" actId="1076"/>
          <ac:picMkLst>
            <pc:docMk/>
            <pc:sldMk cId="234107635" sldId="262"/>
            <ac:picMk id="3" creationId="{269976F9-535A-22A8-87DE-1DBF2513226F}"/>
          </ac:picMkLst>
        </pc:picChg>
      </pc:sldChg>
      <pc:sldChg chg="new del">
        <pc:chgData name="Hjulberg, Andrew S" userId="S::hi6397ef@go.minnstate.edu::55255bf8-79f2-42d3-80cc-139b63d0776c" providerId="AD" clId="Web-{B56526B8-49A6-2ABE-AF25-8F3483FEE248}" dt="2025-01-31T17:12:27.990" v="51"/>
        <pc:sldMkLst>
          <pc:docMk/>
          <pc:sldMk cId="1119274814" sldId="262"/>
        </pc:sldMkLst>
      </pc:sldChg>
      <pc:sldChg chg="addSp modSp new ord">
        <pc:chgData name="Hjulberg, Andrew S" userId="S::hi6397ef@go.minnstate.edu::55255bf8-79f2-42d3-80cc-139b63d0776c" providerId="AD" clId="Web-{B56526B8-49A6-2ABE-AF25-8F3483FEE248}" dt="2025-01-31T17:14:46.410" v="66"/>
        <pc:sldMkLst>
          <pc:docMk/>
          <pc:sldMk cId="370031153" sldId="263"/>
        </pc:sldMkLst>
        <pc:picChg chg="add mod">
          <ac:chgData name="Hjulberg, Andrew S" userId="S::hi6397ef@go.minnstate.edu::55255bf8-79f2-42d3-80cc-139b63d0776c" providerId="AD" clId="Web-{B56526B8-49A6-2ABE-AF25-8F3483FEE248}" dt="2025-01-31T17:14:24.879" v="65"/>
          <ac:picMkLst>
            <pc:docMk/>
            <pc:sldMk cId="370031153" sldId="263"/>
            <ac:picMk id="2" creationId="{034829DB-67AE-62FA-BFF3-26DECA6FB93A}"/>
          </ac:picMkLst>
        </pc:picChg>
      </pc:sldChg>
      <pc:sldChg chg="add del">
        <pc:chgData name="Hjulberg, Andrew S" userId="S::hi6397ef@go.minnstate.edu::55255bf8-79f2-42d3-80cc-139b63d0776c" providerId="AD" clId="Web-{B56526B8-49A6-2ABE-AF25-8F3483FEE248}" dt="2025-01-31T17:12:43.427" v="54"/>
        <pc:sldMkLst>
          <pc:docMk/>
          <pc:sldMk cId="1119274814" sldId="263"/>
        </pc:sldMkLst>
      </pc:sldChg>
    </pc:docChg>
  </pc:docChgLst>
  <pc:docChgLst>
    <pc:chgData name="Wilkins, Graham C" userId="S::bh5884is@go.minnstate.edu::d858373d-d4a5-4d5a-af0d-fcf67a33b3d5" providerId="AD" clId="Web-{50C95217-FC12-442B-2C45-254EB02C13B0}"/>
    <pc:docChg chg="addSld modSld addMainMaster delMainMaster">
      <pc:chgData name="Wilkins, Graham C" userId="S::bh5884is@go.minnstate.edu::d858373d-d4a5-4d5a-af0d-fcf67a33b3d5" providerId="AD" clId="Web-{50C95217-FC12-442B-2C45-254EB02C13B0}" dt="2025-01-29T17:03:16.037" v="34" actId="20577"/>
      <pc:docMkLst>
        <pc:docMk/>
      </pc:docMkLst>
      <pc:sldChg chg="modSp mod modClrScheme chgLayout">
        <pc:chgData name="Wilkins, Graham C" userId="S::bh5884is@go.minnstate.edu::d858373d-d4a5-4d5a-af0d-fcf67a33b3d5" providerId="AD" clId="Web-{50C95217-FC12-442B-2C45-254EB02C13B0}" dt="2025-01-29T16:07:51.287" v="14" actId="20577"/>
        <pc:sldMkLst>
          <pc:docMk/>
          <pc:sldMk cId="109857222" sldId="256"/>
        </pc:sldMkLst>
        <pc:spChg chg="mod ord">
          <ac:chgData name="Wilkins, Graham C" userId="S::bh5884is@go.minnstate.edu::d858373d-d4a5-4d5a-af0d-fcf67a33b3d5" providerId="AD" clId="Web-{50C95217-FC12-442B-2C45-254EB02C13B0}" dt="2025-01-29T16:07:16.145" v="11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Wilkins, Graham C" userId="S::bh5884is@go.minnstate.edu::d858373d-d4a5-4d5a-af0d-fcf67a33b3d5" providerId="AD" clId="Web-{50C95217-FC12-442B-2C45-254EB02C13B0}" dt="2025-01-29T16:07:51.287" v="1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Wilkins, Graham C" userId="S::bh5884is@go.minnstate.edu::d858373d-d4a5-4d5a-af0d-fcf67a33b3d5" providerId="AD" clId="Web-{50C95217-FC12-442B-2C45-254EB02C13B0}" dt="2025-01-29T17:03:16.037" v="34" actId="20577"/>
        <pc:sldMkLst>
          <pc:docMk/>
          <pc:sldMk cId="886379872" sldId="257"/>
        </pc:sldMkLst>
        <pc:spChg chg="mod">
          <ac:chgData name="Wilkins, Graham C" userId="S::bh5884is@go.minnstate.edu::d858373d-d4a5-4d5a-af0d-fcf67a33b3d5" providerId="AD" clId="Web-{50C95217-FC12-442B-2C45-254EB02C13B0}" dt="2025-01-29T16:09:41.713" v="16" actId="20577"/>
          <ac:spMkLst>
            <pc:docMk/>
            <pc:sldMk cId="886379872" sldId="257"/>
            <ac:spMk id="2" creationId="{95BB7F4E-CEB3-1DC9-D910-560961EB30AF}"/>
          </ac:spMkLst>
        </pc:spChg>
      </pc:sldChg>
      <pc:sldMasterChg chg="del delSldLayout">
        <pc:chgData name="Wilkins, Graham C" userId="S::bh5884is@go.minnstate.edu::d858373d-d4a5-4d5a-af0d-fcf67a33b3d5" providerId="AD" clId="Web-{50C95217-FC12-442B-2C45-254EB02C13B0}" dt="2025-01-29T16:04:17.733" v="0"/>
        <pc:sldMasterMkLst>
          <pc:docMk/>
          <pc:sldMasterMk cId="2460954070" sldId="2147483660"/>
        </pc:sldMasterMkLst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Wilkins, Graham C" userId="S::bh5884is@go.minnstate.edu::d858373d-d4a5-4d5a-af0d-fcf67a33b3d5" providerId="AD" clId="Web-{50C95217-FC12-442B-2C45-254EB02C13B0}" dt="2025-01-29T16:04:40.061" v="1"/>
        <pc:sldMasterMkLst>
          <pc:docMk/>
          <pc:sldMasterMk cId="2489844609" sldId="2147483672"/>
        </pc:sldMasterMkLst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4032230286" sldId="2147483673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280410120" sldId="2147483674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520094730" sldId="2147483675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594088321" sldId="2147483676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62641643" sldId="2147483677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764797116" sldId="2147483678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411741631" sldId="2147483679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108920962" sldId="2147483680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29808357" sldId="2147483681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58998558" sldId="2147483682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923947748" sldId="2147483683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514809791" sldId="2147483684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698903175" sldId="2147483685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163379005" sldId="2147483686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889053164" sldId="2147483687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863422909" sldId="2147483688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870622324" sldId="2147483689"/>
          </pc:sldLayoutMkLst>
        </pc:sldLayoutChg>
      </pc:sldMasterChg>
      <pc:sldMasterChg chg="add addSldLayout modSldLayout">
        <pc:chgData name="Wilkins, Graham C" userId="S::bh5884is@go.minnstate.edu::d858373d-d4a5-4d5a-af0d-fcf67a33b3d5" providerId="AD" clId="Web-{50C95217-FC12-442B-2C45-254EB02C13B0}" dt="2025-01-29T16:04:40.061" v="1"/>
        <pc:sldMasterMkLst>
          <pc:docMk/>
          <pc:sldMasterMk cId="3598093863" sldId="2147483690"/>
        </pc:sldMasterMkLst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558324747" sldId="2147483691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4203329811" sldId="2147483692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718178631" sldId="2147483693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000962637" sldId="2147483694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29183584" sldId="2147483695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679854217" sldId="2147483696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43581592" sldId="2147483697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553913335" sldId="2147483698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287595467" sldId="2147483699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693767085" sldId="2147483700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395913690" sldId="2147483701"/>
          </pc:sldLayoutMkLst>
        </pc:sldLayoutChg>
      </pc:sldMasterChg>
    </pc:docChg>
  </pc:docChgLst>
  <pc:docChgLst>
    <pc:chgData name="Hjulberg, Andrew S" userId="S::hi6397ef@go.minnstate.edu::55255bf8-79f2-42d3-80cc-139b63d0776c" providerId="AD" clId="Web-{8E59BE35-18D3-6DD4-A6D7-3B743178E141}"/>
    <pc:docChg chg="addSld modSld">
      <pc:chgData name="Hjulberg, Andrew S" userId="S::hi6397ef@go.minnstate.edu::55255bf8-79f2-42d3-80cc-139b63d0776c" providerId="AD" clId="Web-{8E59BE35-18D3-6DD4-A6D7-3B743178E141}" dt="2025-01-29T20:57:36.594" v="190" actId="20577"/>
      <pc:docMkLst>
        <pc:docMk/>
      </pc:docMkLst>
      <pc:sldChg chg="modSp new">
        <pc:chgData name="Hjulberg, Andrew S" userId="S::hi6397ef@go.minnstate.edu::55255bf8-79f2-42d3-80cc-139b63d0776c" providerId="AD" clId="Web-{8E59BE35-18D3-6DD4-A6D7-3B743178E141}" dt="2025-01-29T20:56:30.092" v="82" actId="20577"/>
        <pc:sldMkLst>
          <pc:docMk/>
          <pc:sldMk cId="38658698" sldId="258"/>
        </pc:sldMkLst>
        <pc:spChg chg="mod">
          <ac:chgData name="Hjulberg, Andrew S" userId="S::hi6397ef@go.minnstate.edu::55255bf8-79f2-42d3-80cc-139b63d0776c" providerId="AD" clId="Web-{8E59BE35-18D3-6DD4-A6D7-3B743178E141}" dt="2025-01-29T20:54:34.213" v="22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modSp new">
        <pc:chgData name="Hjulberg, Andrew S" userId="S::hi6397ef@go.minnstate.edu::55255bf8-79f2-42d3-80cc-139b63d0776c" providerId="AD" clId="Web-{8E59BE35-18D3-6DD4-A6D7-3B743178E141}" dt="2025-01-29T20:57:36.594" v="190" actId="20577"/>
        <pc:sldMkLst>
          <pc:docMk/>
          <pc:sldMk cId="259345366" sldId="259"/>
        </pc:sldMkLst>
        <pc:spChg chg="mod">
          <ac:chgData name="Hjulberg, Andrew S" userId="S::hi6397ef@go.minnstate.edu::55255bf8-79f2-42d3-80cc-139b63d0776c" providerId="AD" clId="Web-{8E59BE35-18D3-6DD4-A6D7-3B743178E141}" dt="2025-01-29T20:56:45.858" v="87" actId="20577"/>
          <ac:spMkLst>
            <pc:docMk/>
            <pc:sldMk cId="259345366" sldId="259"/>
            <ac:spMk id="2" creationId="{F8292BED-CFEB-3D90-3353-40B368C3459D}"/>
          </ac:spMkLst>
        </pc:spChg>
        <pc:spChg chg="mod">
          <ac:chgData name="Hjulberg, Andrew S" userId="S::hi6397ef@go.minnstate.edu::55255bf8-79f2-42d3-80cc-139b63d0776c" providerId="AD" clId="Web-{8E59BE35-18D3-6DD4-A6D7-3B743178E141}" dt="2025-01-29T20:57:36.594" v="190" actId="20577"/>
          <ac:spMkLst>
            <pc:docMk/>
            <pc:sldMk cId="259345366" sldId="259"/>
            <ac:spMk id="3" creationId="{C224B5E0-025A-FE21-1DBB-D91A0EB1DFED}"/>
          </ac:spMkLst>
        </pc:spChg>
      </pc:sldChg>
    </pc:docChg>
  </pc:docChgLst>
  <pc:docChgLst>
    <pc:chgData name="Lakku, Sai Keertana R" userId="S::kb7924tj@go.minnstate.edu::aa713373-d62e-42be-a5fb-296135668942" providerId="AD" clId="Web-{622A7975-C4CD-CD13-2374-8DCDA4E31454}"/>
    <pc:docChg chg="modSld">
      <pc:chgData name="Lakku, Sai Keertana R" userId="S::kb7924tj@go.minnstate.edu::aa713373-d62e-42be-a5fb-296135668942" providerId="AD" clId="Web-{622A7975-C4CD-CD13-2374-8DCDA4E31454}" dt="2025-01-30T20:06:07.481" v="15" actId="1076"/>
      <pc:docMkLst>
        <pc:docMk/>
      </pc:docMkLst>
      <pc:sldChg chg="modSp">
        <pc:chgData name="Lakku, Sai Keertana R" userId="S::kb7924tj@go.minnstate.edu::aa713373-d62e-42be-a5fb-296135668942" providerId="AD" clId="Web-{622A7975-C4CD-CD13-2374-8DCDA4E31454}" dt="2025-01-30T20:06:07.481" v="15" actId="1076"/>
        <pc:sldMkLst>
          <pc:docMk/>
          <pc:sldMk cId="259345366" sldId="259"/>
        </pc:sldMkLst>
        <pc:picChg chg="mod">
          <ac:chgData name="Lakku, Sai Keertana R" userId="S::kb7924tj@go.minnstate.edu::aa713373-d62e-42be-a5fb-296135668942" providerId="AD" clId="Web-{622A7975-C4CD-CD13-2374-8DCDA4E31454}" dt="2025-01-30T20:06:07.481" v="15" actId="1076"/>
          <ac:picMkLst>
            <pc:docMk/>
            <pc:sldMk cId="259345366" sldId="259"/>
            <ac:picMk id="9" creationId="{FB809B94-420E-2192-F30B-02097EEB0A04}"/>
          </ac:picMkLst>
        </pc:picChg>
        <pc:picChg chg="mod">
          <ac:chgData name="Lakku, Sai Keertana R" userId="S::kb7924tj@go.minnstate.edu::aa713373-d62e-42be-a5fb-296135668942" providerId="AD" clId="Web-{622A7975-C4CD-CD13-2374-8DCDA4E31454}" dt="2025-01-30T20:05:54.356" v="12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Srinivasa Reddy, Shashank reddy" userId="S::qn1833ep@go.minnstate.edu::5f8d5532-cbd8-40c0-aa18-97830f20e260" providerId="AD" clId="Web-{E9424A89-55B3-1B4E-BC0C-948A956B9B68}"/>
    <pc:docChg chg="modSld">
      <pc:chgData name="Srinivasa Reddy, Shashank reddy" userId="S::qn1833ep@go.minnstate.edu::5f8d5532-cbd8-40c0-aa18-97830f20e260" providerId="AD" clId="Web-{E9424A89-55B3-1B4E-BC0C-948A956B9B68}" dt="2025-02-07T17:25:36.111" v="5"/>
      <pc:docMkLst>
        <pc:docMk/>
      </pc:docMkLst>
      <pc:sldChg chg="addSp modSp mod setBg">
        <pc:chgData name="Srinivasa Reddy, Shashank reddy" userId="S::qn1833ep@go.minnstate.edu::5f8d5532-cbd8-40c0-aa18-97830f20e260" providerId="AD" clId="Web-{E9424A89-55B3-1B4E-BC0C-948A956B9B68}" dt="2025-02-07T16:43:12.892" v="1"/>
        <pc:sldMkLst>
          <pc:docMk/>
          <pc:sldMk cId="1064468780" sldId="264"/>
        </pc:sldMkLst>
        <pc:spChg chg="add">
          <ac:chgData name="Srinivasa Reddy, Shashank reddy" userId="S::qn1833ep@go.minnstate.edu::5f8d5532-cbd8-40c0-aa18-97830f20e260" providerId="AD" clId="Web-{E9424A89-55B3-1B4E-BC0C-948A956B9B68}" dt="2025-02-07T16:43:12.892" v="1"/>
          <ac:spMkLst>
            <pc:docMk/>
            <pc:sldMk cId="1064468780" sldId="264"/>
            <ac:spMk id="7" creationId="{CD0FF873-0D97-4AE7-A97E-539910376DCF}"/>
          </ac:spMkLst>
        </pc:spChg>
        <pc:picChg chg="add mod">
          <ac:chgData name="Srinivasa Reddy, Shashank reddy" userId="S::qn1833ep@go.minnstate.edu::5f8d5532-cbd8-40c0-aa18-97830f20e260" providerId="AD" clId="Web-{E9424A89-55B3-1B4E-BC0C-948A956B9B68}" dt="2025-02-07T16:43:12.892" v="1"/>
          <ac:picMkLst>
            <pc:docMk/>
            <pc:sldMk cId="1064468780" sldId="264"/>
            <ac:picMk id="2" creationId="{CCE67AD9-7CD2-4160-169B-70782BAADB4D}"/>
          </ac:picMkLst>
        </pc:picChg>
      </pc:sldChg>
      <pc:sldChg chg="addSp delSp modSp mod setBg setClrOvrMap">
        <pc:chgData name="Srinivasa Reddy, Shashank reddy" userId="S::qn1833ep@go.minnstate.edu::5f8d5532-cbd8-40c0-aa18-97830f20e260" providerId="AD" clId="Web-{E9424A89-55B3-1B4E-BC0C-948A956B9B68}" dt="2025-02-07T17:25:36.111" v="5"/>
        <pc:sldMkLst>
          <pc:docMk/>
          <pc:sldMk cId="637780219" sldId="265"/>
        </pc:sldMkLst>
        <pc:spChg chg="add del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7" creationId="{9B0F74F9-E373-4883-A533-C80C53DE6DE0}"/>
          </ac:spMkLst>
        </pc:spChg>
        <pc:spChg chg="add del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9" creationId="{4765FFFB-1163-4DA7-83B0-B8677ABBC6FF}"/>
          </ac:spMkLst>
        </pc:spChg>
        <pc:spChg chg="add del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11" creationId="{EC117A05-2F4F-4370-A926-6191A5C3DCD1}"/>
          </ac:spMkLst>
        </pc:spChg>
        <pc:spChg chg="add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16" creationId="{AB33EF95-E91B-40C4-A692-E9106529168C}"/>
          </ac:spMkLst>
        </pc:spChg>
        <pc:spChg chg="add">
          <ac:chgData name="Srinivasa Reddy, Shashank reddy" userId="S::qn1833ep@go.minnstate.edu::5f8d5532-cbd8-40c0-aa18-97830f20e260" providerId="AD" clId="Web-{E9424A89-55B3-1B4E-BC0C-948A956B9B68}" dt="2025-02-07T17:25:36.111" v="5"/>
          <ac:spMkLst>
            <pc:docMk/>
            <pc:sldMk cId="637780219" sldId="265"/>
            <ac:spMk id="18" creationId="{953CAC5D-D424-4EE2-A0C2-72ED7A88AA4B}"/>
          </ac:spMkLst>
        </pc:spChg>
        <pc:picChg chg="add mod">
          <ac:chgData name="Srinivasa Reddy, Shashank reddy" userId="S::qn1833ep@go.minnstate.edu::5f8d5532-cbd8-40c0-aa18-97830f20e260" providerId="AD" clId="Web-{E9424A89-55B3-1B4E-BC0C-948A956B9B68}" dt="2025-02-07T17:25:36.111" v="5"/>
          <ac:picMkLst>
            <pc:docMk/>
            <pc:sldMk cId="637780219" sldId="265"/>
            <ac:picMk id="2" creationId="{EB0130D9-033E-8592-1A36-96EAB49AC839}"/>
          </ac:picMkLst>
        </pc:picChg>
        <pc:picChg chg="add mod">
          <ac:chgData name="Srinivasa Reddy, Shashank reddy" userId="S::qn1833ep@go.minnstate.edu::5f8d5532-cbd8-40c0-aa18-97830f20e260" providerId="AD" clId="Web-{E9424A89-55B3-1B4E-BC0C-948A956B9B68}" dt="2025-02-07T17:25:36.111" v="5"/>
          <ac:picMkLst>
            <pc:docMk/>
            <pc:sldMk cId="637780219" sldId="265"/>
            <ac:picMk id="3" creationId="{837918BC-31A8-1170-B832-AECE89879EF7}"/>
          </ac:picMkLst>
        </pc:picChg>
      </pc:sldChg>
    </pc:docChg>
  </pc:docChgLst>
  <pc:docChgLst>
    <pc:chgData name="Wilkins, Graham C" userId="S::bh5884is@go.minnstate.edu::d858373d-d4a5-4d5a-af0d-fcf67a33b3d5" providerId="AD" clId="Web-{A8A4F050-CFEB-D3E4-D556-3A203B61C30E}"/>
    <pc:docChg chg="modSld">
      <pc:chgData name="Wilkins, Graham C" userId="S::bh5884is@go.minnstate.edu::d858373d-d4a5-4d5a-af0d-fcf67a33b3d5" providerId="AD" clId="Web-{A8A4F050-CFEB-D3E4-D556-3A203B61C30E}" dt="2025-01-31T16:15:43.928" v="2" actId="1076"/>
      <pc:docMkLst>
        <pc:docMk/>
      </pc:docMkLst>
      <pc:sldChg chg="modSp">
        <pc:chgData name="Wilkins, Graham C" userId="S::bh5884is@go.minnstate.edu::d858373d-d4a5-4d5a-af0d-fcf67a33b3d5" providerId="AD" clId="Web-{A8A4F050-CFEB-D3E4-D556-3A203B61C30E}" dt="2025-01-31T16:15:43.928" v="2" actId="1076"/>
        <pc:sldMkLst>
          <pc:docMk/>
          <pc:sldMk cId="259345366" sldId="259"/>
        </pc:sldMkLst>
        <pc:picChg chg="mod">
          <ac:chgData name="Wilkins, Graham C" userId="S::bh5884is@go.minnstate.edu::d858373d-d4a5-4d5a-af0d-fcf67a33b3d5" providerId="AD" clId="Web-{A8A4F050-CFEB-D3E4-D556-3A203B61C30E}" dt="2025-01-31T16:15:42.569" v="1" actId="1076"/>
          <ac:picMkLst>
            <pc:docMk/>
            <pc:sldMk cId="259345366" sldId="259"/>
            <ac:picMk id="9" creationId="{FB809B94-420E-2192-F30B-02097EEB0A04}"/>
          </ac:picMkLst>
        </pc:picChg>
        <pc:picChg chg="mod">
          <ac:chgData name="Wilkins, Graham C" userId="S::bh5884is@go.minnstate.edu::d858373d-d4a5-4d5a-af0d-fcf67a33b3d5" providerId="AD" clId="Web-{A8A4F050-CFEB-D3E4-D556-3A203B61C30E}" dt="2025-01-31T16:15:40.960" v="0" actId="1076"/>
          <ac:picMkLst>
            <pc:docMk/>
            <pc:sldMk cId="259345366" sldId="259"/>
            <ac:picMk id="29" creationId="{0CBAA89A-63B6-A72F-E1AF-F20EB2E2FB23}"/>
          </ac:picMkLst>
        </pc:picChg>
        <pc:picChg chg="mod">
          <ac:chgData name="Wilkins, Graham C" userId="S::bh5884is@go.minnstate.edu::d858373d-d4a5-4d5a-af0d-fcf67a33b3d5" providerId="AD" clId="Web-{A8A4F050-CFEB-D3E4-D556-3A203B61C30E}" dt="2025-01-31T16:15:43.928" v="2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Wilkins, Graham C" userId="d858373d-d4a5-4d5a-af0d-fcf67a33b3d5" providerId="ADAL" clId="{64DE4367-A797-4ABA-A3F4-02828E549094}"/>
    <pc:docChg chg="undo custSel modSld">
      <pc:chgData name="Wilkins, Graham C" userId="d858373d-d4a5-4d5a-af0d-fcf67a33b3d5" providerId="ADAL" clId="{64DE4367-A797-4ABA-A3F4-02828E549094}" dt="2025-02-07T17:31:22.130" v="87" actId="20577"/>
      <pc:docMkLst>
        <pc:docMk/>
      </pc:docMkLst>
      <pc:sldChg chg="modSp mod">
        <pc:chgData name="Wilkins, Graham C" userId="d858373d-d4a5-4d5a-af0d-fcf67a33b3d5" providerId="ADAL" clId="{64DE4367-A797-4ABA-A3F4-02828E549094}" dt="2025-02-07T17:31:22.130" v="87" actId="20577"/>
        <pc:sldMkLst>
          <pc:docMk/>
          <pc:sldMk cId="259345366" sldId="259"/>
        </pc:sldMkLst>
        <pc:spChg chg="mod">
          <ac:chgData name="Wilkins, Graham C" userId="d858373d-d4a5-4d5a-af0d-fcf67a33b3d5" providerId="ADAL" clId="{64DE4367-A797-4ABA-A3F4-02828E549094}" dt="2025-02-07T17:31:22.130" v="87" actId="20577"/>
          <ac:spMkLst>
            <pc:docMk/>
            <pc:sldMk cId="259345366" sldId="259"/>
            <ac:spMk id="17" creationId="{C224B5E0-025A-FE21-1DBB-D91A0EB1DFED}"/>
          </ac:spMkLst>
        </pc:spChg>
      </pc:sldChg>
      <pc:sldChg chg="addSp modSp mod">
        <pc:chgData name="Wilkins, Graham C" userId="d858373d-d4a5-4d5a-af0d-fcf67a33b3d5" providerId="ADAL" clId="{64DE4367-A797-4ABA-A3F4-02828E549094}" dt="2025-02-07T17:27:38.178" v="22" actId="20577"/>
        <pc:sldMkLst>
          <pc:docMk/>
          <pc:sldMk cId="637780219" sldId="265"/>
        </pc:sldMkLst>
        <pc:spChg chg="add mod">
          <ac:chgData name="Wilkins, Graham C" userId="d858373d-d4a5-4d5a-af0d-fcf67a33b3d5" providerId="ADAL" clId="{64DE4367-A797-4ABA-A3F4-02828E549094}" dt="2025-02-07T17:27:38.178" v="22" actId="20577"/>
          <ac:spMkLst>
            <pc:docMk/>
            <pc:sldMk cId="637780219" sldId="265"/>
            <ac:spMk id="4" creationId="{982989DC-380B-819E-3935-2AC692A6DF10}"/>
          </ac:spMkLst>
        </pc:spChg>
      </pc:sldChg>
    </pc:docChg>
  </pc:docChgLst>
  <pc:docChgLst>
    <pc:chgData name="Hjulberg, Andrew S" userId="S::hi6397ef@go.minnstate.edu::55255bf8-79f2-42d3-80cc-139b63d0776c" providerId="AD" clId="Web-{4F1E0B2B-CDF1-5CF0-2BAC-C15CFFEBF35D}"/>
    <pc:docChg chg="delSld">
      <pc:chgData name="Hjulberg, Andrew S" userId="S::hi6397ef@go.minnstate.edu::55255bf8-79f2-42d3-80cc-139b63d0776c" providerId="AD" clId="Web-{4F1E0B2B-CDF1-5CF0-2BAC-C15CFFEBF35D}" dt="2025-02-07T17:25:48.947" v="0"/>
      <pc:docMkLst>
        <pc:docMk/>
      </pc:docMkLst>
      <pc:sldChg chg="del">
        <pc:chgData name="Hjulberg, Andrew S" userId="S::hi6397ef@go.minnstate.edu::55255bf8-79f2-42d3-80cc-139b63d0776c" providerId="AD" clId="Web-{4F1E0B2B-CDF1-5CF0-2BAC-C15CFFEBF35D}" dt="2025-02-07T17:25:48.947" v="0"/>
        <pc:sldMkLst>
          <pc:docMk/>
          <pc:sldMk cId="221009491" sldId="266"/>
        </pc:sldMkLst>
      </pc:sldChg>
    </pc:docChg>
  </pc:docChgLst>
  <pc:docChgLst>
    <pc:chgData name="Hjulberg, Andrew S" userId="S::hi6397ef@go.minnstate.edu::55255bf8-79f2-42d3-80cc-139b63d0776c" providerId="AD" clId="Web-{F6758A29-27DB-7BFA-C0E2-24F3ACE4F5E7}"/>
    <pc:docChg chg="addSld modSld">
      <pc:chgData name="Hjulberg, Andrew S" userId="S::hi6397ef@go.minnstate.edu::55255bf8-79f2-42d3-80cc-139b63d0776c" providerId="AD" clId="Web-{F6758A29-27DB-7BFA-C0E2-24F3ACE4F5E7}" dt="2025-02-07T17:05:21.529" v="518" actId="20577"/>
      <pc:docMkLst>
        <pc:docMk/>
      </pc:docMkLst>
      <pc:sldChg chg="modSp">
        <pc:chgData name="Hjulberg, Andrew S" userId="S::hi6397ef@go.minnstate.edu::55255bf8-79f2-42d3-80cc-139b63d0776c" providerId="AD" clId="Web-{F6758A29-27DB-7BFA-C0E2-24F3ACE4F5E7}" dt="2025-02-07T16:12:21.897" v="132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F6758A29-27DB-7BFA-C0E2-24F3ACE4F5E7}" dt="2025-02-07T16:12:21.897" v="1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Hjulberg, Andrew S" userId="S::hi6397ef@go.minnstate.edu::55255bf8-79f2-42d3-80cc-139b63d0776c" providerId="AD" clId="Web-{F6758A29-27DB-7BFA-C0E2-24F3ACE4F5E7}" dt="2025-02-07T16:35:35.598" v="257" actId="20577"/>
        <pc:sldMkLst>
          <pc:docMk/>
          <pc:sldMk cId="38658698" sldId="258"/>
        </pc:sldMkLst>
        <pc:spChg chg="mod">
          <ac:chgData name="Hjulberg, Andrew S" userId="S::hi6397ef@go.minnstate.edu::55255bf8-79f2-42d3-80cc-139b63d0776c" providerId="AD" clId="Web-{F6758A29-27DB-7BFA-C0E2-24F3ACE4F5E7}" dt="2025-02-07T16:05:08.086" v="99" actId="20577"/>
          <ac:spMkLst>
            <pc:docMk/>
            <pc:sldMk cId="38658698" sldId="258"/>
            <ac:spMk id="2" creationId="{688AC3B9-2A52-B51A-D8EE-90A85703DD3C}"/>
          </ac:spMkLst>
        </pc:spChg>
        <pc:graphicFrameChg chg="modGraphic">
          <ac:chgData name="Hjulberg, Andrew S" userId="S::hi6397ef@go.minnstate.edu::55255bf8-79f2-42d3-80cc-139b63d0776c" providerId="AD" clId="Web-{F6758A29-27DB-7BFA-C0E2-24F3ACE4F5E7}" dt="2025-02-07T16:35:35.598" v="257" actId="20577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addSp delSp modSp">
        <pc:chgData name="Hjulberg, Andrew S" userId="S::hi6397ef@go.minnstate.edu::55255bf8-79f2-42d3-80cc-139b63d0776c" providerId="AD" clId="Web-{F6758A29-27DB-7BFA-C0E2-24F3ACE4F5E7}" dt="2025-02-07T17:05:21.529" v="518" actId="20577"/>
        <pc:sldMkLst>
          <pc:docMk/>
          <pc:sldMk cId="259345366" sldId="259"/>
        </pc:sldMkLst>
        <pc:spChg chg="mo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2" creationId="{F8292BED-CFEB-3D90-3353-40B368C3459D}"/>
          </ac:spMkLst>
        </pc:spChg>
        <pc:spChg chg="add del mo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3" creationId="{C224B5E0-025A-FE21-1DBB-D91A0EB1DFED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5.073" v="452"/>
          <ac:spMkLst>
            <pc:docMk/>
            <pc:sldMk cId="259345366" sldId="259"/>
            <ac:spMk id="6" creationId="{30B3D270-B19D-4DB8-BD3C-3E707485B515}"/>
          </ac:spMkLst>
        </pc:spChg>
        <pc:spChg chg="ad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8" creationId="{33801627-6861-4EA9-BE98-E0CE33A894D9}"/>
          </ac:spMkLst>
        </pc:spChg>
        <pc:spChg chg="ad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10" creationId="{93C1483F-490E-4C8A-8765-1F8AF0C67D5F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5.073" v="452"/>
          <ac:spMkLst>
            <pc:docMk/>
            <pc:sldMk cId="259345366" sldId="259"/>
            <ac:spMk id="11" creationId="{49BDAF94-B52E-4307-B54C-EF413086FC77}"/>
          </ac:spMkLst>
        </pc:spChg>
        <pc:spChg chg="add">
          <ac:chgData name="Hjulberg, Andrew S" userId="S::hi6397ef@go.minnstate.edu::55255bf8-79f2-42d3-80cc-139b63d0776c" providerId="AD" clId="Web-{F6758A29-27DB-7BFA-C0E2-24F3ACE4F5E7}" dt="2025-02-07T17:03:48.433" v="455"/>
          <ac:spMkLst>
            <pc:docMk/>
            <pc:sldMk cId="259345366" sldId="259"/>
            <ac:spMk id="12" creationId="{0249BF42-D05C-4553-9417-7B8695759291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8.417" v="454"/>
          <ac:spMkLst>
            <pc:docMk/>
            <pc:sldMk cId="259345366" sldId="259"/>
            <ac:spMk id="13" creationId="{60C2BF78-EE5B-49C7-ADD9-58CDBD13E3AA}"/>
          </ac:spMkLst>
        </pc:spChg>
        <pc:spChg chg="add del">
          <ac:chgData name="Hjulberg, Andrew S" userId="S::hi6397ef@go.minnstate.edu::55255bf8-79f2-42d3-80cc-139b63d0776c" providerId="AD" clId="Web-{F6758A29-27DB-7BFA-C0E2-24F3ACE4F5E7}" dt="2025-02-07T17:03:48.417" v="454"/>
          <ac:spMkLst>
            <pc:docMk/>
            <pc:sldMk cId="259345366" sldId="259"/>
            <ac:spMk id="14" creationId="{C224B5E0-025A-FE21-1DBB-D91A0EB1DFED}"/>
          </ac:spMkLst>
        </pc:spChg>
        <pc:spChg chg="add mod">
          <ac:chgData name="Hjulberg, Andrew S" userId="S::hi6397ef@go.minnstate.edu::55255bf8-79f2-42d3-80cc-139b63d0776c" providerId="AD" clId="Web-{F6758A29-27DB-7BFA-C0E2-24F3ACE4F5E7}" dt="2025-02-07T17:05:21.529" v="518" actId="20577"/>
          <ac:spMkLst>
            <pc:docMk/>
            <pc:sldMk cId="259345366" sldId="259"/>
            <ac:spMk id="17" creationId="{C224B5E0-025A-FE21-1DBB-D91A0EB1DFED}"/>
          </ac:spMkLst>
        </pc:spChg>
        <pc:graphicFrameChg chg="add del">
          <ac:chgData name="Hjulberg, Andrew S" userId="S::hi6397ef@go.minnstate.edu::55255bf8-79f2-42d3-80cc-139b63d0776c" providerId="AD" clId="Web-{F6758A29-27DB-7BFA-C0E2-24F3ACE4F5E7}" dt="2025-02-07T17:03:45.073" v="452"/>
          <ac:graphicFrameMkLst>
            <pc:docMk/>
            <pc:sldMk cId="259345366" sldId="259"/>
            <ac:graphicFrameMk id="7" creationId="{D5D05846-5E79-1CCA-5955-260E9E551D23}"/>
          </ac:graphicFrameMkLst>
        </pc:graphicFrameChg>
        <pc:picChg chg="del">
          <ac:chgData name="Hjulberg, Andrew S" userId="S::hi6397ef@go.minnstate.edu::55255bf8-79f2-42d3-80cc-139b63d0776c" providerId="AD" clId="Web-{F6758A29-27DB-7BFA-C0E2-24F3ACE4F5E7}" dt="2025-02-07T16:16:53.859" v="179"/>
          <ac:picMkLst>
            <pc:docMk/>
            <pc:sldMk cId="259345366" sldId="259"/>
            <ac:picMk id="5" creationId="{09E52D37-9279-05AF-1AE2-C0559A8979C4}"/>
          </ac:picMkLst>
        </pc:picChg>
        <pc:picChg chg="del">
          <ac:chgData name="Hjulberg, Andrew S" userId="S::hi6397ef@go.minnstate.edu::55255bf8-79f2-42d3-80cc-139b63d0776c" providerId="AD" clId="Web-{F6758A29-27DB-7BFA-C0E2-24F3ACE4F5E7}" dt="2025-02-07T16:16:57.593" v="182"/>
          <ac:picMkLst>
            <pc:docMk/>
            <pc:sldMk cId="259345366" sldId="259"/>
            <ac:picMk id="9" creationId="{FB809B94-420E-2192-F30B-02097EEB0A04}"/>
          </ac:picMkLst>
        </pc:picChg>
        <pc:picChg chg="add del">
          <ac:chgData name="Hjulberg, Andrew S" userId="S::hi6397ef@go.minnstate.edu::55255bf8-79f2-42d3-80cc-139b63d0776c" providerId="AD" clId="Web-{F6758A29-27DB-7BFA-C0E2-24F3ACE4F5E7}" dt="2025-02-07T17:03:48.417" v="454"/>
          <ac:picMkLst>
            <pc:docMk/>
            <pc:sldMk cId="259345366" sldId="259"/>
            <ac:picMk id="15" creationId="{34C518E8-4EFD-42A9-BE05-1932E1103FED}"/>
          </ac:picMkLst>
        </pc:picChg>
        <pc:picChg chg="del">
          <ac:chgData name="Hjulberg, Andrew S" userId="S::hi6397ef@go.minnstate.edu::55255bf8-79f2-42d3-80cc-139b63d0776c" providerId="AD" clId="Web-{F6758A29-27DB-7BFA-C0E2-24F3ACE4F5E7}" dt="2025-02-07T16:16:58.890" v="183"/>
          <ac:picMkLst>
            <pc:docMk/>
            <pc:sldMk cId="259345366" sldId="259"/>
            <ac:picMk id="29" creationId="{0CBAA89A-63B6-A72F-E1AF-F20EB2E2FB23}"/>
          </ac:picMkLst>
        </pc:picChg>
        <pc:picChg chg="del">
          <ac:chgData name="Hjulberg, Andrew S" userId="S::hi6397ef@go.minnstate.edu::55255bf8-79f2-42d3-80cc-139b63d0776c" providerId="AD" clId="Web-{F6758A29-27DB-7BFA-C0E2-24F3ACE4F5E7}" dt="2025-02-07T16:16:56.515" v="181"/>
          <ac:picMkLst>
            <pc:docMk/>
            <pc:sldMk cId="259345366" sldId="259"/>
            <ac:picMk id="32" creationId="{C5D8CA49-1049-14AB-9870-104A17CE9D01}"/>
          </ac:picMkLst>
        </pc:picChg>
      </pc:sldChg>
      <pc:sldChg chg="addSp delSp modSp">
        <pc:chgData name="Hjulberg, Andrew S" userId="S::hi6397ef@go.minnstate.edu::55255bf8-79f2-42d3-80cc-139b63d0776c" providerId="AD" clId="Web-{F6758A29-27DB-7BFA-C0E2-24F3ACE4F5E7}" dt="2025-02-07T16:12:45.257" v="147"/>
        <pc:sldMkLst>
          <pc:docMk/>
          <pc:sldMk cId="2651625976" sldId="261"/>
        </pc:sldMkLst>
        <pc:spChg chg="mod">
          <ac:chgData name="Hjulberg, Andrew S" userId="S::hi6397ef@go.minnstate.edu::55255bf8-79f2-42d3-80cc-139b63d0776c" providerId="AD" clId="Web-{F6758A29-27DB-7BFA-C0E2-24F3ACE4F5E7}" dt="2025-02-07T16:12:27.835" v="145" actId="20577"/>
          <ac:spMkLst>
            <pc:docMk/>
            <pc:sldMk cId="2651625976" sldId="261"/>
            <ac:spMk id="2" creationId="{22D63090-2FBA-6EC8-1BB6-90B55E082E71}"/>
          </ac:spMkLst>
        </pc:spChg>
        <pc:picChg chg="add del">
          <ac:chgData name="Hjulberg, Andrew S" userId="S::hi6397ef@go.minnstate.edu::55255bf8-79f2-42d3-80cc-139b63d0776c" providerId="AD" clId="Web-{F6758A29-27DB-7BFA-C0E2-24F3ACE4F5E7}" dt="2025-02-07T16:12:45.257" v="147"/>
          <ac:picMkLst>
            <pc:docMk/>
            <pc:sldMk cId="2651625976" sldId="261"/>
            <ac:picMk id="8" creationId="{AD397457-2183-C75E-724D-AC1C8D541D46}"/>
          </ac:picMkLst>
        </pc:picChg>
      </pc:sldChg>
      <pc:sldChg chg="new">
        <pc:chgData name="Hjulberg, Andrew S" userId="S::hi6397ef@go.minnstate.edu::55255bf8-79f2-42d3-80cc-139b63d0776c" providerId="AD" clId="Web-{F6758A29-27DB-7BFA-C0E2-24F3ACE4F5E7}" dt="2025-02-07T16:12:58.773" v="148"/>
        <pc:sldMkLst>
          <pc:docMk/>
          <pc:sldMk cId="1064468780" sldId="264"/>
        </pc:sldMkLst>
      </pc:sldChg>
      <pc:sldChg chg="new">
        <pc:chgData name="Hjulberg, Andrew S" userId="S::hi6397ef@go.minnstate.edu::55255bf8-79f2-42d3-80cc-139b63d0776c" providerId="AD" clId="Web-{F6758A29-27DB-7BFA-C0E2-24F3ACE4F5E7}" dt="2025-02-07T16:13:04.476" v="149"/>
        <pc:sldMkLst>
          <pc:docMk/>
          <pc:sldMk cId="637780219" sldId="265"/>
        </pc:sldMkLst>
      </pc:sldChg>
      <pc:sldChg chg="new">
        <pc:chgData name="Hjulberg, Andrew S" userId="S::hi6397ef@go.minnstate.edu::55255bf8-79f2-42d3-80cc-139b63d0776c" providerId="AD" clId="Web-{F6758A29-27DB-7BFA-C0E2-24F3ACE4F5E7}" dt="2025-02-07T16:14:01.994" v="150"/>
        <pc:sldMkLst>
          <pc:docMk/>
          <pc:sldMk cId="221009491" sldId="266"/>
        </pc:sldMkLst>
      </pc:sldChg>
    </pc:docChg>
  </pc:docChgLst>
  <pc:docChgLst>
    <pc:chgData name="Lakku, Sai Keertana R" userId="S::kb7924tj@go.minnstate.edu::aa713373-d62e-42be-a5fb-296135668942" providerId="AD" clId="Web-{86E7E2D7-BF8D-081E-9AD3-FB54C683A438}"/>
    <pc:docChg chg="modSld">
      <pc:chgData name="Lakku, Sai Keertana R" userId="S::kb7924tj@go.minnstate.edu::aa713373-d62e-42be-a5fb-296135668942" providerId="AD" clId="Web-{86E7E2D7-BF8D-081E-9AD3-FB54C683A438}" dt="2025-01-30T20:03:11.383" v="84" actId="1076"/>
      <pc:docMkLst>
        <pc:docMk/>
      </pc:docMkLst>
      <pc:sldChg chg="addSp delSp modSp mod setBg">
        <pc:chgData name="Lakku, Sai Keertana R" userId="S::kb7924tj@go.minnstate.edu::aa713373-d62e-42be-a5fb-296135668942" providerId="AD" clId="Web-{86E7E2D7-BF8D-081E-9AD3-FB54C683A438}" dt="2025-01-30T19:58:15.420" v="40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2" creationId="{95BB7F4E-CEB3-1DC9-D910-560961EB30AF}"/>
          </ac:spMkLst>
        </pc:spChg>
        <pc:graphicFrameChg chg="add mod modGraphic">
          <ac:chgData name="Lakku, Sai Keertana R" userId="S::kb7924tj@go.minnstate.edu::aa713373-d62e-42be-a5fb-296135668942" providerId="AD" clId="Web-{86E7E2D7-BF8D-081E-9AD3-FB54C683A438}" dt="2025-01-30T19:58:15.420" v="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 setBg">
        <pc:chgData name="Lakku, Sai Keertana R" userId="S::kb7924tj@go.minnstate.edu::aa713373-d62e-42be-a5fb-296135668942" providerId="AD" clId="Web-{86E7E2D7-BF8D-081E-9AD3-FB54C683A438}" dt="2025-01-30T19:56:01.072" v="28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9" creationId="{876248C8-0720-48AB-91BA-5F530BB41E5E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11" creationId="{523BEDA7-D0B8-4802-8168-92452653BC9F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13" creationId="{D2EFF34B-7B1A-4F9D-8CEE-A40962BC7C21}"/>
          </ac:spMkLst>
        </pc:spChg>
        <pc:graphicFrameChg chg="add">
          <ac:chgData name="Lakku, Sai Keertana R" userId="S::kb7924tj@go.minnstate.edu::aa713373-d62e-42be-a5fb-296135668942" providerId="AD" clId="Web-{86E7E2D7-BF8D-081E-9AD3-FB54C683A438}" dt="2025-01-30T19:56:01.072" v="28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addSp delSp modSp mod setBg">
        <pc:chgData name="Lakku, Sai Keertana R" userId="S::kb7924tj@go.minnstate.edu::aa713373-d62e-42be-a5fb-296135668942" providerId="AD" clId="Web-{86E7E2D7-BF8D-081E-9AD3-FB54C683A438}" dt="2025-01-30T20:03:11.383" v="84" actId="1076"/>
        <pc:sldMkLst>
          <pc:docMk/>
          <pc:sldMk cId="259345366" sldId="259"/>
        </pc:sldMkLst>
        <pc:spChg chg="mod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2" creationId="{F8292BED-CFEB-3D90-3353-40B368C3459D}"/>
          </ac:spMkLst>
        </pc:spChg>
        <pc:spChg chg="mod ord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3" creationId="{C224B5E0-025A-FE21-1DBB-D91A0EB1DFED}"/>
          </ac:spMkLst>
        </pc:spChg>
        <pc:picChg chg="add mod ord">
          <ac:chgData name="Lakku, Sai Keertana R" userId="S::kb7924tj@go.minnstate.edu::aa713373-d62e-42be-a5fb-296135668942" providerId="AD" clId="Web-{86E7E2D7-BF8D-081E-9AD3-FB54C683A438}" dt="2025-01-30T19:57:41.919" v="38"/>
          <ac:picMkLst>
            <pc:docMk/>
            <pc:sldMk cId="259345366" sldId="259"/>
            <ac:picMk id="5" creationId="{09E52D37-9279-05AF-1AE2-C0559A8979C4}"/>
          </ac:picMkLst>
        </pc:picChg>
        <pc:picChg chg="add mod ord">
          <ac:chgData name="Lakku, Sai Keertana R" userId="S::kb7924tj@go.minnstate.edu::aa713373-d62e-42be-a5fb-296135668942" providerId="AD" clId="Web-{86E7E2D7-BF8D-081E-9AD3-FB54C683A438}" dt="2025-01-30T19:58:33.718" v="42" actId="1076"/>
          <ac:picMkLst>
            <pc:docMk/>
            <pc:sldMk cId="259345366" sldId="259"/>
            <ac:picMk id="9" creationId="{FB809B94-420E-2192-F30B-02097EEB0A04}"/>
          </ac:picMkLst>
        </pc:picChg>
        <pc:picChg chg="add mod">
          <ac:chgData name="Lakku, Sai Keertana R" userId="S::kb7924tj@go.minnstate.edu::aa713373-d62e-42be-a5fb-296135668942" providerId="AD" clId="Web-{86E7E2D7-BF8D-081E-9AD3-FB54C683A438}" dt="2025-01-30T20:01:48.365" v="59" actId="1076"/>
          <ac:picMkLst>
            <pc:docMk/>
            <pc:sldMk cId="259345366" sldId="259"/>
            <ac:picMk id="29" creationId="{0CBAA89A-63B6-A72F-E1AF-F20EB2E2FB23}"/>
          </ac:picMkLst>
        </pc:picChg>
        <pc:picChg chg="add mod">
          <ac:chgData name="Lakku, Sai Keertana R" userId="S::kb7924tj@go.minnstate.edu::aa713373-d62e-42be-a5fb-296135668942" providerId="AD" clId="Web-{86E7E2D7-BF8D-081E-9AD3-FB54C683A438}" dt="2025-01-30T20:03:11.383" v="84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Lakku, Sai Keertana R" userId="S::kb7924tj@go.minnstate.edu::aa713373-d62e-42be-a5fb-296135668942" providerId="AD" clId="Web-{41E3712F-E035-413B-C229-CC449F587FC3}"/>
    <pc:docChg chg="addSld delSld modSld sldOrd">
      <pc:chgData name="Lakku, Sai Keertana R" userId="S::kb7924tj@go.minnstate.edu::aa713373-d62e-42be-a5fb-296135668942" providerId="AD" clId="Web-{41E3712F-E035-413B-C229-CC449F587FC3}" dt="2025-01-30T20:08:48.606" v="21" actId="1076"/>
      <pc:docMkLst>
        <pc:docMk/>
      </pc:docMkLst>
      <pc:sldChg chg="delSp modSp new">
        <pc:chgData name="Lakku, Sai Keertana R" userId="S::kb7924tj@go.minnstate.edu::aa713373-d62e-42be-a5fb-296135668942" providerId="AD" clId="Web-{41E3712F-E035-413B-C229-CC449F587FC3}" dt="2025-01-30T20:08:48.606" v="21" actId="1076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41E3712F-E035-413B-C229-CC449F587FC3}" dt="2025-01-30T20:08:48.606" v="21" actId="1076"/>
          <ac:spMkLst>
            <pc:docMk/>
            <pc:sldMk cId="2639385583" sldId="260"/>
            <ac:spMk id="2" creationId="{F2ECA33D-9372-9927-F8E7-2A49143B39C6}"/>
          </ac:spMkLst>
        </pc:spChg>
      </pc:sldChg>
      <pc:sldChg chg="addSp delSp modSp new del mod ord setBg">
        <pc:chgData name="Lakku, Sai Keertana R" userId="S::kb7924tj@go.minnstate.edu::aa713373-d62e-42be-a5fb-296135668942" providerId="AD" clId="Web-{41E3712F-E035-413B-C229-CC449F587FC3}" dt="2025-01-30T20:08:22.590" v="9"/>
        <pc:sldMkLst>
          <pc:docMk/>
          <pc:sldMk cId="4004269946" sldId="26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2637BA54-32B7-431A-8E50-31211FEFEDF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Plan For Previous Team's Code</a:t>
          </a:r>
          <a:endParaRPr lang="en-US"/>
        </a:p>
      </dgm:t>
    </dgm:pt>
    <dgm:pt modelId="{19FA6DAF-DBA8-4000-B293-E2B5B4AB0DA4}" type="parTrans" cxnId="{CD6EF40F-47C8-430E-85E9-AF727F97D1D2}">
      <dgm:prSet/>
      <dgm:spPr/>
      <dgm:t>
        <a:bodyPr/>
        <a:lstStyle/>
        <a:p>
          <a:endParaRPr lang="en-US"/>
        </a:p>
      </dgm:t>
    </dgm:pt>
    <dgm:pt modelId="{D3ADAED7-3A0C-4D71-9557-1199C764C54D}" type="sibTrans" cxnId="{CD6EF40F-47C8-430E-85E9-AF727F97D1D2}">
      <dgm:prSet/>
      <dgm:spPr/>
      <dgm:t>
        <a:bodyPr/>
        <a:lstStyle/>
        <a:p>
          <a:endParaRPr lang="en-US"/>
        </a:p>
      </dgm:t>
    </dgm:pt>
    <dgm:pt modelId="{6B8787EF-105A-4B67-9772-9ABE6EC8EDB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entury Schoolbook" panose="02040604050505020304"/>
            </a:rPr>
            <a:t>Current Segmentation Plan</a:t>
          </a:r>
          <a:endParaRPr lang="en-US"/>
        </a:p>
      </dgm:t>
    </dgm:pt>
    <dgm:pt modelId="{D17BB906-20DD-4A81-A09B-B0F837810996}" type="parTrans" cxnId="{1DC8A67B-42A6-4555-8356-99F06F07DCE9}">
      <dgm:prSet/>
      <dgm:spPr/>
      <dgm:t>
        <a:bodyPr/>
        <a:lstStyle/>
        <a:p>
          <a:endParaRPr lang="en-US"/>
        </a:p>
      </dgm:t>
    </dgm:pt>
    <dgm:pt modelId="{1C15D21D-2903-48E6-A79A-21DCBAFA62E4}" type="sibTrans" cxnId="{1DC8A67B-42A6-4555-8356-99F06F07DCE9}">
      <dgm:prSet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Further Data Analysis</a:t>
          </a:r>
        </a:p>
      </dgm:t>
    </dgm:pt>
    <dgm:pt modelId="{C04FB20D-AA03-4BDF-ADDC-105154080B03}" type="parTrans" cxnId="{2FB5DF13-142B-46AD-BE08-5EB7E8AF6290}">
      <dgm:prSet/>
      <dgm:spPr/>
    </dgm:pt>
    <dgm:pt modelId="{C398F7E2-D652-4DEE-9E6E-C33DDD66E17E}" type="sibTrans" cxnId="{2FB5DF13-142B-46AD-BE08-5EB7E8AF6290}">
      <dgm:prSet/>
      <dgm:spPr/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478EC2BA-717F-48CD-B306-76FE57A9FB9F}" type="pres">
      <dgm:prSet presAssocID="{2637BA54-32B7-431A-8E50-31211FEFEDF1}" presName="compNode" presStyleCnt="0"/>
      <dgm:spPr/>
    </dgm:pt>
    <dgm:pt modelId="{B08F16E5-0AB0-4A73-ACE0-0B9B4A5D64CE}" type="pres">
      <dgm:prSet presAssocID="{2637BA54-32B7-431A-8E50-31211FEFEDF1}" presName="bgRect" presStyleLbl="bgShp" presStyleIdx="0" presStyleCnt="3"/>
      <dgm:spPr/>
    </dgm:pt>
    <dgm:pt modelId="{672585AB-6627-45B6-A505-BAAD1D331D07}" type="pres">
      <dgm:prSet presAssocID="{2637BA54-32B7-431A-8E50-31211FEFED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481CD80-12DB-42D1-B3AC-5F2547E4C6E2}" type="pres">
      <dgm:prSet presAssocID="{2637BA54-32B7-431A-8E50-31211FEFEDF1}" presName="spaceRect" presStyleCnt="0"/>
      <dgm:spPr/>
    </dgm:pt>
    <dgm:pt modelId="{82B81880-156F-4095-8F71-8947E74A454C}" type="pres">
      <dgm:prSet presAssocID="{2637BA54-32B7-431A-8E50-31211FEFEDF1}" presName="parTx" presStyleLbl="revTx" presStyleIdx="0" presStyleCnt="3">
        <dgm:presLayoutVars>
          <dgm:chMax val="0"/>
          <dgm:chPref val="0"/>
        </dgm:presLayoutVars>
      </dgm:prSet>
      <dgm:spPr/>
    </dgm:pt>
    <dgm:pt modelId="{9E0F8795-5FC9-4D5A-993B-36A38BAC8F27}" type="pres">
      <dgm:prSet presAssocID="{D3ADAED7-3A0C-4D71-9557-1199C764C54D}" presName="sibTrans" presStyleCnt="0"/>
      <dgm:spPr/>
    </dgm:pt>
    <dgm:pt modelId="{F79DA388-F257-4411-98B3-98DE9FB1C618}" type="pres">
      <dgm:prSet presAssocID="{6B8787EF-105A-4B67-9772-9ABE6EC8EDB9}" presName="compNode" presStyleCnt="0"/>
      <dgm:spPr/>
    </dgm:pt>
    <dgm:pt modelId="{9F685C4A-C895-41AD-87FA-C9D8BFCA8B0A}" type="pres">
      <dgm:prSet presAssocID="{6B8787EF-105A-4B67-9772-9ABE6EC8EDB9}" presName="bgRect" presStyleLbl="bgShp" presStyleIdx="1" presStyleCnt="3"/>
      <dgm:spPr/>
    </dgm:pt>
    <dgm:pt modelId="{BDC264A1-600A-4D8D-B9F4-0100F56C2D34}" type="pres">
      <dgm:prSet presAssocID="{6B8787EF-105A-4B67-9772-9ABE6EC8ED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1D19035-F0ED-458C-935D-8F0AD56E58E0}" type="pres">
      <dgm:prSet presAssocID="{6B8787EF-105A-4B67-9772-9ABE6EC8EDB9}" presName="spaceRect" presStyleCnt="0"/>
      <dgm:spPr/>
    </dgm:pt>
    <dgm:pt modelId="{6AFDC561-9466-4C86-84F4-96CFFBBB7B3B}" type="pres">
      <dgm:prSet presAssocID="{6B8787EF-105A-4B67-9772-9ABE6EC8EDB9}" presName="parTx" presStyleLbl="revTx" presStyleIdx="1" presStyleCnt="3">
        <dgm:presLayoutVars>
          <dgm:chMax val="0"/>
          <dgm:chPref val="0"/>
        </dgm:presLayoutVars>
      </dgm:prSet>
      <dgm:spPr/>
    </dgm:pt>
    <dgm:pt modelId="{DB0A97FB-48EA-411F-BB5A-A48BB0952B1E}" type="pres">
      <dgm:prSet presAssocID="{1C15D21D-2903-48E6-A79A-21DCBAFA62E4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2" presStyleCnt="3"/>
      <dgm:spPr/>
    </dgm:pt>
    <dgm:pt modelId="{26D309BF-2D7E-4E4B-97C1-B2FFDF742925}" type="pres">
      <dgm:prSet presAssocID="{1C88F448-429B-45D3-BBA3-D45570DFF730}" presName="iconRect" presStyleLbl="node1" presStyleIdx="2" presStyleCnt="3"/>
      <dgm:spPr/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6EF40F-47C8-430E-85E9-AF727F97D1D2}" srcId="{F9B9FC2A-95E4-4DB8-BC70-687346FDB929}" destId="{2637BA54-32B7-431A-8E50-31211FEFEDF1}" srcOrd="0" destOrd="0" parTransId="{19FA6DAF-DBA8-4000-B293-E2B5B4AB0DA4}" sibTransId="{D3ADAED7-3A0C-4D71-9557-1199C764C54D}"/>
    <dgm:cxn modelId="{2FB5DF13-142B-46AD-BE08-5EB7E8AF6290}" srcId="{F9B9FC2A-95E4-4DB8-BC70-687346FDB929}" destId="{1C88F448-429B-45D3-BBA3-D45570DFF730}" srcOrd="2" destOrd="0" parTransId="{C04FB20D-AA03-4BDF-ADDC-105154080B03}" sibTransId="{C398F7E2-D652-4DEE-9E6E-C33DDD66E17E}"/>
    <dgm:cxn modelId="{148B1A1F-BE0F-40D6-8184-8927377D7A8C}" type="presOf" srcId="{2637BA54-32B7-431A-8E50-31211FEFEDF1}" destId="{82B81880-156F-4095-8F71-8947E74A454C}" srcOrd="0" destOrd="0" presId="urn:microsoft.com/office/officeart/2018/2/layout/IconVerticalSolidList"/>
    <dgm:cxn modelId="{1DC8A67B-42A6-4555-8356-99F06F07DCE9}" srcId="{F9B9FC2A-95E4-4DB8-BC70-687346FDB929}" destId="{6B8787EF-105A-4B67-9772-9ABE6EC8EDB9}" srcOrd="1" destOrd="0" parTransId="{D17BB906-20DD-4A81-A09B-B0F837810996}" sibTransId="{1C15D21D-2903-48E6-A79A-21DCBAFA62E4}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D58F6BA6-3351-46D0-9E45-7414E3B7DBC5}" type="presOf" srcId="{1C88F448-429B-45D3-BBA3-D45570DFF730}" destId="{CF403347-5B35-401A-B7F8-DE9EC17165BF}" srcOrd="0" destOrd="0" presId="urn:microsoft.com/office/officeart/2018/2/layout/IconVerticalSolidList"/>
    <dgm:cxn modelId="{B63AA1F0-B07C-4997-A343-11FA16974C85}" type="presOf" srcId="{6B8787EF-105A-4B67-9772-9ABE6EC8EDB9}" destId="{6AFDC561-9466-4C86-84F4-96CFFBBB7B3B}" srcOrd="0" destOrd="0" presId="urn:microsoft.com/office/officeart/2018/2/layout/IconVerticalSolidList"/>
    <dgm:cxn modelId="{5A25D6E3-D68A-4C44-8AC0-110808174C56}" type="presParOf" srcId="{4147953F-A707-4CBE-92FB-FA193B91A6F4}" destId="{478EC2BA-717F-48CD-B306-76FE57A9FB9F}" srcOrd="0" destOrd="0" presId="urn:microsoft.com/office/officeart/2018/2/layout/IconVerticalSolidList"/>
    <dgm:cxn modelId="{4940524E-567A-4B92-AFCA-9F0BFCA42DDB}" type="presParOf" srcId="{478EC2BA-717F-48CD-B306-76FE57A9FB9F}" destId="{B08F16E5-0AB0-4A73-ACE0-0B9B4A5D64CE}" srcOrd="0" destOrd="0" presId="urn:microsoft.com/office/officeart/2018/2/layout/IconVerticalSolidList"/>
    <dgm:cxn modelId="{6F19DBC9-6768-43D5-8F72-E92937D76218}" type="presParOf" srcId="{478EC2BA-717F-48CD-B306-76FE57A9FB9F}" destId="{672585AB-6627-45B6-A505-BAAD1D331D07}" srcOrd="1" destOrd="0" presId="urn:microsoft.com/office/officeart/2018/2/layout/IconVerticalSolidList"/>
    <dgm:cxn modelId="{574E52FB-918A-4175-891A-1B1451735DAF}" type="presParOf" srcId="{478EC2BA-717F-48CD-B306-76FE57A9FB9F}" destId="{7481CD80-12DB-42D1-B3AC-5F2547E4C6E2}" srcOrd="2" destOrd="0" presId="urn:microsoft.com/office/officeart/2018/2/layout/IconVerticalSolidList"/>
    <dgm:cxn modelId="{0EF5313B-EEE2-4D16-9E35-0D580AC87F0E}" type="presParOf" srcId="{478EC2BA-717F-48CD-B306-76FE57A9FB9F}" destId="{82B81880-156F-4095-8F71-8947E74A454C}" srcOrd="3" destOrd="0" presId="urn:microsoft.com/office/officeart/2018/2/layout/IconVerticalSolidList"/>
    <dgm:cxn modelId="{2B3B3F7F-88B9-49DF-8F17-C4E1A6EF79D2}" type="presParOf" srcId="{4147953F-A707-4CBE-92FB-FA193B91A6F4}" destId="{9E0F8795-5FC9-4D5A-993B-36A38BAC8F27}" srcOrd="1" destOrd="0" presId="urn:microsoft.com/office/officeart/2018/2/layout/IconVerticalSolidList"/>
    <dgm:cxn modelId="{231F875C-BE1E-457E-9CAC-879AFE6D19B7}" type="presParOf" srcId="{4147953F-A707-4CBE-92FB-FA193B91A6F4}" destId="{F79DA388-F257-4411-98B3-98DE9FB1C618}" srcOrd="2" destOrd="0" presId="urn:microsoft.com/office/officeart/2018/2/layout/IconVerticalSolidList"/>
    <dgm:cxn modelId="{A9FEAB52-A413-49BE-8EC2-76E0DAF28D19}" type="presParOf" srcId="{F79DA388-F257-4411-98B3-98DE9FB1C618}" destId="{9F685C4A-C895-41AD-87FA-C9D8BFCA8B0A}" srcOrd="0" destOrd="0" presId="urn:microsoft.com/office/officeart/2018/2/layout/IconVerticalSolidList"/>
    <dgm:cxn modelId="{1B37731C-A3CD-40F5-985B-102C6A81BD3F}" type="presParOf" srcId="{F79DA388-F257-4411-98B3-98DE9FB1C618}" destId="{BDC264A1-600A-4D8D-B9F4-0100F56C2D34}" srcOrd="1" destOrd="0" presId="urn:microsoft.com/office/officeart/2018/2/layout/IconVerticalSolidList"/>
    <dgm:cxn modelId="{A01A138C-EC01-46AE-9076-9827931B9FBD}" type="presParOf" srcId="{F79DA388-F257-4411-98B3-98DE9FB1C618}" destId="{21D19035-F0ED-458C-935D-8F0AD56E58E0}" srcOrd="2" destOrd="0" presId="urn:microsoft.com/office/officeart/2018/2/layout/IconVerticalSolidList"/>
    <dgm:cxn modelId="{FFD3AEF5-24BD-4B39-B78E-F1F1C41768E0}" type="presParOf" srcId="{F79DA388-F257-4411-98B3-98DE9FB1C618}" destId="{6AFDC561-9466-4C86-84F4-96CFFBBB7B3B}" srcOrd="3" destOrd="0" presId="urn:microsoft.com/office/officeart/2018/2/layout/IconVerticalSolidList"/>
    <dgm:cxn modelId="{A4FD189B-60AF-4A38-ADB4-568E14823A69}" type="presParOf" srcId="{4147953F-A707-4CBE-92FB-FA193B91A6F4}" destId="{DB0A97FB-48EA-411F-BB5A-A48BB0952B1E}" srcOrd="3" destOrd="0" presId="urn:microsoft.com/office/officeart/2018/2/layout/IconVerticalSolidList"/>
    <dgm:cxn modelId="{485C138B-CDB5-4A6E-860F-F981E332972C}" type="presParOf" srcId="{4147953F-A707-4CBE-92FB-FA193B91A6F4}" destId="{507067B4-FC0D-4543-BDA2-45F28784D310}" srcOrd="4" destOrd="0" presId="urn:microsoft.com/office/officeart/2018/2/layout/IconVerticalSolidList"/>
    <dgm:cxn modelId="{6744769B-21A3-4D6E-B109-2775837E5527}" type="presParOf" srcId="{507067B4-FC0D-4543-BDA2-45F28784D310}" destId="{899C9418-5BEE-493C-A169-220227FF4A96}" srcOrd="0" destOrd="0" presId="urn:microsoft.com/office/officeart/2018/2/layout/IconVerticalSolidList"/>
    <dgm:cxn modelId="{1532261C-B4D8-410C-88B9-C9AF889590B2}" type="presParOf" srcId="{507067B4-FC0D-4543-BDA2-45F28784D310}" destId="{26D309BF-2D7E-4E4B-97C1-B2FFDF742925}" srcOrd="1" destOrd="0" presId="urn:microsoft.com/office/officeart/2018/2/layout/IconVerticalSolidList"/>
    <dgm:cxn modelId="{EE2A0879-553A-462C-9275-B9630E76163D}" type="presParOf" srcId="{507067B4-FC0D-4543-BDA2-45F28784D310}" destId="{6B7A6452-252E-4A34-A88F-2B1B987D56D0}" srcOrd="2" destOrd="0" presId="urn:microsoft.com/office/officeart/2018/2/layout/IconVerticalSolidList"/>
    <dgm:cxn modelId="{0003E422-C7E8-4BFC-94FC-7159CA657586}" type="presParOf" srcId="{507067B4-FC0D-4543-BDA2-45F28784D310}" destId="{CF403347-5B35-401A-B7F8-DE9EC17165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03A871-5D6E-447E-8517-2EC84872C4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8EA1068-E91A-48EC-A20C-5253920D4AA7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Prediction model looked good</a:t>
          </a:r>
          <a:endParaRPr lang="en-US"/>
        </a:p>
      </dgm:t>
    </dgm:pt>
    <dgm:pt modelId="{2E7E493B-B210-4936-BD5D-BBD9929F8EAD}" type="parTrans" cxnId="{D8A89B36-B5F5-4F7A-9A00-0600606428A7}">
      <dgm:prSet/>
      <dgm:spPr/>
      <dgm:t>
        <a:bodyPr/>
        <a:lstStyle/>
        <a:p>
          <a:endParaRPr lang="en-US"/>
        </a:p>
      </dgm:t>
    </dgm:pt>
    <dgm:pt modelId="{D6DD1574-7CF9-4BFD-B680-8F87108BC46F}" type="sibTrans" cxnId="{D8A89B36-B5F5-4F7A-9A00-0600606428A7}">
      <dgm:prSet/>
      <dgm:spPr/>
      <dgm:t>
        <a:bodyPr/>
        <a:lstStyle/>
        <a:p>
          <a:endParaRPr lang="en-US"/>
        </a:p>
      </dgm:t>
    </dgm:pt>
    <dgm:pt modelId="{FFAECC97-8C34-4BC3-8915-0856BA0257E0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Going to rework segmentation model</a:t>
          </a:r>
          <a:endParaRPr lang="en-US"/>
        </a:p>
      </dgm:t>
    </dgm:pt>
    <dgm:pt modelId="{519E4928-E8F4-48E0-8C8A-5C522797E6F2}" type="parTrans" cxnId="{FB95325C-B128-4451-BFCF-D5B3593E0C16}">
      <dgm:prSet/>
      <dgm:spPr/>
      <dgm:t>
        <a:bodyPr/>
        <a:lstStyle/>
        <a:p>
          <a:endParaRPr lang="en-US"/>
        </a:p>
      </dgm:t>
    </dgm:pt>
    <dgm:pt modelId="{05CBB206-19E1-40D9-A0FB-C41BE6BE8502}" type="sibTrans" cxnId="{FB95325C-B128-4451-BFCF-D5B3593E0C16}">
      <dgm:prSet/>
      <dgm:spPr/>
      <dgm:t>
        <a:bodyPr/>
        <a:lstStyle/>
        <a:p>
          <a:endParaRPr lang="en-US"/>
        </a:p>
      </dgm:t>
    </dgm:pt>
    <dgm:pt modelId="{B47D54AB-B021-4A23-BD8C-8E28AA0A2861}" type="pres">
      <dgm:prSet presAssocID="{2603A871-5D6E-447E-8517-2EC84872C45E}" presName="root" presStyleCnt="0">
        <dgm:presLayoutVars>
          <dgm:dir/>
          <dgm:resizeHandles val="exact"/>
        </dgm:presLayoutVars>
      </dgm:prSet>
      <dgm:spPr/>
    </dgm:pt>
    <dgm:pt modelId="{8C14FD96-CAC2-4B78-A644-A916C51F01D5}" type="pres">
      <dgm:prSet presAssocID="{E8EA1068-E91A-48EC-A20C-5253920D4AA7}" presName="compNode" presStyleCnt="0"/>
      <dgm:spPr/>
    </dgm:pt>
    <dgm:pt modelId="{F2D064C6-63E2-4FB0-8DD0-724E583696AF}" type="pres">
      <dgm:prSet presAssocID="{E8EA1068-E91A-48EC-A20C-5253920D4AA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69A405-0F1B-4C0F-83E3-B0DC6E83FA95}" type="pres">
      <dgm:prSet presAssocID="{E8EA1068-E91A-48EC-A20C-5253920D4AA7}" presName="spaceRect" presStyleCnt="0"/>
      <dgm:spPr/>
    </dgm:pt>
    <dgm:pt modelId="{AD18617B-BF58-4FEC-A3A4-34AF979406E7}" type="pres">
      <dgm:prSet presAssocID="{E8EA1068-E91A-48EC-A20C-5253920D4AA7}" presName="textRect" presStyleLbl="revTx" presStyleIdx="0" presStyleCnt="2">
        <dgm:presLayoutVars>
          <dgm:chMax val="1"/>
          <dgm:chPref val="1"/>
        </dgm:presLayoutVars>
      </dgm:prSet>
      <dgm:spPr/>
    </dgm:pt>
    <dgm:pt modelId="{6A08EE12-2101-48B1-A779-DC4195D79A5D}" type="pres">
      <dgm:prSet presAssocID="{D6DD1574-7CF9-4BFD-B680-8F87108BC46F}" presName="sibTrans" presStyleCnt="0"/>
      <dgm:spPr/>
    </dgm:pt>
    <dgm:pt modelId="{C5DCF7A4-484E-40B8-AB46-4479DCF60618}" type="pres">
      <dgm:prSet presAssocID="{FFAECC97-8C34-4BC3-8915-0856BA0257E0}" presName="compNode" presStyleCnt="0"/>
      <dgm:spPr/>
    </dgm:pt>
    <dgm:pt modelId="{4CFF1CF8-3E5A-4C2C-8B97-55F484B11481}" type="pres">
      <dgm:prSet presAssocID="{FFAECC97-8C34-4BC3-8915-0856BA0257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1A8ED5B-D6C4-42BD-8FE9-A120012D9160}" type="pres">
      <dgm:prSet presAssocID="{FFAECC97-8C34-4BC3-8915-0856BA0257E0}" presName="spaceRect" presStyleCnt="0"/>
      <dgm:spPr/>
    </dgm:pt>
    <dgm:pt modelId="{C33EA16C-7D7A-416E-AE0E-D2263B7EC2C9}" type="pres">
      <dgm:prSet presAssocID="{FFAECC97-8C34-4BC3-8915-0856BA0257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8A89B36-B5F5-4F7A-9A00-0600606428A7}" srcId="{2603A871-5D6E-447E-8517-2EC84872C45E}" destId="{E8EA1068-E91A-48EC-A20C-5253920D4AA7}" srcOrd="0" destOrd="0" parTransId="{2E7E493B-B210-4936-BD5D-BBD9929F8EAD}" sibTransId="{D6DD1574-7CF9-4BFD-B680-8F87108BC46F}"/>
    <dgm:cxn modelId="{FB95325C-B128-4451-BFCF-D5B3593E0C16}" srcId="{2603A871-5D6E-447E-8517-2EC84872C45E}" destId="{FFAECC97-8C34-4BC3-8915-0856BA0257E0}" srcOrd="1" destOrd="0" parTransId="{519E4928-E8F4-48E0-8C8A-5C522797E6F2}" sibTransId="{05CBB206-19E1-40D9-A0FB-C41BE6BE8502}"/>
    <dgm:cxn modelId="{F97AA55A-0BD7-4E70-A7CE-E97C7DD1C302}" type="presOf" srcId="{E8EA1068-E91A-48EC-A20C-5253920D4AA7}" destId="{AD18617B-BF58-4FEC-A3A4-34AF979406E7}" srcOrd="0" destOrd="0" presId="urn:microsoft.com/office/officeart/2018/2/layout/IconLabelList"/>
    <dgm:cxn modelId="{1FEB1B97-4E51-49C0-967E-E1605A97763B}" type="presOf" srcId="{2603A871-5D6E-447E-8517-2EC84872C45E}" destId="{B47D54AB-B021-4A23-BD8C-8E28AA0A2861}" srcOrd="0" destOrd="0" presId="urn:microsoft.com/office/officeart/2018/2/layout/IconLabelList"/>
    <dgm:cxn modelId="{B75DCFE7-37DE-491C-B4BD-482BDD7A6EE4}" type="presOf" srcId="{FFAECC97-8C34-4BC3-8915-0856BA0257E0}" destId="{C33EA16C-7D7A-416E-AE0E-D2263B7EC2C9}" srcOrd="0" destOrd="0" presId="urn:microsoft.com/office/officeart/2018/2/layout/IconLabelList"/>
    <dgm:cxn modelId="{DF7ECCA9-D6A7-46BE-B8A3-54314FB91D4E}" type="presParOf" srcId="{B47D54AB-B021-4A23-BD8C-8E28AA0A2861}" destId="{8C14FD96-CAC2-4B78-A644-A916C51F01D5}" srcOrd="0" destOrd="0" presId="urn:microsoft.com/office/officeart/2018/2/layout/IconLabelList"/>
    <dgm:cxn modelId="{EB559D0C-6D57-4752-B706-059ABBEE4B4B}" type="presParOf" srcId="{8C14FD96-CAC2-4B78-A644-A916C51F01D5}" destId="{F2D064C6-63E2-4FB0-8DD0-724E583696AF}" srcOrd="0" destOrd="0" presId="urn:microsoft.com/office/officeart/2018/2/layout/IconLabelList"/>
    <dgm:cxn modelId="{ED77A802-ECEA-4177-9305-F0E7CE9EE855}" type="presParOf" srcId="{8C14FD96-CAC2-4B78-A644-A916C51F01D5}" destId="{A469A405-0F1B-4C0F-83E3-B0DC6E83FA95}" srcOrd="1" destOrd="0" presId="urn:microsoft.com/office/officeart/2018/2/layout/IconLabelList"/>
    <dgm:cxn modelId="{F74C121D-F566-4421-90E4-9F3BB0571494}" type="presParOf" srcId="{8C14FD96-CAC2-4B78-A644-A916C51F01D5}" destId="{AD18617B-BF58-4FEC-A3A4-34AF979406E7}" srcOrd="2" destOrd="0" presId="urn:microsoft.com/office/officeart/2018/2/layout/IconLabelList"/>
    <dgm:cxn modelId="{B509E6AE-2D31-4D11-8393-6CD29D04A983}" type="presParOf" srcId="{B47D54AB-B021-4A23-BD8C-8E28AA0A2861}" destId="{6A08EE12-2101-48B1-A779-DC4195D79A5D}" srcOrd="1" destOrd="0" presId="urn:microsoft.com/office/officeart/2018/2/layout/IconLabelList"/>
    <dgm:cxn modelId="{615F1602-75E2-40CA-BA44-8171A52434B9}" type="presParOf" srcId="{B47D54AB-B021-4A23-BD8C-8E28AA0A2861}" destId="{C5DCF7A4-484E-40B8-AB46-4479DCF60618}" srcOrd="2" destOrd="0" presId="urn:microsoft.com/office/officeart/2018/2/layout/IconLabelList"/>
    <dgm:cxn modelId="{FFBA7EDF-301F-4103-8229-698792E948C6}" type="presParOf" srcId="{C5DCF7A4-484E-40B8-AB46-4479DCF60618}" destId="{4CFF1CF8-3E5A-4C2C-8B97-55F484B11481}" srcOrd="0" destOrd="0" presId="urn:microsoft.com/office/officeart/2018/2/layout/IconLabelList"/>
    <dgm:cxn modelId="{00B23D29-37B0-4873-8651-D864C488EFC4}" type="presParOf" srcId="{C5DCF7A4-484E-40B8-AB46-4479DCF60618}" destId="{41A8ED5B-D6C4-42BD-8FE9-A120012D9160}" srcOrd="1" destOrd="0" presId="urn:microsoft.com/office/officeart/2018/2/layout/IconLabelList"/>
    <dgm:cxn modelId="{746233F4-FC26-46CD-AB68-2A126CCE6B26}" type="presParOf" srcId="{C5DCF7A4-484E-40B8-AB46-4479DCF60618}" destId="{C33EA16C-7D7A-416E-AE0E-D2263B7EC2C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F16E5-0AB0-4A73-ACE0-0B9B4A5D64CE}">
      <dsp:nvSpPr>
        <dsp:cNvPr id="0" name=""/>
        <dsp:cNvSpPr/>
      </dsp:nvSpPr>
      <dsp:spPr>
        <a:xfrm>
          <a:off x="0" y="512"/>
          <a:ext cx="8777329" cy="12001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585AB-6627-45B6-A505-BAAD1D331D07}">
      <dsp:nvSpPr>
        <dsp:cNvPr id="0" name=""/>
        <dsp:cNvSpPr/>
      </dsp:nvSpPr>
      <dsp:spPr>
        <a:xfrm>
          <a:off x="363039" y="270542"/>
          <a:ext cx="660071" cy="6600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81880-156F-4095-8F71-8947E74A454C}">
      <dsp:nvSpPr>
        <dsp:cNvPr id="0" name=""/>
        <dsp:cNvSpPr/>
      </dsp:nvSpPr>
      <dsp:spPr>
        <a:xfrm>
          <a:off x="1386149" y="512"/>
          <a:ext cx="7391179" cy="1200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14" tIns="127014" rIns="127014" bIns="1270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Plan For Previous Team's Code</a:t>
          </a:r>
          <a:endParaRPr lang="en-US" sz="2500" kern="1200"/>
        </a:p>
      </dsp:txBody>
      <dsp:txXfrm>
        <a:off x="1386149" y="512"/>
        <a:ext cx="7391179" cy="1200129"/>
      </dsp:txXfrm>
    </dsp:sp>
    <dsp:sp modelId="{9F685C4A-C895-41AD-87FA-C9D8BFCA8B0A}">
      <dsp:nvSpPr>
        <dsp:cNvPr id="0" name=""/>
        <dsp:cNvSpPr/>
      </dsp:nvSpPr>
      <dsp:spPr>
        <a:xfrm>
          <a:off x="0" y="1500674"/>
          <a:ext cx="8777329" cy="12001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264A1-600A-4D8D-B9F4-0100F56C2D34}">
      <dsp:nvSpPr>
        <dsp:cNvPr id="0" name=""/>
        <dsp:cNvSpPr/>
      </dsp:nvSpPr>
      <dsp:spPr>
        <a:xfrm>
          <a:off x="363039" y="1770703"/>
          <a:ext cx="660071" cy="6600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DC561-9466-4C86-84F4-96CFFBBB7B3B}">
      <dsp:nvSpPr>
        <dsp:cNvPr id="0" name=""/>
        <dsp:cNvSpPr/>
      </dsp:nvSpPr>
      <dsp:spPr>
        <a:xfrm>
          <a:off x="1386149" y="1500674"/>
          <a:ext cx="7391179" cy="1200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14" tIns="127014" rIns="127014" bIns="1270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Current Segmentation Plan</a:t>
          </a:r>
          <a:endParaRPr lang="en-US" sz="2500" kern="1200"/>
        </a:p>
      </dsp:txBody>
      <dsp:txXfrm>
        <a:off x="1386149" y="1500674"/>
        <a:ext cx="7391179" cy="1200129"/>
      </dsp:txXfrm>
    </dsp:sp>
    <dsp:sp modelId="{899C9418-5BEE-493C-A169-220227FF4A96}">
      <dsp:nvSpPr>
        <dsp:cNvPr id="0" name=""/>
        <dsp:cNvSpPr/>
      </dsp:nvSpPr>
      <dsp:spPr>
        <a:xfrm>
          <a:off x="0" y="3000836"/>
          <a:ext cx="8777329" cy="12001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363039" y="3270865"/>
          <a:ext cx="660071" cy="66007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1386149" y="3000836"/>
          <a:ext cx="7391179" cy="1200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14" tIns="127014" rIns="127014" bIns="127014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Further Data Analysis</a:t>
          </a:r>
        </a:p>
      </dsp:txBody>
      <dsp:txXfrm>
        <a:off x="1386149" y="3000836"/>
        <a:ext cx="7391179" cy="12001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064C6-63E2-4FB0-8DD0-724E583696AF}">
      <dsp:nvSpPr>
        <dsp:cNvPr id="0" name=""/>
        <dsp:cNvSpPr/>
      </dsp:nvSpPr>
      <dsp:spPr>
        <a:xfrm>
          <a:off x="1419095" y="53363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8617B-BF58-4FEC-A3A4-34AF979406E7}">
      <dsp:nvSpPr>
        <dsp:cNvPr id="0" name=""/>
        <dsp:cNvSpPr/>
      </dsp:nvSpPr>
      <dsp:spPr>
        <a:xfrm>
          <a:off x="231095" y="294784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Schoolbook" panose="02040604050505020304"/>
            </a:rPr>
            <a:t>Prediction model looked good</a:t>
          </a:r>
          <a:endParaRPr lang="en-US" sz="2600" kern="1200"/>
        </a:p>
      </dsp:txBody>
      <dsp:txXfrm>
        <a:off x="231095" y="2947841"/>
        <a:ext cx="4320000" cy="720000"/>
      </dsp:txXfrm>
    </dsp:sp>
    <dsp:sp modelId="{4CFF1CF8-3E5A-4C2C-8B97-55F484B11481}">
      <dsp:nvSpPr>
        <dsp:cNvPr id="0" name=""/>
        <dsp:cNvSpPr/>
      </dsp:nvSpPr>
      <dsp:spPr>
        <a:xfrm>
          <a:off x="6495095" y="53363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EA16C-7D7A-416E-AE0E-D2263B7EC2C9}">
      <dsp:nvSpPr>
        <dsp:cNvPr id="0" name=""/>
        <dsp:cNvSpPr/>
      </dsp:nvSpPr>
      <dsp:spPr>
        <a:xfrm>
          <a:off x="5307095" y="294784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entury Schoolbook" panose="02040604050505020304"/>
            </a:rPr>
            <a:t>Going to rework segmentation model</a:t>
          </a:r>
          <a:endParaRPr lang="en-US" sz="2600" kern="1200"/>
        </a:p>
      </dsp:txBody>
      <dsp:txXfrm>
        <a:off x="5307095" y="294784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8324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2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817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6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5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1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9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6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9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2/7/2025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172718"/>
              </p:ext>
            </p:extLst>
          </p:nvPr>
        </p:nvGraphicFramePr>
        <p:xfrm>
          <a:off x="1262063" y="2013054"/>
          <a:ext cx="8777329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37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AC3B9-2A52-B51A-D8EE-90A85703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en-US"/>
              <a:t>Previous Team's Code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C0CC16-9845-781F-71F4-5C6A22DC8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761750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92BED-CFEB-3D90-3353-40B368C3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Current Segmentation Plan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224B5E0-025A-FE21-1DBB-D91A0EB1D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/>
              <a:t>Improve on current segmentation by changing number of clusters, using different features, etc.</a:t>
            </a:r>
            <a:endParaRPr lang="en-US"/>
          </a:p>
          <a:p>
            <a:pPr marL="457200" indent="-457200">
              <a:buAutoNum type="arabicPeriod"/>
            </a:pPr>
            <a:r>
              <a:rPr lang="en-US" sz="2400"/>
              <a:t>Achieve a good silhouette score.</a:t>
            </a:r>
            <a:endParaRPr lang="en-US" spc="0"/>
          </a:p>
          <a:p>
            <a:pPr marL="457200" indent="-457200">
              <a:buAutoNum type="arabicPeriod"/>
            </a:pPr>
            <a:r>
              <a:rPr lang="en-US" sz="2400"/>
              <a:t>Build</a:t>
            </a:r>
            <a:r>
              <a:rPr lang="en-US" sz="2400" spc="10">
                <a:solidFill>
                  <a:srgbClr val="000000"/>
                </a:solidFill>
              </a:rPr>
              <a:t> off prediction model (assuming it still works well with new clustering).</a:t>
            </a:r>
            <a:endParaRPr lang="en-US" sz="2400" spc="0"/>
          </a:p>
          <a:p>
            <a:pPr marL="457200" indent="-457200">
              <a:buAutoNum type="arabicPeriod"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457200" indent="-457200">
              <a:buAutoNum type="arabicPeriod"/>
            </a:pPr>
            <a:endParaRPr lang="en-US" sz="2400"/>
          </a:p>
          <a:p>
            <a:pPr marL="457200" indent="-457200">
              <a:buAutoNum type="arabicPeriod"/>
            </a:pP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934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3090-2FBA-6EC8-1BB6-90B55E08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Furthered Data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397457-2183-C75E-724D-AC1C8D54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767" y="1691217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2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bar chart&#10;&#10;AI-generated content may be incorrect.">
            <a:extLst>
              <a:ext uri="{FF2B5EF4-FFF2-40B4-BE49-F238E27FC236}">
                <a16:creationId xmlns:a16="http://schemas.microsoft.com/office/drawing/2014/main" id="{034829DB-67AE-62FA-BFF3-26DECA6FB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047750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269976F9-535A-22A8-87DE-1DBF2513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6" y="728086"/>
            <a:ext cx="10820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" name="Picture 1" descr="A graph with green and orange lines&#10;&#10;AI-generated content may be incorrect.">
            <a:extLst>
              <a:ext uri="{FF2B5EF4-FFF2-40B4-BE49-F238E27FC236}">
                <a16:creationId xmlns:a16="http://schemas.microsoft.com/office/drawing/2014/main" id="{CCE67AD9-7CD2-4160-169B-70782BAA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233" y="643467"/>
            <a:ext cx="711957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68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B33EF95-E91B-40C4-A692-E9106529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3CAC5D-D424-4EE2-A0C2-72ED7A88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showing a number of customers&#10;&#10;AI-generated content may be incorrect.">
            <a:extLst>
              <a:ext uri="{FF2B5EF4-FFF2-40B4-BE49-F238E27FC236}">
                <a16:creationId xmlns:a16="http://schemas.microsoft.com/office/drawing/2014/main" id="{EB0130D9-033E-8592-1A36-96EAB49A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57153"/>
            <a:ext cx="5371395" cy="3343693"/>
          </a:xfrm>
          <a:prstGeom prst="rect">
            <a:avLst/>
          </a:prstGeom>
        </p:spPr>
      </p:pic>
      <p:pic>
        <p:nvPicPr>
          <p:cNvPr id="3" name="Picture 2" descr="A red and blue bar graph&#10;&#10;AI-generated content may be incorrect.">
            <a:extLst>
              <a:ext uri="{FF2B5EF4-FFF2-40B4-BE49-F238E27FC236}">
                <a16:creationId xmlns:a16="http://schemas.microsoft.com/office/drawing/2014/main" id="{837918BC-31A8-1170-B832-AECE89879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729" y="1754613"/>
            <a:ext cx="5371395" cy="3343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2989DC-380B-819E-3935-2AC692A6DF10}"/>
              </a:ext>
            </a:extLst>
          </p:cNvPr>
          <p:cNvSpPr txBox="1"/>
          <p:nvPr/>
        </p:nvSpPr>
        <p:spPr>
          <a:xfrm>
            <a:off x="1927123" y="5555226"/>
            <a:ext cx="270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 Revenue – $223m</a:t>
            </a:r>
          </a:p>
        </p:txBody>
      </p:sp>
    </p:spTree>
    <p:extLst>
      <p:ext uri="{BB962C8B-B14F-4D97-AF65-F5344CB8AC3E}">
        <p14:creationId xmlns:p14="http://schemas.microsoft.com/office/powerpoint/2010/main" val="637780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View</vt:lpstr>
      <vt:lpstr>Intuilize – Cluster Commanders Customer Segmentation &amp; Prediction  Weekly Meeting 2/7/2025</vt:lpstr>
      <vt:lpstr>Agenda</vt:lpstr>
      <vt:lpstr>Previous Team's Code</vt:lpstr>
      <vt:lpstr>Current Segmentation Plan</vt:lpstr>
      <vt:lpstr>Furthered Data Analysis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2025-02-07T17:31:28Z</dcterms:modified>
</cp:coreProperties>
</file>