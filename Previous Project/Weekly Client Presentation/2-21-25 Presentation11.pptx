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73" r:id="rId4"/>
    <p:sldId id="267" r:id="rId5"/>
    <p:sldId id="270" r:id="rId6"/>
    <p:sldId id="271" r:id="rId7"/>
    <p:sldId id="258" r:id="rId8"/>
    <p:sldId id="272" r:id="rId9"/>
    <p:sldId id="26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del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10" creationId="{F747F1B4-B831-4277-8AB0-32767F7EB7BF}"/>
          </ac:spMkLst>
        </pc:spChg>
        <pc:spChg chg="del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12" creationId="{D80CFA21-AB7C-4BEB-9BFF-05764FBBF3C6}"/>
          </ac:spMkLst>
        </pc:spChg>
        <pc:spChg chg="del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14" creationId="{12F7E335-851A-4CAE-B09F-E657819D4600}"/>
          </ac:spMkLst>
        </pc:spChg>
        <pc:spChg chg="del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16" creationId="{10B541F0-7F6E-402E-84D8-CF96EACA5FBC}"/>
          </ac:spMkLst>
        </pc:spChg>
        <pc:spChg chg="del 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4" creationId="{4752785B-CC47-3F06-9FFE-E2613754DCB7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  <pc:spChg chg="mod">
          <ac:chgData name="Lakku, Sai Keertana R" userId="S::kb7924tj@go.minnstate.edu::aa713373-d62e-42be-a5fb-296135668942" providerId="AD" clId="Web-{55809949-4BA6-31A0-30FC-BD82EA129E1F}" dt="2025-02-21T16:29:59.443" v="57" actId="20577"/>
          <ac:spMkLst>
            <pc:docMk/>
            <pc:sldMk cId="3481272266" sldId="266"/>
            <ac:spMk id="3" creationId="{E4724EF8-4F24-2497-6BCE-B45E916E1FE2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  <pc:spChg chg="mod">
          <ac:chgData name="Lakku, Sai Keertana R" userId="S::kb7924tj@go.minnstate.edu::aa713373-d62e-42be-a5fb-296135668942" providerId="AD" clId="Web-{55809949-4BA6-31A0-30FC-BD82EA129E1F}" dt="2025-02-21T16:27:28.644" v="4" actId="20577"/>
          <ac:spMkLst>
            <pc:docMk/>
            <pc:sldMk cId="1105610437" sldId="268"/>
            <ac:spMk id="2" creationId="{BDF2E3C0-53AA-23E1-FDEE-DDB11768DA93}"/>
          </ac:spMkLst>
        </pc:spChg>
        <pc:spChg chg="mod">
          <ac:chgData name="Lakku, Sai Keertana R" userId="S::kb7924tj@go.minnstate.edu::aa713373-d62e-42be-a5fb-296135668942" providerId="AD" clId="Web-{55809949-4BA6-31A0-30FC-BD82EA129E1F}" dt="2025-02-21T16:29:21.912" v="52" actId="20577"/>
          <ac:spMkLst>
            <pc:docMk/>
            <pc:sldMk cId="1105610437" sldId="268"/>
            <ac:spMk id="3" creationId="{5460FAA3-0F1A-5041-CDAC-41930A09D787}"/>
          </ac:spMkLst>
        </pc:spChg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del 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3" creationId="{B725E455-A960-7D5B-BCC5-85440DD53D7B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del 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3" creationId="{36986009-BB21-FF2F-49E5-5C5B958886D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spChg chg="add del mod">
          <ac:chgData name="Lakku, Sai Keertana R" userId="S::kb7924tj@go.minnstate.edu::aa713373-d62e-42be-a5fb-296135668942" providerId="AD" clId="Web-{9FEA75D6-2E57-8A5D-906F-0FD5885D31A6}" dt="2025-02-21T16:44:23.135" v="6"/>
          <ac:spMkLst>
            <pc:docMk/>
            <pc:sldMk cId="886379872" sldId="257"/>
            <ac:spMk id="87" creationId="{EF3862EF-9675-987F-80F2-ECA56C792B86}"/>
          </ac:spMkLst>
        </pc:spChg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  <pc:spChg chg="add mod">
          <ac:chgData name="Lakku, Sai Keertana R" userId="S::kb7924tj@go.minnstate.edu::aa713373-d62e-42be-a5fb-296135668942" providerId="AD" clId="Web-{21C7DA03-CA7E-CD3B-3EDF-5DD967C42C77}" dt="2025-02-21T16:26:06.694" v="201" actId="20577"/>
          <ac:spMkLst>
            <pc:docMk/>
            <pc:sldMk cId="38658698" sldId="258"/>
            <ac:spMk id="24" creationId="{4752785B-CC47-3F06-9FFE-E2613754DCB7}"/>
          </ac:spMkLst>
        </pc:spChg>
        <pc:spChg chg="add del">
          <ac:chgData name="Lakku, Sai Keertana R" userId="S::kb7924tj@go.minnstate.edu::aa713373-d62e-42be-a5fb-296135668942" providerId="AD" clId="Web-{21C7DA03-CA7E-CD3B-3EDF-5DD967C42C77}" dt="2025-02-21T16:20:24.962" v="73"/>
          <ac:spMkLst>
            <pc:docMk/>
            <pc:sldMk cId="38658698" sldId="258"/>
            <ac:spMk id="25" creationId="{BA398699-8495-F80F-573A-71212571D526}"/>
          </ac:spMkLst>
        </pc:spChg>
        <pc:graphicFrameChg chg="del mod">
          <ac:chgData name="Lakku, Sai Keertana R" userId="S::kb7924tj@go.minnstate.edu::aa713373-d62e-42be-a5fb-296135668942" providerId="AD" clId="Web-{21C7DA03-CA7E-CD3B-3EDF-5DD967C42C77}" dt="2025-02-21T16:20:18.946" v="71"/>
          <ac:graphicFrameMkLst>
            <pc:docMk/>
            <pc:sldMk cId="38658698" sldId="258"/>
            <ac:graphicFrameMk id="5" creationId="{C7C0CC16-9845-781F-71F4-5C6A22DC8F46}"/>
          </ac:graphicFrameMkLst>
        </pc:graphicFrame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del">
          <ac:chgData name="Srinivasa Reddy, Shashank reddy" userId="S::qn1833ep@go.minnstate.edu::5f8d5532-cbd8-40c0-aa18-97830f20e260" providerId="AD" clId="Web-{DDD9CB3A-D437-50AB-39BD-7C98B75F5347}" dt="2025-02-21T17:01:50.016" v="5"/>
          <ac:spMkLst>
            <pc:docMk/>
            <pc:sldMk cId="1987320157" sldId="267"/>
            <ac:spMk id="3" creationId="{716BF3D2-33F6-8C5A-1988-A155A6BE0D63}"/>
          </ac:spMkLst>
        </pc:spChg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spChg chg="del mod">
          <ac:chgData name="Srinivasa Reddy, Shashank reddy" userId="S::qn1833ep@go.minnstate.edu::5f8d5532-cbd8-40c0-aa18-97830f20e260" providerId="AD" clId="Web-{DDD9CB3A-D437-50AB-39BD-7C98B75F5347}" dt="2025-02-21T17:01:27.202" v="1"/>
          <ac:spMkLst>
            <pc:docMk/>
            <pc:sldMk cId="3515090267" sldId="270"/>
            <ac:spMk id="3" creationId="{D1C02DBB-1CDC-C158-5CA5-35DEA4877CDE}"/>
          </ac:spMkLst>
        </pc:spChg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  <pc:spChg chg="add del mod">
          <ac:chgData name="Srinivasa Reddy, Shashank reddy" userId="S::qn1833ep@go.minnstate.edu::5f8d5532-cbd8-40c0-aa18-97830f20e260" providerId="AD" clId="Web-{DDD9CB3A-D437-50AB-39BD-7C98B75F5347}" dt="2025-02-21T17:10:09.379" v="249"/>
          <ac:spMkLst>
            <pc:docMk/>
            <pc:sldMk cId="1656249528" sldId="273"/>
            <ac:spMk id="5" creationId="{7FCD90F0-CE61-AA3E-8682-47B831D165B4}"/>
          </ac:spMkLst>
        </pc:spChg>
        <pc:spChg chg="add mod">
          <ac:chgData name="Srinivasa Reddy, Shashank reddy" userId="S::qn1833ep@go.minnstate.edu::5f8d5532-cbd8-40c0-aa18-97830f20e260" providerId="AD" clId="Web-{DDD9CB3A-D437-50AB-39BD-7C98B75F5347}" dt="2025-02-21T17:13:04.980" v="312" actId="20577"/>
          <ac:spMkLst>
            <pc:docMk/>
            <pc:sldMk cId="1656249528" sldId="273"/>
            <ac:spMk id="6" creationId="{517CD70C-E249-1C4A-7A66-32A36B4BB5CC}"/>
          </ac:spMkLst>
        </pc:spChg>
        <pc:spChg chg="add mod">
          <ac:chgData name="Srinivasa Reddy, Shashank reddy" userId="S::qn1833ep@go.minnstate.edu::5f8d5532-cbd8-40c0-aa18-97830f20e260" providerId="AD" clId="Web-{DDD9CB3A-D437-50AB-39BD-7C98B75F5347}" dt="2025-02-21T17:12:45.620" v="309" actId="1076"/>
          <ac:spMkLst>
            <pc:docMk/>
            <pc:sldMk cId="1656249528" sldId="273"/>
            <ac:spMk id="7" creationId="{037204CA-53E4-FFCF-ECFA-2F596608CD9D}"/>
          </ac:spMkLst>
        </pc:sp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spChg chg="del">
          <ac:chgData name="Wilkins, Graham C" userId="S::bh5884is@go.minnstate.edu::d858373d-d4a5-4d5a-af0d-fcf67a33b3d5" providerId="AD" clId="Web-{31106DFC-D532-26BB-50FA-8A9ECCEE5849}" dt="2025-02-21T16:46:25.954" v="1"/>
          <ac:spMkLst>
            <pc:docMk/>
            <pc:sldMk cId="3503842829" sldId="272"/>
            <ac:spMk id="3" creationId="{E430B085-4282-2741-1077-3C0E348CD408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637BA54-32B7-431A-8E50-31211FEFEDF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Feature Selection</a:t>
          </a:r>
          <a:endParaRPr lang="en-US"/>
        </a:p>
      </dgm:t>
    </dgm:pt>
    <dgm:pt modelId="{19FA6DAF-DBA8-4000-B293-E2B5B4AB0DA4}" type="parTrans" cxnId="{CD6EF40F-47C8-430E-85E9-AF727F97D1D2}">
      <dgm:prSet/>
      <dgm:spPr/>
      <dgm:t>
        <a:bodyPr/>
        <a:lstStyle/>
        <a:p>
          <a:endParaRPr lang="en-US"/>
        </a:p>
      </dgm:t>
    </dgm:pt>
    <dgm:pt modelId="{D3ADAED7-3A0C-4D71-9557-1199C764C54D}" type="sibTrans" cxnId="{CD6EF40F-47C8-430E-85E9-AF727F97D1D2}">
      <dgm:prSet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ML Model Analysis</a:t>
          </a:r>
        </a:p>
      </dgm:t>
    </dgm:pt>
    <dgm:pt modelId="{C04FB20D-AA03-4BDF-ADDC-105154080B03}" type="parTrans" cxnId="{2FB5DF13-142B-46AD-BE08-5EB7E8AF6290}">
      <dgm:prSet/>
      <dgm:spPr/>
    </dgm:pt>
    <dgm:pt modelId="{C398F7E2-D652-4DEE-9E6E-C33DDD66E17E}" type="sibTrans" cxnId="{2FB5DF13-142B-46AD-BE08-5EB7E8AF6290}">
      <dgm:prSet/>
      <dgm:spPr/>
    </dgm:pt>
    <dgm:pt modelId="{5897F250-CF84-48DA-A95C-BD814898508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Outliers</a:t>
          </a:r>
        </a:p>
      </dgm:t>
    </dgm:pt>
    <dgm:pt modelId="{C6483298-76CC-4322-9692-32ED74973BE7}" type="parTrans" cxnId="{BE8E0897-5CAF-4A67-A37C-81A9DE5D846A}">
      <dgm:prSet/>
      <dgm:spPr/>
    </dgm:pt>
    <dgm:pt modelId="{70C68A65-33D5-4B25-98C2-BF1B865DFE1B}" type="sibTrans" cxnId="{BE8E0897-5CAF-4A67-A37C-81A9DE5D846A}">
      <dgm:prSet/>
      <dgm:spPr/>
    </dgm:pt>
    <dgm:pt modelId="{E99B0EF7-498A-4D3C-A749-30C2B6B3BA5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Next Steps</a:t>
          </a:r>
        </a:p>
      </dgm:t>
    </dgm:pt>
    <dgm:pt modelId="{13C43920-A01E-40F9-A219-D5EEFA7F7CBA}" type="parTrans" cxnId="{BC731550-2DC2-44E5-8DC3-917A4640A588}">
      <dgm:prSet/>
      <dgm:spPr/>
    </dgm:pt>
    <dgm:pt modelId="{642B4EAE-1932-4A54-A9A7-E5BCCFC846CC}" type="sibTrans" cxnId="{BC731550-2DC2-44E5-8DC3-917A4640A588}">
      <dgm:prSet/>
      <dgm:spPr/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478EC2BA-717F-48CD-B306-76FE57A9FB9F}" type="pres">
      <dgm:prSet presAssocID="{2637BA54-32B7-431A-8E50-31211FEFEDF1}" presName="compNode" presStyleCnt="0"/>
      <dgm:spPr/>
    </dgm:pt>
    <dgm:pt modelId="{B08F16E5-0AB0-4A73-ACE0-0B9B4A5D64CE}" type="pres">
      <dgm:prSet presAssocID="{2637BA54-32B7-431A-8E50-31211FEFEDF1}" presName="bgRect" presStyleLbl="bgShp" presStyleIdx="0" presStyleCnt="4"/>
      <dgm:spPr/>
    </dgm:pt>
    <dgm:pt modelId="{672585AB-6627-45B6-A505-BAAD1D331D07}" type="pres">
      <dgm:prSet presAssocID="{2637BA54-32B7-431A-8E50-31211FEFED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481CD80-12DB-42D1-B3AC-5F2547E4C6E2}" type="pres">
      <dgm:prSet presAssocID="{2637BA54-32B7-431A-8E50-31211FEFEDF1}" presName="spaceRect" presStyleCnt="0"/>
      <dgm:spPr/>
    </dgm:pt>
    <dgm:pt modelId="{82B81880-156F-4095-8F71-8947E74A454C}" type="pres">
      <dgm:prSet presAssocID="{2637BA54-32B7-431A-8E50-31211FEFEDF1}" presName="parTx" presStyleLbl="revTx" presStyleIdx="0" presStyleCnt="4">
        <dgm:presLayoutVars>
          <dgm:chMax val="0"/>
          <dgm:chPref val="0"/>
        </dgm:presLayoutVars>
      </dgm:prSet>
      <dgm:spPr/>
    </dgm:pt>
    <dgm:pt modelId="{9E0F8795-5FC9-4D5A-993B-36A38BAC8F27}" type="pres">
      <dgm:prSet presAssocID="{D3ADAED7-3A0C-4D71-9557-1199C764C54D}" presName="sibTrans" presStyleCnt="0"/>
      <dgm:spPr/>
    </dgm:pt>
    <dgm:pt modelId="{3F633E74-D142-4AE8-BE7E-C78AE759C9FD}" type="pres">
      <dgm:prSet presAssocID="{5897F250-CF84-48DA-A95C-BD8148985082}" presName="compNode" presStyleCnt="0"/>
      <dgm:spPr/>
    </dgm:pt>
    <dgm:pt modelId="{8141336F-7FA0-4A9A-A1FA-6C7EE13495DF}" type="pres">
      <dgm:prSet presAssocID="{5897F250-CF84-48DA-A95C-BD8148985082}" presName="bgRect" presStyleLbl="bgShp" presStyleIdx="1" presStyleCnt="4"/>
      <dgm:spPr/>
    </dgm:pt>
    <dgm:pt modelId="{9560FCE5-5AFA-4646-8972-127F1FB0B7C9}" type="pres">
      <dgm:prSet presAssocID="{5897F250-CF84-48DA-A95C-BD8148985082}" presName="iconRect" presStyleLbl="node1" presStyleIdx="1" presStyleCnt="4"/>
      <dgm:spPr/>
    </dgm:pt>
    <dgm:pt modelId="{ADB3CAA5-F527-4EFD-A3ED-9EC40214A577}" type="pres">
      <dgm:prSet presAssocID="{5897F250-CF84-48DA-A95C-BD8148985082}" presName="spaceRect" presStyleCnt="0"/>
      <dgm:spPr/>
    </dgm:pt>
    <dgm:pt modelId="{D46ED023-9535-45DA-BA20-D0DE38069F85}" type="pres">
      <dgm:prSet presAssocID="{5897F250-CF84-48DA-A95C-BD8148985082}" presName="parTx" presStyleLbl="revTx" presStyleIdx="1" presStyleCnt="4">
        <dgm:presLayoutVars>
          <dgm:chMax val="0"/>
          <dgm:chPref val="0"/>
        </dgm:presLayoutVars>
      </dgm:prSet>
      <dgm:spPr/>
    </dgm:pt>
    <dgm:pt modelId="{7D2444E2-2F3C-4F69-855A-53335378D6D1}" type="pres">
      <dgm:prSet presAssocID="{70C68A65-33D5-4B25-98C2-BF1B865DFE1B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2" presStyleCnt="4"/>
      <dgm:spPr/>
    </dgm:pt>
    <dgm:pt modelId="{26D309BF-2D7E-4E4B-97C1-B2FFDF742925}" type="pres">
      <dgm:prSet presAssocID="{1C88F448-429B-45D3-BBA3-D45570DFF730}" presName="iconRect" presStyleLbl="node1" presStyleIdx="2" presStyleCnt="4"/>
      <dgm:spPr>
        <a:ln>
          <a:noFill/>
        </a:ln>
      </dgm:spPr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2" presStyleCnt="4">
        <dgm:presLayoutVars>
          <dgm:chMax val="0"/>
          <dgm:chPref val="0"/>
        </dgm:presLayoutVars>
      </dgm:prSet>
      <dgm:spPr/>
    </dgm:pt>
    <dgm:pt modelId="{EB3AC6C7-5701-4C00-B951-5C2B6A960075}" type="pres">
      <dgm:prSet presAssocID="{C398F7E2-D652-4DEE-9E6E-C33DDD66E17E}" presName="sibTrans" presStyleCnt="0"/>
      <dgm:spPr/>
    </dgm:pt>
    <dgm:pt modelId="{FC4A4218-4F98-42AB-BD74-DF0D9EE73C23}" type="pres">
      <dgm:prSet presAssocID="{E99B0EF7-498A-4D3C-A749-30C2B6B3BA54}" presName="compNode" presStyleCnt="0"/>
      <dgm:spPr/>
    </dgm:pt>
    <dgm:pt modelId="{45DAF4A5-2D1D-4533-BB46-4638676CB424}" type="pres">
      <dgm:prSet presAssocID="{E99B0EF7-498A-4D3C-A749-30C2B6B3BA54}" presName="bgRect" presStyleLbl="bgShp" presStyleIdx="3" presStyleCnt="4"/>
      <dgm:spPr/>
    </dgm:pt>
    <dgm:pt modelId="{3547F566-E9CD-4B85-8584-D724F9234253}" type="pres">
      <dgm:prSet presAssocID="{E99B0EF7-498A-4D3C-A749-30C2B6B3BA54}" presName="iconRect" presStyleLbl="node1" presStyleIdx="3" presStyleCnt="4"/>
      <dgm:spPr/>
    </dgm:pt>
    <dgm:pt modelId="{76AB773B-B9B2-4C51-A2D5-7A344CC32BBE}" type="pres">
      <dgm:prSet presAssocID="{E99B0EF7-498A-4D3C-A749-30C2B6B3BA54}" presName="spaceRect" presStyleCnt="0"/>
      <dgm:spPr/>
    </dgm:pt>
    <dgm:pt modelId="{DA5FC007-EDBA-44B1-86F1-8EDA104DBC1F}" type="pres">
      <dgm:prSet presAssocID="{E99B0EF7-498A-4D3C-A749-30C2B6B3BA5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6EF40F-47C8-430E-85E9-AF727F97D1D2}" srcId="{F9B9FC2A-95E4-4DB8-BC70-687346FDB929}" destId="{2637BA54-32B7-431A-8E50-31211FEFEDF1}" srcOrd="0" destOrd="0" parTransId="{19FA6DAF-DBA8-4000-B293-E2B5B4AB0DA4}" sibTransId="{D3ADAED7-3A0C-4D71-9557-1199C764C54D}"/>
    <dgm:cxn modelId="{2FB5DF13-142B-46AD-BE08-5EB7E8AF6290}" srcId="{F9B9FC2A-95E4-4DB8-BC70-687346FDB929}" destId="{1C88F448-429B-45D3-BBA3-D45570DFF730}" srcOrd="2" destOrd="0" parTransId="{C04FB20D-AA03-4BDF-ADDC-105154080B03}" sibTransId="{C398F7E2-D652-4DEE-9E6E-C33DDD66E17E}"/>
    <dgm:cxn modelId="{A61A6427-D3F5-4361-B7E2-9AA5F3EF1D70}" type="presOf" srcId="{2637BA54-32B7-431A-8E50-31211FEFEDF1}" destId="{82B81880-156F-4095-8F71-8947E74A454C}" srcOrd="0" destOrd="0" presId="urn:microsoft.com/office/officeart/2018/2/layout/IconVerticalSolidList"/>
    <dgm:cxn modelId="{877E643C-96CD-4093-968D-209A811F5622}" type="presOf" srcId="{1C88F448-429B-45D3-BBA3-D45570DFF730}" destId="{CF403347-5B35-401A-B7F8-DE9EC17165BF}" srcOrd="0" destOrd="0" presId="urn:microsoft.com/office/officeart/2018/2/layout/IconVerticalSolidList"/>
    <dgm:cxn modelId="{BC731550-2DC2-44E5-8DC3-917A4640A588}" srcId="{F9B9FC2A-95E4-4DB8-BC70-687346FDB929}" destId="{E99B0EF7-498A-4D3C-A749-30C2B6B3BA54}" srcOrd="3" destOrd="0" parTransId="{13C43920-A01E-40F9-A219-D5EEFA7F7CBA}" sibTransId="{642B4EAE-1932-4A54-A9A7-E5BCCFC846CC}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BE8E0897-5CAF-4A67-A37C-81A9DE5D846A}" srcId="{F9B9FC2A-95E4-4DB8-BC70-687346FDB929}" destId="{5897F250-CF84-48DA-A95C-BD8148985082}" srcOrd="1" destOrd="0" parTransId="{C6483298-76CC-4322-9692-32ED74973BE7}" sibTransId="{70C68A65-33D5-4B25-98C2-BF1B865DFE1B}"/>
    <dgm:cxn modelId="{08A07E98-4A5A-4430-A1F7-761C6F43A140}" type="presOf" srcId="{5897F250-CF84-48DA-A95C-BD8148985082}" destId="{D46ED023-9535-45DA-BA20-D0DE38069F85}" srcOrd="0" destOrd="0" presId="urn:microsoft.com/office/officeart/2018/2/layout/IconVerticalSolidList"/>
    <dgm:cxn modelId="{D68A7CCB-A2C0-4445-9BC2-A58CBF63E9C6}" type="presOf" srcId="{E99B0EF7-498A-4D3C-A749-30C2B6B3BA54}" destId="{DA5FC007-EDBA-44B1-86F1-8EDA104DBC1F}" srcOrd="0" destOrd="0" presId="urn:microsoft.com/office/officeart/2018/2/layout/IconVerticalSolidList"/>
    <dgm:cxn modelId="{313DBD27-60A1-4C59-B728-489080435BEE}" type="presParOf" srcId="{4147953F-A707-4CBE-92FB-FA193B91A6F4}" destId="{478EC2BA-717F-48CD-B306-76FE57A9FB9F}" srcOrd="0" destOrd="0" presId="urn:microsoft.com/office/officeart/2018/2/layout/IconVerticalSolidList"/>
    <dgm:cxn modelId="{B4BE4437-C885-4412-9685-B2ACDCE8DFC7}" type="presParOf" srcId="{478EC2BA-717F-48CD-B306-76FE57A9FB9F}" destId="{B08F16E5-0AB0-4A73-ACE0-0B9B4A5D64CE}" srcOrd="0" destOrd="0" presId="urn:microsoft.com/office/officeart/2018/2/layout/IconVerticalSolidList"/>
    <dgm:cxn modelId="{4E4AECAA-09D1-452F-BBFA-E6366FF43A15}" type="presParOf" srcId="{478EC2BA-717F-48CD-B306-76FE57A9FB9F}" destId="{672585AB-6627-45B6-A505-BAAD1D331D07}" srcOrd="1" destOrd="0" presId="urn:microsoft.com/office/officeart/2018/2/layout/IconVerticalSolidList"/>
    <dgm:cxn modelId="{18038752-53A9-4F3C-80EC-67C28C024C7B}" type="presParOf" srcId="{478EC2BA-717F-48CD-B306-76FE57A9FB9F}" destId="{7481CD80-12DB-42D1-B3AC-5F2547E4C6E2}" srcOrd="2" destOrd="0" presId="urn:microsoft.com/office/officeart/2018/2/layout/IconVerticalSolidList"/>
    <dgm:cxn modelId="{A1654672-C960-4A04-80BB-8B563AD42E3F}" type="presParOf" srcId="{478EC2BA-717F-48CD-B306-76FE57A9FB9F}" destId="{82B81880-156F-4095-8F71-8947E74A454C}" srcOrd="3" destOrd="0" presId="urn:microsoft.com/office/officeart/2018/2/layout/IconVerticalSolidList"/>
    <dgm:cxn modelId="{9ABCCF95-14ED-46EA-A2A1-9AC6EBFB5B00}" type="presParOf" srcId="{4147953F-A707-4CBE-92FB-FA193B91A6F4}" destId="{9E0F8795-5FC9-4D5A-993B-36A38BAC8F27}" srcOrd="1" destOrd="0" presId="urn:microsoft.com/office/officeart/2018/2/layout/IconVerticalSolidList"/>
    <dgm:cxn modelId="{8697608E-017A-4BBB-AF44-7CF8E7359FD5}" type="presParOf" srcId="{4147953F-A707-4CBE-92FB-FA193B91A6F4}" destId="{3F633E74-D142-4AE8-BE7E-C78AE759C9FD}" srcOrd="2" destOrd="0" presId="urn:microsoft.com/office/officeart/2018/2/layout/IconVerticalSolidList"/>
    <dgm:cxn modelId="{3C126F78-93F6-4C80-988B-0DB39B96EC65}" type="presParOf" srcId="{3F633E74-D142-4AE8-BE7E-C78AE759C9FD}" destId="{8141336F-7FA0-4A9A-A1FA-6C7EE13495DF}" srcOrd="0" destOrd="0" presId="urn:microsoft.com/office/officeart/2018/2/layout/IconVerticalSolidList"/>
    <dgm:cxn modelId="{8CA106A7-297B-4F8A-BF82-6329E4089DE2}" type="presParOf" srcId="{3F633E74-D142-4AE8-BE7E-C78AE759C9FD}" destId="{9560FCE5-5AFA-4646-8972-127F1FB0B7C9}" srcOrd="1" destOrd="0" presId="urn:microsoft.com/office/officeart/2018/2/layout/IconVerticalSolidList"/>
    <dgm:cxn modelId="{134C9B29-E9E1-41C2-8563-7A9A850A1D00}" type="presParOf" srcId="{3F633E74-D142-4AE8-BE7E-C78AE759C9FD}" destId="{ADB3CAA5-F527-4EFD-A3ED-9EC40214A577}" srcOrd="2" destOrd="0" presId="urn:microsoft.com/office/officeart/2018/2/layout/IconVerticalSolidList"/>
    <dgm:cxn modelId="{6F84116B-422D-4FD4-9877-6311CF03078A}" type="presParOf" srcId="{3F633E74-D142-4AE8-BE7E-C78AE759C9FD}" destId="{D46ED023-9535-45DA-BA20-D0DE38069F85}" srcOrd="3" destOrd="0" presId="urn:microsoft.com/office/officeart/2018/2/layout/IconVerticalSolidList"/>
    <dgm:cxn modelId="{7436663A-86A8-46CC-AA59-629459ACCC25}" type="presParOf" srcId="{4147953F-A707-4CBE-92FB-FA193B91A6F4}" destId="{7D2444E2-2F3C-4F69-855A-53335378D6D1}" srcOrd="3" destOrd="0" presId="urn:microsoft.com/office/officeart/2018/2/layout/IconVerticalSolidList"/>
    <dgm:cxn modelId="{EF8926E5-B842-49ED-A501-AFB2D421AE8C}" type="presParOf" srcId="{4147953F-A707-4CBE-92FB-FA193B91A6F4}" destId="{507067B4-FC0D-4543-BDA2-45F28784D310}" srcOrd="4" destOrd="0" presId="urn:microsoft.com/office/officeart/2018/2/layout/IconVerticalSolidList"/>
    <dgm:cxn modelId="{EB87A707-135B-456E-A594-14EF4B2DD305}" type="presParOf" srcId="{507067B4-FC0D-4543-BDA2-45F28784D310}" destId="{899C9418-5BEE-493C-A169-220227FF4A96}" srcOrd="0" destOrd="0" presId="urn:microsoft.com/office/officeart/2018/2/layout/IconVerticalSolidList"/>
    <dgm:cxn modelId="{ED718EF6-81E5-46E8-9B5F-BED90E7FE343}" type="presParOf" srcId="{507067B4-FC0D-4543-BDA2-45F28784D310}" destId="{26D309BF-2D7E-4E4B-97C1-B2FFDF742925}" srcOrd="1" destOrd="0" presId="urn:microsoft.com/office/officeart/2018/2/layout/IconVerticalSolidList"/>
    <dgm:cxn modelId="{A239A8EA-3CA1-4CBB-81CE-0F6AAA28E515}" type="presParOf" srcId="{507067B4-FC0D-4543-BDA2-45F28784D310}" destId="{6B7A6452-252E-4A34-A88F-2B1B987D56D0}" srcOrd="2" destOrd="0" presId="urn:microsoft.com/office/officeart/2018/2/layout/IconVerticalSolidList"/>
    <dgm:cxn modelId="{C2370653-23F6-49E8-8FF2-D1D69D9BAE2C}" type="presParOf" srcId="{507067B4-FC0D-4543-BDA2-45F28784D310}" destId="{CF403347-5B35-401A-B7F8-DE9EC17165BF}" srcOrd="3" destOrd="0" presId="urn:microsoft.com/office/officeart/2018/2/layout/IconVerticalSolidList"/>
    <dgm:cxn modelId="{DECAB64F-C478-4CAE-9F81-5C80A8241044}" type="presParOf" srcId="{4147953F-A707-4CBE-92FB-FA193B91A6F4}" destId="{EB3AC6C7-5701-4C00-B951-5C2B6A960075}" srcOrd="5" destOrd="0" presId="urn:microsoft.com/office/officeart/2018/2/layout/IconVerticalSolidList"/>
    <dgm:cxn modelId="{60E50E0D-BA12-4C84-A575-E5D75291B932}" type="presParOf" srcId="{4147953F-A707-4CBE-92FB-FA193B91A6F4}" destId="{FC4A4218-4F98-42AB-BD74-DF0D9EE73C23}" srcOrd="6" destOrd="0" presId="urn:microsoft.com/office/officeart/2018/2/layout/IconVerticalSolidList"/>
    <dgm:cxn modelId="{B70E8643-A596-41D8-BBCD-4EEB3CC25BD1}" type="presParOf" srcId="{FC4A4218-4F98-42AB-BD74-DF0D9EE73C23}" destId="{45DAF4A5-2D1D-4533-BB46-4638676CB424}" srcOrd="0" destOrd="0" presId="urn:microsoft.com/office/officeart/2018/2/layout/IconVerticalSolidList"/>
    <dgm:cxn modelId="{9F174141-149D-49EF-9EDC-CE54AE02FD4A}" type="presParOf" srcId="{FC4A4218-4F98-42AB-BD74-DF0D9EE73C23}" destId="{3547F566-E9CD-4B85-8584-D724F9234253}" srcOrd="1" destOrd="0" presId="urn:microsoft.com/office/officeart/2018/2/layout/IconVerticalSolidList"/>
    <dgm:cxn modelId="{8CC229CE-7993-4AB9-84EE-E04170466B05}" type="presParOf" srcId="{FC4A4218-4F98-42AB-BD74-DF0D9EE73C23}" destId="{76AB773B-B9B2-4C51-A2D5-7A344CC32BBE}" srcOrd="2" destOrd="0" presId="urn:microsoft.com/office/officeart/2018/2/layout/IconVerticalSolidList"/>
    <dgm:cxn modelId="{03200686-745D-4377-9F22-28BC41F21B2E}" type="presParOf" srcId="{FC4A4218-4F98-42AB-BD74-DF0D9EE73C23}" destId="{DA5FC007-EDBA-44B1-86F1-8EDA104DB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3120CD-5EB2-441B-92CC-51D803042AD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EC85D8-424E-4C4D-B932-3466459B085D}">
      <dgm:prSet/>
      <dgm:spPr/>
      <dgm:t>
        <a:bodyPr/>
        <a:lstStyle/>
        <a:p>
          <a:pPr>
            <a:defRPr b="1"/>
          </a:pPr>
          <a:r>
            <a:rPr lang="en-US"/>
            <a:t>TOP :</a:t>
          </a:r>
        </a:p>
      </dgm:t>
    </dgm:pt>
    <dgm:pt modelId="{3161F3E3-7831-46EA-BFE8-00F2373DB32B}" type="parTrans" cxnId="{2AB6C20E-B904-4DDD-9B11-0979FA38734E}">
      <dgm:prSet/>
      <dgm:spPr/>
      <dgm:t>
        <a:bodyPr/>
        <a:lstStyle/>
        <a:p>
          <a:endParaRPr lang="en-US"/>
        </a:p>
      </dgm:t>
    </dgm:pt>
    <dgm:pt modelId="{2649E2EC-EA4C-4CB7-9301-736362C6B0D6}" type="sibTrans" cxnId="{2AB6C20E-B904-4DDD-9B11-0979FA38734E}">
      <dgm:prSet/>
      <dgm:spPr/>
      <dgm:t>
        <a:bodyPr/>
        <a:lstStyle/>
        <a:p>
          <a:endParaRPr lang="en-US"/>
        </a:p>
      </dgm:t>
    </dgm:pt>
    <dgm:pt modelId="{C46C00E5-FDF5-4B2B-BDBB-6FB87A488CE2}">
      <dgm:prSet/>
      <dgm:spPr/>
      <dgm:t>
        <a:bodyPr/>
        <a:lstStyle/>
        <a:p>
          <a:r>
            <a:rPr lang="en-US"/>
            <a:t>Roberts LLC Group </a:t>
          </a:r>
        </a:p>
      </dgm:t>
    </dgm:pt>
    <dgm:pt modelId="{CB53B0C1-A9D2-44C7-9DA3-D2A833648E18}" type="parTrans" cxnId="{D0E9C3D5-7A85-4DF7-B882-179E8DC4A97E}">
      <dgm:prSet/>
      <dgm:spPr/>
      <dgm:t>
        <a:bodyPr/>
        <a:lstStyle/>
        <a:p>
          <a:endParaRPr lang="en-US"/>
        </a:p>
      </dgm:t>
    </dgm:pt>
    <dgm:pt modelId="{AD8AB1BD-61F6-4E06-8E3E-27DBB991848E}" type="sibTrans" cxnId="{D0E9C3D5-7A85-4DF7-B882-179E8DC4A97E}">
      <dgm:prSet/>
      <dgm:spPr/>
      <dgm:t>
        <a:bodyPr/>
        <a:lstStyle/>
        <a:p>
          <a:endParaRPr lang="en-US"/>
        </a:p>
      </dgm:t>
    </dgm:pt>
    <dgm:pt modelId="{A04D7662-B60A-41BB-A043-CC4FFC165D92}">
      <dgm:prSet/>
      <dgm:spPr/>
      <dgm:t>
        <a:bodyPr/>
        <a:lstStyle/>
        <a:p>
          <a:r>
            <a:rPr lang="en-US"/>
            <a:t>Burke and Sons and Sons</a:t>
          </a:r>
        </a:p>
      </dgm:t>
    </dgm:pt>
    <dgm:pt modelId="{D7D3AFB5-3140-4688-857B-E49EF4D2F288}" type="parTrans" cxnId="{36D5A185-5637-42B4-A4D5-6BCA61D81B06}">
      <dgm:prSet/>
      <dgm:spPr/>
      <dgm:t>
        <a:bodyPr/>
        <a:lstStyle/>
        <a:p>
          <a:endParaRPr lang="en-US"/>
        </a:p>
      </dgm:t>
    </dgm:pt>
    <dgm:pt modelId="{7092B207-EFCD-45EA-8A86-E573C9701E86}" type="sibTrans" cxnId="{36D5A185-5637-42B4-A4D5-6BCA61D81B06}">
      <dgm:prSet/>
      <dgm:spPr/>
      <dgm:t>
        <a:bodyPr/>
        <a:lstStyle/>
        <a:p>
          <a:endParaRPr lang="en-US"/>
        </a:p>
      </dgm:t>
    </dgm:pt>
    <dgm:pt modelId="{0FEDEB40-DAE1-4947-A233-A5BD0693E014}">
      <dgm:prSet/>
      <dgm:spPr/>
      <dgm:t>
        <a:bodyPr/>
        <a:lstStyle/>
        <a:p>
          <a:pPr>
            <a:defRPr b="1"/>
          </a:pPr>
          <a:r>
            <a:rPr lang="en-US"/>
            <a:t>Least :</a:t>
          </a:r>
        </a:p>
      </dgm:t>
    </dgm:pt>
    <dgm:pt modelId="{4C54EFC2-516D-4E35-927A-10B31733FDE3}" type="parTrans" cxnId="{20627AE2-9A11-4F5C-A351-3CF94A247697}">
      <dgm:prSet/>
      <dgm:spPr/>
      <dgm:t>
        <a:bodyPr/>
        <a:lstStyle/>
        <a:p>
          <a:endParaRPr lang="en-US"/>
        </a:p>
      </dgm:t>
    </dgm:pt>
    <dgm:pt modelId="{1E195AF8-0B08-4780-8046-3311838145E6}" type="sibTrans" cxnId="{20627AE2-9A11-4F5C-A351-3CF94A247697}">
      <dgm:prSet/>
      <dgm:spPr/>
      <dgm:t>
        <a:bodyPr/>
        <a:lstStyle/>
        <a:p>
          <a:endParaRPr lang="en-US"/>
        </a:p>
      </dgm:t>
    </dgm:pt>
    <dgm:pt modelId="{6326450A-6F36-4B00-B254-AF7E1AEA4D7B}">
      <dgm:prSet/>
      <dgm:spPr/>
      <dgm:t>
        <a:bodyPr/>
        <a:lstStyle/>
        <a:p>
          <a:r>
            <a:rPr lang="en-US"/>
            <a:t>Velasquez Inc </a:t>
          </a:r>
        </a:p>
      </dgm:t>
    </dgm:pt>
    <dgm:pt modelId="{04EF1A1D-6C0A-47A1-8F97-80D61E786394}" type="parTrans" cxnId="{04A87A51-3635-4E40-8343-C70075392F7F}">
      <dgm:prSet/>
      <dgm:spPr/>
      <dgm:t>
        <a:bodyPr/>
        <a:lstStyle/>
        <a:p>
          <a:endParaRPr lang="en-US"/>
        </a:p>
      </dgm:t>
    </dgm:pt>
    <dgm:pt modelId="{E3F671B1-DC26-4895-B555-AE9508A14F06}" type="sibTrans" cxnId="{04A87A51-3635-4E40-8343-C70075392F7F}">
      <dgm:prSet/>
      <dgm:spPr/>
      <dgm:t>
        <a:bodyPr/>
        <a:lstStyle/>
        <a:p>
          <a:endParaRPr lang="en-US"/>
        </a:p>
      </dgm:t>
    </dgm:pt>
    <dgm:pt modelId="{F8DDA4EF-04BF-4E1D-8DAD-33726CABDBB9}" type="pres">
      <dgm:prSet presAssocID="{363120CD-5EB2-441B-92CC-51D803042ADE}" presName="root" presStyleCnt="0">
        <dgm:presLayoutVars>
          <dgm:dir/>
          <dgm:resizeHandles val="exact"/>
        </dgm:presLayoutVars>
      </dgm:prSet>
      <dgm:spPr/>
    </dgm:pt>
    <dgm:pt modelId="{9AE2E429-9004-45EF-85E1-AC157A1957E8}" type="pres">
      <dgm:prSet presAssocID="{DAEC85D8-424E-4C4D-B932-3466459B085D}" presName="compNode" presStyleCnt="0"/>
      <dgm:spPr/>
    </dgm:pt>
    <dgm:pt modelId="{3403CA92-5293-4D2F-8A50-3B11B28420F5}" type="pres">
      <dgm:prSet presAssocID="{DAEC85D8-424E-4C4D-B932-3466459B085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C3B2CEA8-4D29-47E4-9887-393C8D5675C4}" type="pres">
      <dgm:prSet presAssocID="{DAEC85D8-424E-4C4D-B932-3466459B085D}" presName="iconSpace" presStyleCnt="0"/>
      <dgm:spPr/>
    </dgm:pt>
    <dgm:pt modelId="{5743E5DF-A4BD-4CBF-8592-0B6E1660C9B3}" type="pres">
      <dgm:prSet presAssocID="{DAEC85D8-424E-4C4D-B932-3466459B085D}" presName="parTx" presStyleLbl="revTx" presStyleIdx="0" presStyleCnt="4">
        <dgm:presLayoutVars>
          <dgm:chMax val="0"/>
          <dgm:chPref val="0"/>
        </dgm:presLayoutVars>
      </dgm:prSet>
      <dgm:spPr/>
    </dgm:pt>
    <dgm:pt modelId="{137CC434-F692-4034-A080-D5CD115430EE}" type="pres">
      <dgm:prSet presAssocID="{DAEC85D8-424E-4C4D-B932-3466459B085D}" presName="txSpace" presStyleCnt="0"/>
      <dgm:spPr/>
    </dgm:pt>
    <dgm:pt modelId="{0AC0C66F-7D3E-4DEF-8371-6D5648250679}" type="pres">
      <dgm:prSet presAssocID="{DAEC85D8-424E-4C4D-B932-3466459B085D}" presName="desTx" presStyleLbl="revTx" presStyleIdx="1" presStyleCnt="4">
        <dgm:presLayoutVars/>
      </dgm:prSet>
      <dgm:spPr/>
    </dgm:pt>
    <dgm:pt modelId="{789D93BD-28AE-47FC-8AF9-C1F6F5EE3741}" type="pres">
      <dgm:prSet presAssocID="{2649E2EC-EA4C-4CB7-9301-736362C6B0D6}" presName="sibTrans" presStyleCnt="0"/>
      <dgm:spPr/>
    </dgm:pt>
    <dgm:pt modelId="{55BD404A-7D42-4C4D-808B-266D8B3813B2}" type="pres">
      <dgm:prSet presAssocID="{0FEDEB40-DAE1-4947-A233-A5BD0693E014}" presName="compNode" presStyleCnt="0"/>
      <dgm:spPr/>
    </dgm:pt>
    <dgm:pt modelId="{0050F9FB-7136-4448-B6D4-1CD9F5CF11DA}" type="pres">
      <dgm:prSet presAssocID="{0FEDEB40-DAE1-4947-A233-A5BD0693E01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BE2961FC-70BE-479A-A4EA-39D617C5DF1C}" type="pres">
      <dgm:prSet presAssocID="{0FEDEB40-DAE1-4947-A233-A5BD0693E014}" presName="iconSpace" presStyleCnt="0"/>
      <dgm:spPr/>
    </dgm:pt>
    <dgm:pt modelId="{5A48D966-4853-41C7-BD5D-E8177FA59DD4}" type="pres">
      <dgm:prSet presAssocID="{0FEDEB40-DAE1-4947-A233-A5BD0693E014}" presName="parTx" presStyleLbl="revTx" presStyleIdx="2" presStyleCnt="4">
        <dgm:presLayoutVars>
          <dgm:chMax val="0"/>
          <dgm:chPref val="0"/>
        </dgm:presLayoutVars>
      </dgm:prSet>
      <dgm:spPr/>
    </dgm:pt>
    <dgm:pt modelId="{F8302F90-BB7E-4590-AE41-5D7A7AE1E309}" type="pres">
      <dgm:prSet presAssocID="{0FEDEB40-DAE1-4947-A233-A5BD0693E014}" presName="txSpace" presStyleCnt="0"/>
      <dgm:spPr/>
    </dgm:pt>
    <dgm:pt modelId="{0D53596C-25E9-461A-8685-0C3C5A457BDE}" type="pres">
      <dgm:prSet presAssocID="{0FEDEB40-DAE1-4947-A233-A5BD0693E014}" presName="desTx" presStyleLbl="revTx" presStyleIdx="3" presStyleCnt="4">
        <dgm:presLayoutVars/>
      </dgm:prSet>
      <dgm:spPr/>
    </dgm:pt>
  </dgm:ptLst>
  <dgm:cxnLst>
    <dgm:cxn modelId="{2AB6C20E-B904-4DDD-9B11-0979FA38734E}" srcId="{363120CD-5EB2-441B-92CC-51D803042ADE}" destId="{DAEC85D8-424E-4C4D-B932-3466459B085D}" srcOrd="0" destOrd="0" parTransId="{3161F3E3-7831-46EA-BFE8-00F2373DB32B}" sibTransId="{2649E2EC-EA4C-4CB7-9301-736362C6B0D6}"/>
    <dgm:cxn modelId="{10F62623-BD45-4566-A6E2-91CD74FCAE52}" type="presOf" srcId="{C46C00E5-FDF5-4B2B-BDBB-6FB87A488CE2}" destId="{0AC0C66F-7D3E-4DEF-8371-6D5648250679}" srcOrd="0" destOrd="0" presId="urn:microsoft.com/office/officeart/2018/5/layout/CenteredIconLabelDescriptionList"/>
    <dgm:cxn modelId="{D10D6A43-7F90-4CC6-9526-56171A53D9EE}" type="presOf" srcId="{A04D7662-B60A-41BB-A043-CC4FFC165D92}" destId="{0AC0C66F-7D3E-4DEF-8371-6D5648250679}" srcOrd="0" destOrd="1" presId="urn:microsoft.com/office/officeart/2018/5/layout/CenteredIconLabelDescriptionList"/>
    <dgm:cxn modelId="{04A87A51-3635-4E40-8343-C70075392F7F}" srcId="{0FEDEB40-DAE1-4947-A233-A5BD0693E014}" destId="{6326450A-6F36-4B00-B254-AF7E1AEA4D7B}" srcOrd="0" destOrd="0" parTransId="{04EF1A1D-6C0A-47A1-8F97-80D61E786394}" sibTransId="{E3F671B1-DC26-4895-B555-AE9508A14F06}"/>
    <dgm:cxn modelId="{36D5A185-5637-42B4-A4D5-6BCA61D81B06}" srcId="{DAEC85D8-424E-4C4D-B932-3466459B085D}" destId="{A04D7662-B60A-41BB-A043-CC4FFC165D92}" srcOrd="1" destOrd="0" parTransId="{D7D3AFB5-3140-4688-857B-E49EF4D2F288}" sibTransId="{7092B207-EFCD-45EA-8A86-E573C9701E86}"/>
    <dgm:cxn modelId="{83FBC5CC-105E-4484-BDBB-920B65A8E7E4}" type="presOf" srcId="{363120CD-5EB2-441B-92CC-51D803042ADE}" destId="{F8DDA4EF-04BF-4E1D-8DAD-33726CABDBB9}" srcOrd="0" destOrd="0" presId="urn:microsoft.com/office/officeart/2018/5/layout/CenteredIconLabelDescriptionList"/>
    <dgm:cxn modelId="{D4E22BD5-3460-43C2-BDBB-EC3F70873FD5}" type="presOf" srcId="{6326450A-6F36-4B00-B254-AF7E1AEA4D7B}" destId="{0D53596C-25E9-461A-8685-0C3C5A457BDE}" srcOrd="0" destOrd="0" presId="urn:microsoft.com/office/officeart/2018/5/layout/CenteredIconLabelDescriptionList"/>
    <dgm:cxn modelId="{D0E9C3D5-7A85-4DF7-B882-179E8DC4A97E}" srcId="{DAEC85D8-424E-4C4D-B932-3466459B085D}" destId="{C46C00E5-FDF5-4B2B-BDBB-6FB87A488CE2}" srcOrd="0" destOrd="0" parTransId="{CB53B0C1-A9D2-44C7-9DA3-D2A833648E18}" sibTransId="{AD8AB1BD-61F6-4E06-8E3E-27DBB991848E}"/>
    <dgm:cxn modelId="{E6FE33DF-61A6-4E74-9522-E69D74450AC9}" type="presOf" srcId="{DAEC85D8-424E-4C4D-B932-3466459B085D}" destId="{5743E5DF-A4BD-4CBF-8592-0B6E1660C9B3}" srcOrd="0" destOrd="0" presId="urn:microsoft.com/office/officeart/2018/5/layout/CenteredIconLabelDescriptionList"/>
    <dgm:cxn modelId="{20627AE2-9A11-4F5C-A351-3CF94A247697}" srcId="{363120CD-5EB2-441B-92CC-51D803042ADE}" destId="{0FEDEB40-DAE1-4947-A233-A5BD0693E014}" srcOrd="1" destOrd="0" parTransId="{4C54EFC2-516D-4E35-927A-10B31733FDE3}" sibTransId="{1E195AF8-0B08-4780-8046-3311838145E6}"/>
    <dgm:cxn modelId="{A8808CE2-BA46-44EE-B8D3-5615F0164BBC}" type="presOf" srcId="{0FEDEB40-DAE1-4947-A233-A5BD0693E014}" destId="{5A48D966-4853-41C7-BD5D-E8177FA59DD4}" srcOrd="0" destOrd="0" presId="urn:microsoft.com/office/officeart/2018/5/layout/CenteredIconLabelDescriptionList"/>
    <dgm:cxn modelId="{7B2F139F-ECB5-4B34-BDF5-F3D722AAFF01}" type="presParOf" srcId="{F8DDA4EF-04BF-4E1D-8DAD-33726CABDBB9}" destId="{9AE2E429-9004-45EF-85E1-AC157A1957E8}" srcOrd="0" destOrd="0" presId="urn:microsoft.com/office/officeart/2018/5/layout/CenteredIconLabelDescriptionList"/>
    <dgm:cxn modelId="{62E022E1-95E6-4837-A2A4-C1B1CC197713}" type="presParOf" srcId="{9AE2E429-9004-45EF-85E1-AC157A1957E8}" destId="{3403CA92-5293-4D2F-8A50-3B11B28420F5}" srcOrd="0" destOrd="0" presId="urn:microsoft.com/office/officeart/2018/5/layout/CenteredIconLabelDescriptionList"/>
    <dgm:cxn modelId="{CCADA270-DE97-435A-A384-C02B2593D1C6}" type="presParOf" srcId="{9AE2E429-9004-45EF-85E1-AC157A1957E8}" destId="{C3B2CEA8-4D29-47E4-9887-393C8D5675C4}" srcOrd="1" destOrd="0" presId="urn:microsoft.com/office/officeart/2018/5/layout/CenteredIconLabelDescriptionList"/>
    <dgm:cxn modelId="{5A86545E-E3B7-4DE9-BB70-864ECC3A0219}" type="presParOf" srcId="{9AE2E429-9004-45EF-85E1-AC157A1957E8}" destId="{5743E5DF-A4BD-4CBF-8592-0B6E1660C9B3}" srcOrd="2" destOrd="0" presId="urn:microsoft.com/office/officeart/2018/5/layout/CenteredIconLabelDescriptionList"/>
    <dgm:cxn modelId="{707CFF7B-AA8C-4FEF-81EB-4AF70D87ACDE}" type="presParOf" srcId="{9AE2E429-9004-45EF-85E1-AC157A1957E8}" destId="{137CC434-F692-4034-A080-D5CD115430EE}" srcOrd="3" destOrd="0" presId="urn:microsoft.com/office/officeart/2018/5/layout/CenteredIconLabelDescriptionList"/>
    <dgm:cxn modelId="{0D39419F-6EB8-45FF-B6DE-747D1536F3CD}" type="presParOf" srcId="{9AE2E429-9004-45EF-85E1-AC157A1957E8}" destId="{0AC0C66F-7D3E-4DEF-8371-6D5648250679}" srcOrd="4" destOrd="0" presId="urn:microsoft.com/office/officeart/2018/5/layout/CenteredIconLabelDescriptionList"/>
    <dgm:cxn modelId="{02C9E9D7-D334-4547-83BB-489C939E9ECB}" type="presParOf" srcId="{F8DDA4EF-04BF-4E1D-8DAD-33726CABDBB9}" destId="{789D93BD-28AE-47FC-8AF9-C1F6F5EE3741}" srcOrd="1" destOrd="0" presId="urn:microsoft.com/office/officeart/2018/5/layout/CenteredIconLabelDescriptionList"/>
    <dgm:cxn modelId="{E7EC39C9-BB01-46CF-8CD0-141A572E33B0}" type="presParOf" srcId="{F8DDA4EF-04BF-4E1D-8DAD-33726CABDBB9}" destId="{55BD404A-7D42-4C4D-808B-266D8B3813B2}" srcOrd="2" destOrd="0" presId="urn:microsoft.com/office/officeart/2018/5/layout/CenteredIconLabelDescriptionList"/>
    <dgm:cxn modelId="{4865DDBE-C303-413B-97E2-1A881AA94CD0}" type="presParOf" srcId="{55BD404A-7D42-4C4D-808B-266D8B3813B2}" destId="{0050F9FB-7136-4448-B6D4-1CD9F5CF11DA}" srcOrd="0" destOrd="0" presId="urn:microsoft.com/office/officeart/2018/5/layout/CenteredIconLabelDescriptionList"/>
    <dgm:cxn modelId="{D52FD4EE-D108-425F-A38D-10632620E840}" type="presParOf" srcId="{55BD404A-7D42-4C4D-808B-266D8B3813B2}" destId="{BE2961FC-70BE-479A-A4EA-39D617C5DF1C}" srcOrd="1" destOrd="0" presId="urn:microsoft.com/office/officeart/2018/5/layout/CenteredIconLabelDescriptionList"/>
    <dgm:cxn modelId="{DA2580F2-BA4A-4C7B-8067-BCB52ADF0A76}" type="presParOf" srcId="{55BD404A-7D42-4C4D-808B-266D8B3813B2}" destId="{5A48D966-4853-41C7-BD5D-E8177FA59DD4}" srcOrd="2" destOrd="0" presId="urn:microsoft.com/office/officeart/2018/5/layout/CenteredIconLabelDescriptionList"/>
    <dgm:cxn modelId="{5AADC8CA-6083-4847-BC00-C089E8C35121}" type="presParOf" srcId="{55BD404A-7D42-4C4D-808B-266D8B3813B2}" destId="{F8302F90-BB7E-4590-AE41-5D7A7AE1E309}" srcOrd="3" destOrd="0" presId="urn:microsoft.com/office/officeart/2018/5/layout/CenteredIconLabelDescriptionList"/>
    <dgm:cxn modelId="{7CC97BDA-516E-4B1B-AC2B-719A8640A104}" type="presParOf" srcId="{55BD404A-7D42-4C4D-808B-266D8B3813B2}" destId="{0D53596C-25E9-461A-8685-0C3C5A457BD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37A5D1-691C-47E3-88A6-F11E0E42DA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DC27557-FD2D-4ADE-AF1A-0E75797966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Fuzzy-C means</a:t>
          </a:r>
        </a:p>
      </dgm:t>
    </dgm:pt>
    <dgm:pt modelId="{CC576C42-3383-4789-B596-D848A85AD336}" type="parTrans" cxnId="{B969FEF5-570D-4AC6-8537-5A937B1173F0}">
      <dgm:prSet/>
      <dgm:spPr/>
      <dgm:t>
        <a:bodyPr/>
        <a:lstStyle/>
        <a:p>
          <a:endParaRPr lang="en-US"/>
        </a:p>
      </dgm:t>
    </dgm:pt>
    <dgm:pt modelId="{F588DA33-D037-48A0-9838-A400C28E9068}" type="sibTrans" cxnId="{B969FEF5-570D-4AC6-8537-5A937B1173F0}">
      <dgm:prSet/>
      <dgm:spPr/>
      <dgm:t>
        <a:bodyPr/>
        <a:lstStyle/>
        <a:p>
          <a:endParaRPr lang="en-US"/>
        </a:p>
      </dgm:t>
    </dgm:pt>
    <dgm:pt modelId="{D947A05C-6203-4D43-9185-DCEBE47D5AE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Gothic" panose="020B0502020202020204"/>
            </a:rPr>
            <a:t>Silhouette Score of .90</a:t>
          </a:r>
          <a:endParaRPr lang="en-US"/>
        </a:p>
      </dgm:t>
    </dgm:pt>
    <dgm:pt modelId="{45CB0037-9234-4D36-9180-919B3C5F2C8F}" type="parTrans" cxnId="{FAE7D08C-53B0-405A-A90D-BF48EC8010FE}">
      <dgm:prSet/>
      <dgm:spPr/>
      <dgm:t>
        <a:bodyPr/>
        <a:lstStyle/>
        <a:p>
          <a:endParaRPr lang="en-US"/>
        </a:p>
      </dgm:t>
    </dgm:pt>
    <dgm:pt modelId="{CA1B6CB6-95E3-411B-8D37-9BBC774A2211}" type="sibTrans" cxnId="{FAE7D08C-53B0-405A-A90D-BF48EC8010FE}">
      <dgm:prSet/>
      <dgm:spPr/>
      <dgm:t>
        <a:bodyPr/>
        <a:lstStyle/>
        <a:p>
          <a:endParaRPr lang="en-US"/>
        </a:p>
      </dgm:t>
    </dgm:pt>
    <dgm:pt modelId="{E24FCCC6-F650-4B90-9417-1AEAF7869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Testing with multiple features </a:t>
          </a:r>
        </a:p>
      </dgm:t>
    </dgm:pt>
    <dgm:pt modelId="{A97BF51F-A652-4748-8ACF-FE29976441A9}" type="parTrans" cxnId="{9177A073-A5EF-4C48-96FF-3BC1C8AECF4E}">
      <dgm:prSet/>
      <dgm:spPr/>
      <dgm:t>
        <a:bodyPr/>
        <a:lstStyle/>
        <a:p>
          <a:endParaRPr lang="en-US"/>
        </a:p>
      </dgm:t>
    </dgm:pt>
    <dgm:pt modelId="{A5A80E17-3D2B-4F60-A0D0-DC558C42B347}" type="sibTrans" cxnId="{9177A073-A5EF-4C48-96FF-3BC1C8AECF4E}">
      <dgm:prSet/>
      <dgm:spPr/>
      <dgm:t>
        <a:bodyPr/>
        <a:lstStyle/>
        <a:p>
          <a:endParaRPr lang="en-US"/>
        </a:p>
      </dgm:t>
    </dgm:pt>
    <dgm:pt modelId="{16EDFF12-B06D-4337-896E-C04B3075B5B9}" type="pres">
      <dgm:prSet presAssocID="{FA37A5D1-691C-47E3-88A6-F11E0E42DA05}" presName="root" presStyleCnt="0">
        <dgm:presLayoutVars>
          <dgm:dir/>
          <dgm:resizeHandles val="exact"/>
        </dgm:presLayoutVars>
      </dgm:prSet>
      <dgm:spPr/>
    </dgm:pt>
    <dgm:pt modelId="{4DB6A833-CA87-42D2-ABCA-6C218F3B4B33}" type="pres">
      <dgm:prSet presAssocID="{FDC27557-FD2D-4ADE-AF1A-0E75797966E7}" presName="compNode" presStyleCnt="0"/>
      <dgm:spPr/>
    </dgm:pt>
    <dgm:pt modelId="{A72EE1F9-2195-4042-8126-1169F10342C5}" type="pres">
      <dgm:prSet presAssocID="{FDC27557-FD2D-4ADE-AF1A-0E75797966E7}" presName="bgRect" presStyleLbl="bgShp" presStyleIdx="0" presStyleCnt="3"/>
      <dgm:spPr/>
    </dgm:pt>
    <dgm:pt modelId="{C9DF1F54-4D70-4AE0-B968-7C2ED7940435}" type="pres">
      <dgm:prSet presAssocID="{FDC27557-FD2D-4ADE-AF1A-0E75797966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958B869-29FA-4CA6-BB22-DDD6FD8B289C}" type="pres">
      <dgm:prSet presAssocID="{FDC27557-FD2D-4ADE-AF1A-0E75797966E7}" presName="spaceRect" presStyleCnt="0"/>
      <dgm:spPr/>
    </dgm:pt>
    <dgm:pt modelId="{DD4FC3AE-C716-462C-AA51-1B730F0B7A22}" type="pres">
      <dgm:prSet presAssocID="{FDC27557-FD2D-4ADE-AF1A-0E75797966E7}" presName="parTx" presStyleLbl="revTx" presStyleIdx="0" presStyleCnt="3">
        <dgm:presLayoutVars>
          <dgm:chMax val="0"/>
          <dgm:chPref val="0"/>
        </dgm:presLayoutVars>
      </dgm:prSet>
      <dgm:spPr/>
    </dgm:pt>
    <dgm:pt modelId="{86C2DF5A-CCE4-46ED-A34F-1F731E126C9B}" type="pres">
      <dgm:prSet presAssocID="{F588DA33-D037-48A0-9838-A400C28E9068}" presName="sibTrans" presStyleCnt="0"/>
      <dgm:spPr/>
    </dgm:pt>
    <dgm:pt modelId="{AB8036D8-3A66-49CC-B194-B8E35E7A7A33}" type="pres">
      <dgm:prSet presAssocID="{D947A05C-6203-4D43-9185-DCEBE47D5AEB}" presName="compNode" presStyleCnt="0"/>
      <dgm:spPr/>
    </dgm:pt>
    <dgm:pt modelId="{F6545E77-B075-49EA-AE37-F375B810F3C9}" type="pres">
      <dgm:prSet presAssocID="{D947A05C-6203-4D43-9185-DCEBE47D5AEB}" presName="bgRect" presStyleLbl="bgShp" presStyleIdx="1" presStyleCnt="3"/>
      <dgm:spPr/>
    </dgm:pt>
    <dgm:pt modelId="{2864CDEA-BC4C-4437-9489-C3C45800C20E}" type="pres">
      <dgm:prSet presAssocID="{D947A05C-6203-4D43-9185-DCEBE47D5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6726C5C-7C11-4B19-B282-5C2891C44C3C}" type="pres">
      <dgm:prSet presAssocID="{D947A05C-6203-4D43-9185-DCEBE47D5AEB}" presName="spaceRect" presStyleCnt="0"/>
      <dgm:spPr/>
    </dgm:pt>
    <dgm:pt modelId="{27BD26BA-1EBF-4C6B-9FDD-F505D2A92348}" type="pres">
      <dgm:prSet presAssocID="{D947A05C-6203-4D43-9185-DCEBE47D5AEB}" presName="parTx" presStyleLbl="revTx" presStyleIdx="1" presStyleCnt="3">
        <dgm:presLayoutVars>
          <dgm:chMax val="0"/>
          <dgm:chPref val="0"/>
        </dgm:presLayoutVars>
      </dgm:prSet>
      <dgm:spPr/>
    </dgm:pt>
    <dgm:pt modelId="{673A3526-18E4-4F4F-9BF0-DACC5C7FB553}" type="pres">
      <dgm:prSet presAssocID="{CA1B6CB6-95E3-411B-8D37-9BBC774A2211}" presName="sibTrans" presStyleCnt="0"/>
      <dgm:spPr/>
    </dgm:pt>
    <dgm:pt modelId="{4D885677-659F-4A73-8820-3DF3CD176BAE}" type="pres">
      <dgm:prSet presAssocID="{E24FCCC6-F650-4B90-9417-1AEAF7869193}" presName="compNode" presStyleCnt="0"/>
      <dgm:spPr/>
    </dgm:pt>
    <dgm:pt modelId="{3732478C-3B17-43F4-8BBC-CAA25156E240}" type="pres">
      <dgm:prSet presAssocID="{E24FCCC6-F650-4B90-9417-1AEAF7869193}" presName="bgRect" presStyleLbl="bgShp" presStyleIdx="2" presStyleCnt="3"/>
      <dgm:spPr/>
    </dgm:pt>
    <dgm:pt modelId="{0730A7F7-CA00-4659-9C09-C3B747C3A7E9}" type="pres">
      <dgm:prSet presAssocID="{E24FCCC6-F650-4B90-9417-1AEAF786919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824B6D3-3F6D-46A7-AD9B-8F5AB1F10371}" type="pres">
      <dgm:prSet presAssocID="{E24FCCC6-F650-4B90-9417-1AEAF7869193}" presName="spaceRect" presStyleCnt="0"/>
      <dgm:spPr/>
    </dgm:pt>
    <dgm:pt modelId="{D1DDE0E6-C6E9-43B1-9C36-46C7FAF6002F}" type="pres">
      <dgm:prSet presAssocID="{E24FCCC6-F650-4B90-9417-1AEAF786919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710556B-89DD-44A4-9BFA-03DA26700147}" type="presOf" srcId="{E24FCCC6-F650-4B90-9417-1AEAF7869193}" destId="{D1DDE0E6-C6E9-43B1-9C36-46C7FAF6002F}" srcOrd="0" destOrd="0" presId="urn:microsoft.com/office/officeart/2018/2/layout/IconVerticalSolidList"/>
    <dgm:cxn modelId="{9680956E-9D50-4E2F-80CE-A586F4186A54}" type="presOf" srcId="{FA37A5D1-691C-47E3-88A6-F11E0E42DA05}" destId="{16EDFF12-B06D-4337-896E-C04B3075B5B9}" srcOrd="0" destOrd="0" presId="urn:microsoft.com/office/officeart/2018/2/layout/IconVerticalSolidList"/>
    <dgm:cxn modelId="{9177A073-A5EF-4C48-96FF-3BC1C8AECF4E}" srcId="{FA37A5D1-691C-47E3-88A6-F11E0E42DA05}" destId="{E24FCCC6-F650-4B90-9417-1AEAF7869193}" srcOrd="2" destOrd="0" parTransId="{A97BF51F-A652-4748-8ACF-FE29976441A9}" sibTransId="{A5A80E17-3D2B-4F60-A0D0-DC558C42B347}"/>
    <dgm:cxn modelId="{EE287F54-3D6C-497B-98D8-62C0E8CB324D}" type="presOf" srcId="{D947A05C-6203-4D43-9185-DCEBE47D5AEB}" destId="{27BD26BA-1EBF-4C6B-9FDD-F505D2A92348}" srcOrd="0" destOrd="0" presId="urn:microsoft.com/office/officeart/2018/2/layout/IconVerticalSolidList"/>
    <dgm:cxn modelId="{FAE7D08C-53B0-405A-A90D-BF48EC8010FE}" srcId="{FA37A5D1-691C-47E3-88A6-F11E0E42DA05}" destId="{D947A05C-6203-4D43-9185-DCEBE47D5AEB}" srcOrd="1" destOrd="0" parTransId="{45CB0037-9234-4D36-9180-919B3C5F2C8F}" sibTransId="{CA1B6CB6-95E3-411B-8D37-9BBC774A2211}"/>
    <dgm:cxn modelId="{74EDF898-A880-4599-B4FE-7785B6B7B6B4}" type="presOf" srcId="{FDC27557-FD2D-4ADE-AF1A-0E75797966E7}" destId="{DD4FC3AE-C716-462C-AA51-1B730F0B7A22}" srcOrd="0" destOrd="0" presId="urn:microsoft.com/office/officeart/2018/2/layout/IconVerticalSolidList"/>
    <dgm:cxn modelId="{B969FEF5-570D-4AC6-8537-5A937B1173F0}" srcId="{FA37A5D1-691C-47E3-88A6-F11E0E42DA05}" destId="{FDC27557-FD2D-4ADE-AF1A-0E75797966E7}" srcOrd="0" destOrd="0" parTransId="{CC576C42-3383-4789-B596-D848A85AD336}" sibTransId="{F588DA33-D037-48A0-9838-A400C28E9068}"/>
    <dgm:cxn modelId="{97E6F42C-CE7E-40C1-AEF7-B6CB25E3F51B}" type="presParOf" srcId="{16EDFF12-B06D-4337-896E-C04B3075B5B9}" destId="{4DB6A833-CA87-42D2-ABCA-6C218F3B4B33}" srcOrd="0" destOrd="0" presId="urn:microsoft.com/office/officeart/2018/2/layout/IconVerticalSolidList"/>
    <dgm:cxn modelId="{96C6F85D-59A9-4E86-8F62-E7A00E5E6C1A}" type="presParOf" srcId="{4DB6A833-CA87-42D2-ABCA-6C218F3B4B33}" destId="{A72EE1F9-2195-4042-8126-1169F10342C5}" srcOrd="0" destOrd="0" presId="urn:microsoft.com/office/officeart/2018/2/layout/IconVerticalSolidList"/>
    <dgm:cxn modelId="{B3C4CE26-B85A-44AB-80BD-18AEA16F6FC3}" type="presParOf" srcId="{4DB6A833-CA87-42D2-ABCA-6C218F3B4B33}" destId="{C9DF1F54-4D70-4AE0-B968-7C2ED7940435}" srcOrd="1" destOrd="0" presId="urn:microsoft.com/office/officeart/2018/2/layout/IconVerticalSolidList"/>
    <dgm:cxn modelId="{236CE7DE-E8C7-484C-82BA-D4DFD9A9E52A}" type="presParOf" srcId="{4DB6A833-CA87-42D2-ABCA-6C218F3B4B33}" destId="{6958B869-29FA-4CA6-BB22-DDD6FD8B289C}" srcOrd="2" destOrd="0" presId="urn:microsoft.com/office/officeart/2018/2/layout/IconVerticalSolidList"/>
    <dgm:cxn modelId="{B0BA4ACE-6AF5-42D8-8738-61675CE50D0B}" type="presParOf" srcId="{4DB6A833-CA87-42D2-ABCA-6C218F3B4B33}" destId="{DD4FC3AE-C716-462C-AA51-1B730F0B7A22}" srcOrd="3" destOrd="0" presId="urn:microsoft.com/office/officeart/2018/2/layout/IconVerticalSolidList"/>
    <dgm:cxn modelId="{458E8A73-EB77-4C1B-A2F5-51E6B696EB0C}" type="presParOf" srcId="{16EDFF12-B06D-4337-896E-C04B3075B5B9}" destId="{86C2DF5A-CCE4-46ED-A34F-1F731E126C9B}" srcOrd="1" destOrd="0" presId="urn:microsoft.com/office/officeart/2018/2/layout/IconVerticalSolidList"/>
    <dgm:cxn modelId="{ECFC8BC8-9B62-4D06-AF22-D7646D3E9649}" type="presParOf" srcId="{16EDFF12-B06D-4337-896E-C04B3075B5B9}" destId="{AB8036D8-3A66-49CC-B194-B8E35E7A7A33}" srcOrd="2" destOrd="0" presId="urn:microsoft.com/office/officeart/2018/2/layout/IconVerticalSolidList"/>
    <dgm:cxn modelId="{E7F97529-077C-4505-AED5-7A60F1BC81FF}" type="presParOf" srcId="{AB8036D8-3A66-49CC-B194-B8E35E7A7A33}" destId="{F6545E77-B075-49EA-AE37-F375B810F3C9}" srcOrd="0" destOrd="0" presId="urn:microsoft.com/office/officeart/2018/2/layout/IconVerticalSolidList"/>
    <dgm:cxn modelId="{76E8FE65-2134-4991-97E5-639A27F9F58E}" type="presParOf" srcId="{AB8036D8-3A66-49CC-B194-B8E35E7A7A33}" destId="{2864CDEA-BC4C-4437-9489-C3C45800C20E}" srcOrd="1" destOrd="0" presId="urn:microsoft.com/office/officeart/2018/2/layout/IconVerticalSolidList"/>
    <dgm:cxn modelId="{BD2F9322-4DC3-48B3-949A-2ABCB425D590}" type="presParOf" srcId="{AB8036D8-3A66-49CC-B194-B8E35E7A7A33}" destId="{C6726C5C-7C11-4B19-B282-5C2891C44C3C}" srcOrd="2" destOrd="0" presId="urn:microsoft.com/office/officeart/2018/2/layout/IconVerticalSolidList"/>
    <dgm:cxn modelId="{C5DF1A8E-6B2D-4AD4-B43A-D9C3D52390FE}" type="presParOf" srcId="{AB8036D8-3A66-49CC-B194-B8E35E7A7A33}" destId="{27BD26BA-1EBF-4C6B-9FDD-F505D2A92348}" srcOrd="3" destOrd="0" presId="urn:microsoft.com/office/officeart/2018/2/layout/IconVerticalSolidList"/>
    <dgm:cxn modelId="{37A40C40-304F-48B6-A855-8F01119A1590}" type="presParOf" srcId="{16EDFF12-B06D-4337-896E-C04B3075B5B9}" destId="{673A3526-18E4-4F4F-9BF0-DACC5C7FB553}" srcOrd="3" destOrd="0" presId="urn:microsoft.com/office/officeart/2018/2/layout/IconVerticalSolidList"/>
    <dgm:cxn modelId="{B32833AE-F2BD-4800-88F2-AFB4C9A9ACA5}" type="presParOf" srcId="{16EDFF12-B06D-4337-896E-C04B3075B5B9}" destId="{4D885677-659F-4A73-8820-3DF3CD176BAE}" srcOrd="4" destOrd="0" presId="urn:microsoft.com/office/officeart/2018/2/layout/IconVerticalSolidList"/>
    <dgm:cxn modelId="{5995A682-F33D-429C-A086-B4E6ACC3D18F}" type="presParOf" srcId="{4D885677-659F-4A73-8820-3DF3CD176BAE}" destId="{3732478C-3B17-43F4-8BBC-CAA25156E240}" srcOrd="0" destOrd="0" presId="urn:microsoft.com/office/officeart/2018/2/layout/IconVerticalSolidList"/>
    <dgm:cxn modelId="{96E1E96B-EEDA-47B9-BA37-DA0935B24B18}" type="presParOf" srcId="{4D885677-659F-4A73-8820-3DF3CD176BAE}" destId="{0730A7F7-CA00-4659-9C09-C3B747C3A7E9}" srcOrd="1" destOrd="0" presId="urn:microsoft.com/office/officeart/2018/2/layout/IconVerticalSolidList"/>
    <dgm:cxn modelId="{9FD51A6C-B074-40D1-A71B-212D6B0BBF85}" type="presParOf" srcId="{4D885677-659F-4A73-8820-3DF3CD176BAE}" destId="{7824B6D3-3F6D-46A7-AD9B-8F5AB1F10371}" srcOrd="2" destOrd="0" presId="urn:microsoft.com/office/officeart/2018/2/layout/IconVerticalSolidList"/>
    <dgm:cxn modelId="{F53AF1FA-CB6C-49A9-885E-D085B7F296FA}" type="presParOf" srcId="{4D885677-659F-4A73-8820-3DF3CD176BAE}" destId="{D1DDE0E6-C6E9-43B1-9C36-46C7FAF6002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B0B5EB-0E60-4B5C-A584-21FEF030C2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503758-8A30-4363-B1D2-A7855A21C8A5}">
      <dgm:prSet/>
      <dgm:spPr/>
      <dgm:t>
        <a:bodyPr/>
        <a:lstStyle/>
        <a:p>
          <a:pPr>
            <a:defRPr cap="all"/>
          </a:pPr>
          <a:r>
            <a:rPr lang="en-US"/>
            <a:t>Confirm features for ML model</a:t>
          </a:r>
        </a:p>
      </dgm:t>
    </dgm:pt>
    <dgm:pt modelId="{E37AD385-F314-4B19-9862-6F78117704B2}" type="parTrans" cxnId="{402E0988-73C6-46AF-AD7F-0A38C49FBFCF}">
      <dgm:prSet/>
      <dgm:spPr/>
      <dgm:t>
        <a:bodyPr/>
        <a:lstStyle/>
        <a:p>
          <a:endParaRPr lang="en-US"/>
        </a:p>
      </dgm:t>
    </dgm:pt>
    <dgm:pt modelId="{7E664AE6-1533-4CF3-BA0D-DD68EB91CACB}" type="sibTrans" cxnId="{402E0988-73C6-46AF-AD7F-0A38C49FBFCF}">
      <dgm:prSet/>
      <dgm:spPr/>
      <dgm:t>
        <a:bodyPr/>
        <a:lstStyle/>
        <a:p>
          <a:endParaRPr lang="en-US"/>
        </a:p>
      </dgm:t>
    </dgm:pt>
    <dgm:pt modelId="{93DF4298-0409-436A-B5A0-852248F8871E}">
      <dgm:prSet/>
      <dgm:spPr/>
      <dgm:t>
        <a:bodyPr/>
        <a:lstStyle/>
        <a:p>
          <a:pPr>
            <a:defRPr cap="all"/>
          </a:pPr>
          <a:r>
            <a:rPr lang="en-US"/>
            <a:t>Implement and Test ML model</a:t>
          </a:r>
        </a:p>
      </dgm:t>
    </dgm:pt>
    <dgm:pt modelId="{430239BB-1286-4A88-B74E-290FDA5356F6}" type="parTrans" cxnId="{7085C291-468C-4587-8D68-777C96F3C5CD}">
      <dgm:prSet/>
      <dgm:spPr/>
      <dgm:t>
        <a:bodyPr/>
        <a:lstStyle/>
        <a:p>
          <a:endParaRPr lang="en-US"/>
        </a:p>
      </dgm:t>
    </dgm:pt>
    <dgm:pt modelId="{FF413523-F33F-45BF-8883-3AB23E6A885A}" type="sibTrans" cxnId="{7085C291-468C-4587-8D68-777C96F3C5CD}">
      <dgm:prSet/>
      <dgm:spPr/>
      <dgm:t>
        <a:bodyPr/>
        <a:lstStyle/>
        <a:p>
          <a:endParaRPr lang="en-US"/>
        </a:p>
      </dgm:t>
    </dgm:pt>
    <dgm:pt modelId="{08CDF594-CA3E-4979-B758-303167A34605}">
      <dgm:prSet/>
      <dgm:spPr/>
      <dgm:t>
        <a:bodyPr/>
        <a:lstStyle/>
        <a:p>
          <a:pPr>
            <a:defRPr cap="all"/>
          </a:pPr>
          <a:r>
            <a:rPr lang="en-US"/>
            <a:t>Begin working on data modeling and design document</a:t>
          </a:r>
        </a:p>
      </dgm:t>
    </dgm:pt>
    <dgm:pt modelId="{95BD0C8D-6AE3-42A6-9BD4-0CF8447D9313}" type="parTrans" cxnId="{14382FA8-E646-4792-BA2B-DD63C5DF6DA0}">
      <dgm:prSet/>
      <dgm:spPr/>
      <dgm:t>
        <a:bodyPr/>
        <a:lstStyle/>
        <a:p>
          <a:endParaRPr lang="en-US"/>
        </a:p>
      </dgm:t>
    </dgm:pt>
    <dgm:pt modelId="{7C866C6D-6B57-480E-8899-063B1EA9A47D}" type="sibTrans" cxnId="{14382FA8-E646-4792-BA2B-DD63C5DF6DA0}">
      <dgm:prSet/>
      <dgm:spPr/>
      <dgm:t>
        <a:bodyPr/>
        <a:lstStyle/>
        <a:p>
          <a:endParaRPr lang="en-US"/>
        </a:p>
      </dgm:t>
    </dgm:pt>
    <dgm:pt modelId="{A153C699-A815-4456-8F40-F77AB829AB95}" type="pres">
      <dgm:prSet presAssocID="{73B0B5EB-0E60-4B5C-A584-21FEF030C204}" presName="root" presStyleCnt="0">
        <dgm:presLayoutVars>
          <dgm:dir/>
          <dgm:resizeHandles val="exact"/>
        </dgm:presLayoutVars>
      </dgm:prSet>
      <dgm:spPr/>
    </dgm:pt>
    <dgm:pt modelId="{71A98820-D6C0-4E2E-8345-4279B6F0C03E}" type="pres">
      <dgm:prSet presAssocID="{C4503758-8A30-4363-B1D2-A7855A21C8A5}" presName="compNode" presStyleCnt="0"/>
      <dgm:spPr/>
    </dgm:pt>
    <dgm:pt modelId="{063B5610-D17C-422D-B4E2-42C7C791A892}" type="pres">
      <dgm:prSet presAssocID="{C4503758-8A30-4363-B1D2-A7855A21C8A5}" presName="iconBgRect" presStyleLbl="bgShp" presStyleIdx="0" presStyleCnt="3"/>
      <dgm:spPr/>
    </dgm:pt>
    <dgm:pt modelId="{360D8617-609B-461F-8837-A560D1112660}" type="pres">
      <dgm:prSet presAssocID="{C4503758-8A30-4363-B1D2-A7855A21C8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38A0099-10EA-4829-92B6-F026FD576A1C}" type="pres">
      <dgm:prSet presAssocID="{C4503758-8A30-4363-B1D2-A7855A21C8A5}" presName="spaceRect" presStyleCnt="0"/>
      <dgm:spPr/>
    </dgm:pt>
    <dgm:pt modelId="{39D616EC-352D-42FD-8047-4BFD2FF83CE3}" type="pres">
      <dgm:prSet presAssocID="{C4503758-8A30-4363-B1D2-A7855A21C8A5}" presName="textRect" presStyleLbl="revTx" presStyleIdx="0" presStyleCnt="3">
        <dgm:presLayoutVars>
          <dgm:chMax val="1"/>
          <dgm:chPref val="1"/>
        </dgm:presLayoutVars>
      </dgm:prSet>
      <dgm:spPr/>
    </dgm:pt>
    <dgm:pt modelId="{EF7ED3E8-2E0F-487C-8E47-953FAF7139F1}" type="pres">
      <dgm:prSet presAssocID="{7E664AE6-1533-4CF3-BA0D-DD68EB91CACB}" presName="sibTrans" presStyleCnt="0"/>
      <dgm:spPr/>
    </dgm:pt>
    <dgm:pt modelId="{6844F2BC-8C76-480F-B32D-9A421DE85C0C}" type="pres">
      <dgm:prSet presAssocID="{93DF4298-0409-436A-B5A0-852248F8871E}" presName="compNode" presStyleCnt="0"/>
      <dgm:spPr/>
    </dgm:pt>
    <dgm:pt modelId="{D3C49698-4373-42F7-A795-44C01D4C2C9F}" type="pres">
      <dgm:prSet presAssocID="{93DF4298-0409-436A-B5A0-852248F8871E}" presName="iconBgRect" presStyleLbl="bgShp" presStyleIdx="1" presStyleCnt="3"/>
      <dgm:spPr/>
    </dgm:pt>
    <dgm:pt modelId="{D88AA93E-99C4-4A0D-B662-B8C5289869E4}" type="pres">
      <dgm:prSet presAssocID="{93DF4298-0409-436A-B5A0-852248F887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5215A1F-F1F3-431F-A0F6-2A93A22B6E1D}" type="pres">
      <dgm:prSet presAssocID="{93DF4298-0409-436A-B5A0-852248F8871E}" presName="spaceRect" presStyleCnt="0"/>
      <dgm:spPr/>
    </dgm:pt>
    <dgm:pt modelId="{9DB6FF3A-48B3-4A06-9848-E58869B6DA51}" type="pres">
      <dgm:prSet presAssocID="{93DF4298-0409-436A-B5A0-852248F8871E}" presName="textRect" presStyleLbl="revTx" presStyleIdx="1" presStyleCnt="3">
        <dgm:presLayoutVars>
          <dgm:chMax val="1"/>
          <dgm:chPref val="1"/>
        </dgm:presLayoutVars>
      </dgm:prSet>
      <dgm:spPr/>
    </dgm:pt>
    <dgm:pt modelId="{AA1686A4-BF3C-4A1C-A50F-9A7EF3E515BD}" type="pres">
      <dgm:prSet presAssocID="{FF413523-F33F-45BF-8883-3AB23E6A885A}" presName="sibTrans" presStyleCnt="0"/>
      <dgm:spPr/>
    </dgm:pt>
    <dgm:pt modelId="{BD3C3A10-0F9E-49E2-A435-A5113D15EB70}" type="pres">
      <dgm:prSet presAssocID="{08CDF594-CA3E-4979-B758-303167A34605}" presName="compNode" presStyleCnt="0"/>
      <dgm:spPr/>
    </dgm:pt>
    <dgm:pt modelId="{B9E3CEEB-09CD-4570-8187-5E58C56A393A}" type="pres">
      <dgm:prSet presAssocID="{08CDF594-CA3E-4979-B758-303167A34605}" presName="iconBgRect" presStyleLbl="bgShp" presStyleIdx="2" presStyleCnt="3"/>
      <dgm:spPr/>
    </dgm:pt>
    <dgm:pt modelId="{FBC92A78-35D4-4F12-B718-1598FFA56A0C}" type="pres">
      <dgm:prSet presAssocID="{08CDF594-CA3E-4979-B758-303167A346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3E472CB-8CD2-4154-9858-8E0C64EF0739}" type="pres">
      <dgm:prSet presAssocID="{08CDF594-CA3E-4979-B758-303167A34605}" presName="spaceRect" presStyleCnt="0"/>
      <dgm:spPr/>
    </dgm:pt>
    <dgm:pt modelId="{3542F2B8-419D-4DAC-A71C-4BAB13B4225A}" type="pres">
      <dgm:prSet presAssocID="{08CDF594-CA3E-4979-B758-303167A3460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10380F-F56F-4F2D-AC4A-F46E2E20A1EA}" type="presOf" srcId="{93DF4298-0409-436A-B5A0-852248F8871E}" destId="{9DB6FF3A-48B3-4A06-9848-E58869B6DA51}" srcOrd="0" destOrd="0" presId="urn:microsoft.com/office/officeart/2018/5/layout/IconCircleLabelList"/>
    <dgm:cxn modelId="{9CE9EE44-4759-4414-A9C7-6E20FD56DEEA}" type="presOf" srcId="{C4503758-8A30-4363-B1D2-A7855A21C8A5}" destId="{39D616EC-352D-42FD-8047-4BFD2FF83CE3}" srcOrd="0" destOrd="0" presId="urn:microsoft.com/office/officeart/2018/5/layout/IconCircleLabelList"/>
    <dgm:cxn modelId="{402E0988-73C6-46AF-AD7F-0A38C49FBFCF}" srcId="{73B0B5EB-0E60-4B5C-A584-21FEF030C204}" destId="{C4503758-8A30-4363-B1D2-A7855A21C8A5}" srcOrd="0" destOrd="0" parTransId="{E37AD385-F314-4B19-9862-6F78117704B2}" sibTransId="{7E664AE6-1533-4CF3-BA0D-DD68EB91CACB}"/>
    <dgm:cxn modelId="{7085C291-468C-4587-8D68-777C96F3C5CD}" srcId="{73B0B5EB-0E60-4B5C-A584-21FEF030C204}" destId="{93DF4298-0409-436A-B5A0-852248F8871E}" srcOrd="1" destOrd="0" parTransId="{430239BB-1286-4A88-B74E-290FDA5356F6}" sibTransId="{FF413523-F33F-45BF-8883-3AB23E6A885A}"/>
    <dgm:cxn modelId="{14382FA8-E646-4792-BA2B-DD63C5DF6DA0}" srcId="{73B0B5EB-0E60-4B5C-A584-21FEF030C204}" destId="{08CDF594-CA3E-4979-B758-303167A34605}" srcOrd="2" destOrd="0" parTransId="{95BD0C8D-6AE3-42A6-9BD4-0CF8447D9313}" sibTransId="{7C866C6D-6B57-480E-8899-063B1EA9A47D}"/>
    <dgm:cxn modelId="{E6413CBB-72DB-4812-A44D-89B9A2A0A055}" type="presOf" srcId="{08CDF594-CA3E-4979-B758-303167A34605}" destId="{3542F2B8-419D-4DAC-A71C-4BAB13B4225A}" srcOrd="0" destOrd="0" presId="urn:microsoft.com/office/officeart/2018/5/layout/IconCircleLabelList"/>
    <dgm:cxn modelId="{52F4C1DC-0A1B-4902-AE72-6F038B53CE69}" type="presOf" srcId="{73B0B5EB-0E60-4B5C-A584-21FEF030C204}" destId="{A153C699-A815-4456-8F40-F77AB829AB95}" srcOrd="0" destOrd="0" presId="urn:microsoft.com/office/officeart/2018/5/layout/IconCircleLabelList"/>
    <dgm:cxn modelId="{F54952B7-05EF-4444-B127-C8C0C59C1D09}" type="presParOf" srcId="{A153C699-A815-4456-8F40-F77AB829AB95}" destId="{71A98820-D6C0-4E2E-8345-4279B6F0C03E}" srcOrd="0" destOrd="0" presId="urn:microsoft.com/office/officeart/2018/5/layout/IconCircleLabelList"/>
    <dgm:cxn modelId="{46230A39-5D4B-4383-801D-3C60307668DE}" type="presParOf" srcId="{71A98820-D6C0-4E2E-8345-4279B6F0C03E}" destId="{063B5610-D17C-422D-B4E2-42C7C791A892}" srcOrd="0" destOrd="0" presId="urn:microsoft.com/office/officeart/2018/5/layout/IconCircleLabelList"/>
    <dgm:cxn modelId="{F20A37B3-2AE4-4404-A710-74C9962F7D79}" type="presParOf" srcId="{71A98820-D6C0-4E2E-8345-4279B6F0C03E}" destId="{360D8617-609B-461F-8837-A560D1112660}" srcOrd="1" destOrd="0" presId="urn:microsoft.com/office/officeart/2018/5/layout/IconCircleLabelList"/>
    <dgm:cxn modelId="{B8B5A18E-0DFD-42F3-82AC-4A6678F32654}" type="presParOf" srcId="{71A98820-D6C0-4E2E-8345-4279B6F0C03E}" destId="{438A0099-10EA-4829-92B6-F026FD576A1C}" srcOrd="2" destOrd="0" presId="urn:microsoft.com/office/officeart/2018/5/layout/IconCircleLabelList"/>
    <dgm:cxn modelId="{895F2950-225F-41FE-B68F-037C16B104BB}" type="presParOf" srcId="{71A98820-D6C0-4E2E-8345-4279B6F0C03E}" destId="{39D616EC-352D-42FD-8047-4BFD2FF83CE3}" srcOrd="3" destOrd="0" presId="urn:microsoft.com/office/officeart/2018/5/layout/IconCircleLabelList"/>
    <dgm:cxn modelId="{FD3A8566-F04A-416E-9C89-73E877E9B799}" type="presParOf" srcId="{A153C699-A815-4456-8F40-F77AB829AB95}" destId="{EF7ED3E8-2E0F-487C-8E47-953FAF7139F1}" srcOrd="1" destOrd="0" presId="urn:microsoft.com/office/officeart/2018/5/layout/IconCircleLabelList"/>
    <dgm:cxn modelId="{C8B21058-704A-418B-9010-E6C683F35314}" type="presParOf" srcId="{A153C699-A815-4456-8F40-F77AB829AB95}" destId="{6844F2BC-8C76-480F-B32D-9A421DE85C0C}" srcOrd="2" destOrd="0" presId="urn:microsoft.com/office/officeart/2018/5/layout/IconCircleLabelList"/>
    <dgm:cxn modelId="{3AD94D95-1A53-4071-A299-999E094866C5}" type="presParOf" srcId="{6844F2BC-8C76-480F-B32D-9A421DE85C0C}" destId="{D3C49698-4373-42F7-A795-44C01D4C2C9F}" srcOrd="0" destOrd="0" presId="urn:microsoft.com/office/officeart/2018/5/layout/IconCircleLabelList"/>
    <dgm:cxn modelId="{93C5BCCF-DD64-433F-AE69-EBC720BCF46D}" type="presParOf" srcId="{6844F2BC-8C76-480F-B32D-9A421DE85C0C}" destId="{D88AA93E-99C4-4A0D-B662-B8C5289869E4}" srcOrd="1" destOrd="0" presId="urn:microsoft.com/office/officeart/2018/5/layout/IconCircleLabelList"/>
    <dgm:cxn modelId="{974603F8-07BB-4A09-99D4-BD18A04BC917}" type="presParOf" srcId="{6844F2BC-8C76-480F-B32D-9A421DE85C0C}" destId="{15215A1F-F1F3-431F-A0F6-2A93A22B6E1D}" srcOrd="2" destOrd="0" presId="urn:microsoft.com/office/officeart/2018/5/layout/IconCircleLabelList"/>
    <dgm:cxn modelId="{16C343A0-E37E-4B10-A9CF-E13D2B7C3D09}" type="presParOf" srcId="{6844F2BC-8C76-480F-B32D-9A421DE85C0C}" destId="{9DB6FF3A-48B3-4A06-9848-E58869B6DA51}" srcOrd="3" destOrd="0" presId="urn:microsoft.com/office/officeart/2018/5/layout/IconCircleLabelList"/>
    <dgm:cxn modelId="{C8F1E0F9-8E8F-43AF-B4F3-8D0B6C22B9FB}" type="presParOf" srcId="{A153C699-A815-4456-8F40-F77AB829AB95}" destId="{AA1686A4-BF3C-4A1C-A50F-9A7EF3E515BD}" srcOrd="3" destOrd="0" presId="urn:microsoft.com/office/officeart/2018/5/layout/IconCircleLabelList"/>
    <dgm:cxn modelId="{3A6F73FB-3748-46F4-8C43-B488425A8BCE}" type="presParOf" srcId="{A153C699-A815-4456-8F40-F77AB829AB95}" destId="{BD3C3A10-0F9E-49E2-A435-A5113D15EB70}" srcOrd="4" destOrd="0" presId="urn:microsoft.com/office/officeart/2018/5/layout/IconCircleLabelList"/>
    <dgm:cxn modelId="{D871EF3B-72B2-4A70-BBE2-EF23D2A7E7AE}" type="presParOf" srcId="{BD3C3A10-0F9E-49E2-A435-A5113D15EB70}" destId="{B9E3CEEB-09CD-4570-8187-5E58C56A393A}" srcOrd="0" destOrd="0" presId="urn:microsoft.com/office/officeart/2018/5/layout/IconCircleLabelList"/>
    <dgm:cxn modelId="{28FFCF06-4060-4C18-AF4A-FA0D638D5551}" type="presParOf" srcId="{BD3C3A10-0F9E-49E2-A435-A5113D15EB70}" destId="{FBC92A78-35D4-4F12-B718-1598FFA56A0C}" srcOrd="1" destOrd="0" presId="urn:microsoft.com/office/officeart/2018/5/layout/IconCircleLabelList"/>
    <dgm:cxn modelId="{3B0689C1-71E0-4B93-8F17-0ED9099478E7}" type="presParOf" srcId="{BD3C3A10-0F9E-49E2-A435-A5113D15EB70}" destId="{A3E472CB-8CD2-4154-9858-8E0C64EF0739}" srcOrd="2" destOrd="0" presId="urn:microsoft.com/office/officeart/2018/5/layout/IconCircleLabelList"/>
    <dgm:cxn modelId="{C24D8FDC-3943-4570-BB7B-8C2730B897D6}" type="presParOf" srcId="{BD3C3A10-0F9E-49E2-A435-A5113D15EB70}" destId="{3542F2B8-419D-4DAC-A71C-4BAB13B4225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F16E5-0AB0-4A73-ACE0-0B9B4A5D64CE}">
      <dsp:nvSpPr>
        <dsp:cNvPr id="0" name=""/>
        <dsp:cNvSpPr/>
      </dsp:nvSpPr>
      <dsp:spPr>
        <a:xfrm>
          <a:off x="0" y="165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585AB-6627-45B6-A505-BAAD1D331D07}">
      <dsp:nvSpPr>
        <dsp:cNvPr id="0" name=""/>
        <dsp:cNvSpPr/>
      </dsp:nvSpPr>
      <dsp:spPr>
        <a:xfrm>
          <a:off x="254049" y="190619"/>
          <a:ext cx="461907" cy="4619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81880-156F-4095-8F71-8947E74A454C}">
      <dsp:nvSpPr>
        <dsp:cNvPr id="0" name=""/>
        <dsp:cNvSpPr/>
      </dsp:nvSpPr>
      <dsp:spPr>
        <a:xfrm>
          <a:off x="970006" y="165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Feature Selection</a:t>
          </a:r>
          <a:endParaRPr lang="en-US" sz="2200" kern="1200"/>
        </a:p>
      </dsp:txBody>
      <dsp:txXfrm>
        <a:off x="970006" y="1657"/>
        <a:ext cx="6996395" cy="839832"/>
      </dsp:txXfrm>
    </dsp:sp>
    <dsp:sp modelId="{8141336F-7FA0-4A9A-A1FA-6C7EE13495DF}">
      <dsp:nvSpPr>
        <dsp:cNvPr id="0" name=""/>
        <dsp:cNvSpPr/>
      </dsp:nvSpPr>
      <dsp:spPr>
        <a:xfrm>
          <a:off x="0" y="105144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0FCE5-5AFA-4646-8972-127F1FB0B7C9}">
      <dsp:nvSpPr>
        <dsp:cNvPr id="0" name=""/>
        <dsp:cNvSpPr/>
      </dsp:nvSpPr>
      <dsp:spPr>
        <a:xfrm>
          <a:off x="254049" y="1240409"/>
          <a:ext cx="461907" cy="461907"/>
        </a:xfrm>
        <a:prstGeom prst="rect">
          <a:avLst/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ED023-9535-45DA-BA20-D0DE38069F85}">
      <dsp:nvSpPr>
        <dsp:cNvPr id="0" name=""/>
        <dsp:cNvSpPr/>
      </dsp:nvSpPr>
      <dsp:spPr>
        <a:xfrm>
          <a:off x="970006" y="105144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Outliers</a:t>
          </a:r>
        </a:p>
      </dsp:txBody>
      <dsp:txXfrm>
        <a:off x="970006" y="1051447"/>
        <a:ext cx="6996395" cy="839832"/>
      </dsp:txXfrm>
    </dsp:sp>
    <dsp:sp modelId="{899C9418-5BEE-493C-A169-220227FF4A96}">
      <dsp:nvSpPr>
        <dsp:cNvPr id="0" name=""/>
        <dsp:cNvSpPr/>
      </dsp:nvSpPr>
      <dsp:spPr>
        <a:xfrm>
          <a:off x="0" y="210123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254049" y="2290199"/>
          <a:ext cx="461907" cy="461907"/>
        </a:xfrm>
        <a:prstGeom prst="rect">
          <a:avLst/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970006" y="210123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ML Model Analysis</a:t>
          </a:r>
        </a:p>
      </dsp:txBody>
      <dsp:txXfrm>
        <a:off x="970006" y="2101237"/>
        <a:ext cx="6996395" cy="839832"/>
      </dsp:txXfrm>
    </dsp:sp>
    <dsp:sp modelId="{45DAF4A5-2D1D-4533-BB46-4638676CB424}">
      <dsp:nvSpPr>
        <dsp:cNvPr id="0" name=""/>
        <dsp:cNvSpPr/>
      </dsp:nvSpPr>
      <dsp:spPr>
        <a:xfrm>
          <a:off x="0" y="315102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7F566-E9CD-4B85-8584-D724F9234253}">
      <dsp:nvSpPr>
        <dsp:cNvPr id="0" name=""/>
        <dsp:cNvSpPr/>
      </dsp:nvSpPr>
      <dsp:spPr>
        <a:xfrm>
          <a:off x="254049" y="3339990"/>
          <a:ext cx="461907" cy="461907"/>
        </a:xfrm>
        <a:prstGeom prst="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FC007-EDBA-44B1-86F1-8EDA104DBC1F}">
      <dsp:nvSpPr>
        <dsp:cNvPr id="0" name=""/>
        <dsp:cNvSpPr/>
      </dsp:nvSpPr>
      <dsp:spPr>
        <a:xfrm>
          <a:off x="970006" y="315102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Next Steps</a:t>
          </a:r>
        </a:p>
      </dsp:txBody>
      <dsp:txXfrm>
        <a:off x="970006" y="3151027"/>
        <a:ext cx="6996395" cy="8398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3CA92-5293-4D2F-8A50-3B11B28420F5}">
      <dsp:nvSpPr>
        <dsp:cNvPr id="0" name=""/>
        <dsp:cNvSpPr/>
      </dsp:nvSpPr>
      <dsp:spPr>
        <a:xfrm>
          <a:off x="2153684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3E5DF-A4BD-4CBF-8592-0B6E1660C9B3}">
      <dsp:nvSpPr>
        <dsp:cNvPr id="0" name=""/>
        <dsp:cNvSpPr/>
      </dsp:nvSpPr>
      <dsp:spPr>
        <a:xfrm>
          <a:off x="749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TOP :</a:t>
          </a:r>
        </a:p>
      </dsp:txBody>
      <dsp:txXfrm>
        <a:off x="749684" y="1807122"/>
        <a:ext cx="4320000" cy="648000"/>
      </dsp:txXfrm>
    </dsp:sp>
    <dsp:sp modelId="{0AC0C66F-7D3E-4DEF-8371-6D5648250679}">
      <dsp:nvSpPr>
        <dsp:cNvPr id="0" name=""/>
        <dsp:cNvSpPr/>
      </dsp:nvSpPr>
      <dsp:spPr>
        <a:xfrm>
          <a:off x="749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Roberts LLC Group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Burke and Sons and Sons</a:t>
          </a:r>
        </a:p>
      </dsp:txBody>
      <dsp:txXfrm>
        <a:off x="749684" y="2516698"/>
        <a:ext cx="4320000" cy="724844"/>
      </dsp:txXfrm>
    </dsp:sp>
    <dsp:sp modelId="{0050F9FB-7136-4448-B6D4-1CD9F5CF11DA}">
      <dsp:nvSpPr>
        <dsp:cNvPr id="0" name=""/>
        <dsp:cNvSpPr/>
      </dsp:nvSpPr>
      <dsp:spPr>
        <a:xfrm>
          <a:off x="7229685" y="16273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8D966-4853-41C7-BD5D-E8177FA59DD4}">
      <dsp:nvSpPr>
        <dsp:cNvPr id="0" name=""/>
        <dsp:cNvSpPr/>
      </dsp:nvSpPr>
      <dsp:spPr>
        <a:xfrm>
          <a:off x="5825684" y="180712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Least :</a:t>
          </a:r>
        </a:p>
      </dsp:txBody>
      <dsp:txXfrm>
        <a:off x="5825684" y="1807122"/>
        <a:ext cx="4320000" cy="648000"/>
      </dsp:txXfrm>
    </dsp:sp>
    <dsp:sp modelId="{0D53596C-25E9-461A-8685-0C3C5A457BDE}">
      <dsp:nvSpPr>
        <dsp:cNvPr id="0" name=""/>
        <dsp:cNvSpPr/>
      </dsp:nvSpPr>
      <dsp:spPr>
        <a:xfrm>
          <a:off x="5825684" y="2516698"/>
          <a:ext cx="4320000" cy="7248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Velasquez Inc </a:t>
          </a:r>
        </a:p>
      </dsp:txBody>
      <dsp:txXfrm>
        <a:off x="5825684" y="2516698"/>
        <a:ext cx="4320000" cy="724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2EE1F9-2195-4042-8126-1169F10342C5}">
      <dsp:nvSpPr>
        <dsp:cNvPr id="0" name=""/>
        <dsp:cNvSpPr/>
      </dsp:nvSpPr>
      <dsp:spPr>
        <a:xfrm>
          <a:off x="0" y="558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DF1F54-4D70-4AE0-B968-7C2ED7940435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FC3AE-C716-462C-AA51-1B730F0B7A22}">
      <dsp:nvSpPr>
        <dsp:cNvPr id="0" name=""/>
        <dsp:cNvSpPr/>
      </dsp:nvSpPr>
      <dsp:spPr>
        <a:xfrm>
          <a:off x="1508391" y="558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Fuzzy-C means</a:t>
          </a:r>
        </a:p>
      </dsp:txBody>
      <dsp:txXfrm>
        <a:off x="1508391" y="558"/>
        <a:ext cx="4987658" cy="1305966"/>
      </dsp:txXfrm>
    </dsp:sp>
    <dsp:sp modelId="{F6545E77-B075-49EA-AE37-F375B810F3C9}">
      <dsp:nvSpPr>
        <dsp:cNvPr id="0" name=""/>
        <dsp:cNvSpPr/>
      </dsp:nvSpPr>
      <dsp:spPr>
        <a:xfrm>
          <a:off x="0" y="1633016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4CDEA-BC4C-4437-9489-C3C45800C20E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D26BA-1EBF-4C6B-9FDD-F505D2A92348}">
      <dsp:nvSpPr>
        <dsp:cNvPr id="0" name=""/>
        <dsp:cNvSpPr/>
      </dsp:nvSpPr>
      <dsp:spPr>
        <a:xfrm>
          <a:off x="1508391" y="1633016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Gothic" panose="020B0502020202020204"/>
            </a:rPr>
            <a:t>Silhouette Score of .90</a:t>
          </a:r>
          <a:endParaRPr lang="en-US" sz="2500" kern="1200"/>
        </a:p>
      </dsp:txBody>
      <dsp:txXfrm>
        <a:off x="1508391" y="1633016"/>
        <a:ext cx="4987658" cy="1305966"/>
      </dsp:txXfrm>
    </dsp:sp>
    <dsp:sp modelId="{3732478C-3B17-43F4-8BBC-CAA25156E240}">
      <dsp:nvSpPr>
        <dsp:cNvPr id="0" name=""/>
        <dsp:cNvSpPr/>
      </dsp:nvSpPr>
      <dsp:spPr>
        <a:xfrm>
          <a:off x="0" y="3265475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30A7F7-CA00-4659-9C09-C3B747C3A7E9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DE0E6-C6E9-43B1-9C36-46C7FAF6002F}">
      <dsp:nvSpPr>
        <dsp:cNvPr id="0" name=""/>
        <dsp:cNvSpPr/>
      </dsp:nvSpPr>
      <dsp:spPr>
        <a:xfrm>
          <a:off x="1508391" y="3265475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Testing with multiple features </a:t>
          </a:r>
        </a:p>
      </dsp:txBody>
      <dsp:txXfrm>
        <a:off x="1508391" y="3265475"/>
        <a:ext cx="4987658" cy="13059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B5610-D17C-422D-B4E2-42C7C791A892}">
      <dsp:nvSpPr>
        <dsp:cNvPr id="0" name=""/>
        <dsp:cNvSpPr/>
      </dsp:nvSpPr>
      <dsp:spPr>
        <a:xfrm>
          <a:off x="702434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8617-609B-461F-8837-A560D1112660}">
      <dsp:nvSpPr>
        <dsp:cNvPr id="0" name=""/>
        <dsp:cNvSpPr/>
      </dsp:nvSpPr>
      <dsp:spPr>
        <a:xfrm>
          <a:off x="1119247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616EC-352D-42FD-8047-4BFD2FF83CE3}">
      <dsp:nvSpPr>
        <dsp:cNvPr id="0" name=""/>
        <dsp:cNvSpPr/>
      </dsp:nvSpPr>
      <dsp:spPr>
        <a:xfrm>
          <a:off x="77216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Confirm features for ML model</a:t>
          </a:r>
        </a:p>
      </dsp:txBody>
      <dsp:txXfrm>
        <a:off x="77216" y="2624638"/>
        <a:ext cx="3206250" cy="720000"/>
      </dsp:txXfrm>
    </dsp:sp>
    <dsp:sp modelId="{D3C49698-4373-42F7-A795-44C01D4C2C9F}">
      <dsp:nvSpPr>
        <dsp:cNvPr id="0" name=""/>
        <dsp:cNvSpPr/>
      </dsp:nvSpPr>
      <dsp:spPr>
        <a:xfrm>
          <a:off x="4469778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AA93E-99C4-4A0D-B662-B8C5289869E4}">
      <dsp:nvSpPr>
        <dsp:cNvPr id="0" name=""/>
        <dsp:cNvSpPr/>
      </dsp:nvSpPr>
      <dsp:spPr>
        <a:xfrm>
          <a:off x="4886591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6FF3A-48B3-4A06-9848-E58869B6DA51}">
      <dsp:nvSpPr>
        <dsp:cNvPr id="0" name=""/>
        <dsp:cNvSpPr/>
      </dsp:nvSpPr>
      <dsp:spPr>
        <a:xfrm>
          <a:off x="3844559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Implement and Test ML model</a:t>
          </a:r>
        </a:p>
      </dsp:txBody>
      <dsp:txXfrm>
        <a:off x="3844559" y="2624638"/>
        <a:ext cx="3206250" cy="720000"/>
      </dsp:txXfrm>
    </dsp:sp>
    <dsp:sp modelId="{B9E3CEEB-09CD-4570-8187-5E58C56A393A}">
      <dsp:nvSpPr>
        <dsp:cNvPr id="0" name=""/>
        <dsp:cNvSpPr/>
      </dsp:nvSpPr>
      <dsp:spPr>
        <a:xfrm>
          <a:off x="8237122" y="59638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92A78-35D4-4F12-B718-1598FFA56A0C}">
      <dsp:nvSpPr>
        <dsp:cNvPr id="0" name=""/>
        <dsp:cNvSpPr/>
      </dsp:nvSpPr>
      <dsp:spPr>
        <a:xfrm>
          <a:off x="8653935" y="476450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F2B8-419D-4DAC-A71C-4BAB13B4225A}">
      <dsp:nvSpPr>
        <dsp:cNvPr id="0" name=""/>
        <dsp:cNvSpPr/>
      </dsp:nvSpPr>
      <dsp:spPr>
        <a:xfrm>
          <a:off x="7611903" y="2624638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Begin working on data modeling and design document</a:t>
          </a:r>
        </a:p>
      </dsp:txBody>
      <dsp:txXfrm>
        <a:off x="7611903" y="2624638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2/21/2025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323052"/>
              </p:ext>
            </p:extLst>
          </p:nvPr>
        </p:nvGraphicFramePr>
        <p:xfrm>
          <a:off x="648931" y="2548281"/>
          <a:ext cx="7966402" cy="399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Mix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343F2-B698-48D2-FC3A-44822BF5D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994" y="1492963"/>
            <a:ext cx="9616177" cy="27234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Total Sales Quantity</a:t>
            </a:r>
          </a:p>
          <a:p>
            <a:pPr>
              <a:buClr>
                <a:srgbClr val="8AD0D6"/>
              </a:buClr>
            </a:pPr>
            <a:r>
              <a:rPr lang="en-US"/>
              <a:t>Total Orders</a:t>
            </a:r>
          </a:p>
          <a:p>
            <a:pPr>
              <a:buClr>
                <a:srgbClr val="8AD0D6"/>
              </a:buClr>
            </a:pPr>
            <a:r>
              <a:rPr lang="en-US"/>
              <a:t>Profit Margin : Ratio of Profit to Sales amount per product</a:t>
            </a:r>
          </a:p>
          <a:p>
            <a:pPr>
              <a:buClr>
                <a:srgbClr val="8AD0D6"/>
              </a:buClr>
            </a:pPr>
            <a:r>
              <a:rPr lang="en-US"/>
              <a:t>Average Order Size : Ratio of total sales quantity to number of orders</a:t>
            </a:r>
          </a:p>
          <a:p>
            <a:pPr>
              <a:buClr>
                <a:srgbClr val="8AD0D6"/>
              </a:buClr>
            </a:pPr>
            <a:r>
              <a:rPr lang="en-US"/>
              <a:t>Repeat Purchase Ratio : Ratio of total orders to number of unique customers that buy the product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CD70C-E249-1C4A-7A66-32A36B4BB5CC}"/>
              </a:ext>
            </a:extLst>
          </p:cNvPr>
          <p:cNvSpPr txBox="1"/>
          <p:nvPr/>
        </p:nvSpPr>
        <p:spPr>
          <a:xfrm>
            <a:off x="1283855" y="4678218"/>
            <a:ext cx="3222336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000">
                <a:latin typeface="Calibri"/>
                <a:ea typeface="Calibri"/>
                <a:cs typeface="Calibri"/>
              </a:rPr>
              <a:t>High Profit Product Share</a:t>
            </a:r>
            <a:endParaRPr lang="en-US"/>
          </a:p>
          <a:p>
            <a:pPr marL="342900" indent="-342900">
              <a:buFont typeface="Wingdings"/>
              <a:buChar char="Ø"/>
            </a:pPr>
            <a:r>
              <a:rPr lang="en-US" sz="2000">
                <a:latin typeface="Calibri"/>
                <a:ea typeface="Calibri"/>
                <a:cs typeface="Calibri"/>
              </a:rPr>
              <a:t>Popular Product Share</a:t>
            </a:r>
          </a:p>
          <a:p>
            <a:pPr marL="342900" indent="-342900">
              <a:buFont typeface="Wingdings"/>
              <a:buChar char="Ø"/>
            </a:pPr>
            <a:r>
              <a:rPr lang="en-US" sz="2000">
                <a:latin typeface="Calibri"/>
                <a:ea typeface="Calibri"/>
                <a:cs typeface="Calibri"/>
              </a:rPr>
              <a:t>High Profit Order Ratio</a:t>
            </a:r>
          </a:p>
          <a:p>
            <a:pPr marL="342900" indent="-342900">
              <a:buFont typeface="Wingdings"/>
              <a:buChar char="Ø"/>
            </a:pPr>
            <a:r>
              <a:rPr lang="en-US" sz="2000">
                <a:latin typeface="Calibri"/>
                <a:ea typeface="Calibri"/>
                <a:cs typeface="Calibri"/>
              </a:rPr>
              <a:t>Popular Order Ratio</a:t>
            </a:r>
          </a:p>
          <a:p>
            <a:endParaRPr lang="en-US">
              <a:solidFill>
                <a:srgbClr val="CCCCCC"/>
              </a:solidFill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204CA-53E4-FFCF-ECFA-2F596608CD9D}"/>
              </a:ext>
            </a:extLst>
          </p:cNvPr>
          <p:cNvSpPr txBox="1"/>
          <p:nvPr/>
        </p:nvSpPr>
        <p:spPr>
          <a:xfrm>
            <a:off x="829070" y="4211391"/>
            <a:ext cx="45227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Used In Customer metrics as : -</a:t>
            </a:r>
          </a:p>
        </p:txBody>
      </p:sp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ABD8-7260-4DFE-68DB-0632582C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Selected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BC347-6A01-2036-1706-BF4065DE7D9F}"/>
              </a:ext>
            </a:extLst>
          </p:cNvPr>
          <p:cNvSpPr txBox="1"/>
          <p:nvPr/>
        </p:nvSpPr>
        <p:spPr>
          <a:xfrm>
            <a:off x="1315683" y="1973524"/>
            <a:ext cx="7378791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/>
              <a:t>Total Profit 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Total Unit Price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Total Sales Quantity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Order Count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Number of Distinct Products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Number of Distinct Product Groups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Branch Count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Customer Lifetime in Days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High Profit Order Ratio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Popular Order Ratio</a:t>
            </a:r>
          </a:p>
          <a:p>
            <a:pPr marL="285750" indent="-285750">
              <a:buFont typeface="Arial"/>
              <a:buChar char="•"/>
            </a:pPr>
            <a:r>
              <a:rPr lang="en-US" sz="2400"/>
              <a:t>Repeat Purchase Ratio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2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EF9F-3A87-3E44-CB5B-EDCC40297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686266" cy="711102"/>
          </a:xfrm>
        </p:spPr>
        <p:txBody>
          <a:bodyPr/>
          <a:lstStyle/>
          <a:p>
            <a:r>
              <a:rPr lang="en-US"/>
              <a:t>Correlation of selected 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42381-F90B-86C1-D45A-D89FB5E60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58" y="1174750"/>
            <a:ext cx="708977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A1520-60AF-0E6B-03F1-3A8E2623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Outliers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A5384F-0122-3104-7460-473A31760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025087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0975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AC3B9-2A52-B51A-D8EE-90A85703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Model Analysis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6" name="Content Placeholder 23">
            <a:extLst>
              <a:ext uri="{FF2B5EF4-FFF2-40B4-BE49-F238E27FC236}">
                <a16:creationId xmlns:a16="http://schemas.microsoft.com/office/drawing/2014/main" id="{71D73092-2A0E-E41D-454C-1CF0818F9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20556"/>
              </p:ext>
            </p:extLst>
          </p:nvPr>
        </p:nvGraphicFramePr>
        <p:xfrm>
          <a:off x="4803085" y="1540565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58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C27B7-F24E-9FF2-2225-D4C848A6A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37DF-3C0E-0C94-5117-32E3B5470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686266" cy="711102"/>
          </a:xfrm>
        </p:spPr>
        <p:txBody>
          <a:bodyPr/>
          <a:lstStyle/>
          <a:p>
            <a:r>
              <a:rPr lang="en-US"/>
              <a:t>Cluster</a:t>
            </a:r>
          </a:p>
        </p:txBody>
      </p:sp>
      <p:pic>
        <p:nvPicPr>
          <p:cNvPr id="4" name="Picture 3" descr="A graph with colored dots&#10;&#10;AI-generated content may be incorrect.">
            <a:extLst>
              <a:ext uri="{FF2B5EF4-FFF2-40B4-BE49-F238E27FC236}">
                <a16:creationId xmlns:a16="http://schemas.microsoft.com/office/drawing/2014/main" id="{65AAB778-E52C-C44C-F751-5FC55CDB8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187" y="1385139"/>
            <a:ext cx="6971942" cy="501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42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1CA8-4AF4-EE92-811B-E41F6860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5C2A7D-A2CA-3FC7-C810-CE0225A50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81641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831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</vt:lpstr>
      <vt:lpstr>Intuilize – Cluster Commanders Customer Segmentation &amp; Prediction  Weekly Meeting 2/21/2025</vt:lpstr>
      <vt:lpstr>Agenda</vt:lpstr>
      <vt:lpstr>Product Mix </vt:lpstr>
      <vt:lpstr>Features Selected</vt:lpstr>
      <vt:lpstr>Correlation of selected features</vt:lpstr>
      <vt:lpstr>Outliers</vt:lpstr>
      <vt:lpstr>Model Analysis</vt:lpstr>
      <vt:lpstr>Cluster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2025-01-29T16:03:38Z</dcterms:created>
  <dcterms:modified xsi:type="dcterms:W3CDTF">2025-02-24T16:27:18Z</dcterms:modified>
</cp:coreProperties>
</file>