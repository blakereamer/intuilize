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66" r:id="rId5"/>
    <p:sldId id="267" r:id="rId6"/>
    <p:sldId id="261" r:id="rId7"/>
    <p:sldId id="268" r:id="rId8"/>
    <p:sldId id="269" r:id="rId9"/>
    <p:sldId id="273" r:id="rId10"/>
    <p:sldId id="270" r:id="rId11"/>
    <p:sldId id="271" r:id="rId12"/>
    <p:sldId id="272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64C85-EE1C-0462-D7BD-23042B0F825E}" v="21" dt="2025-02-14T17:14:36.990"/>
    <p1510:client id="{819BAB24-DC1C-9262-6F9D-ACD9DC2E5E69}" v="208" dt="2025-02-14T16:51:16.090"/>
    <p1510:client id="{EC367226-7FBA-B9D9-1C10-F7B255ABD097}" v="220" dt="2025-02-14T17:28:36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F6758A29-27DB-7BFA-C0E2-24F3ACE4F5E7}"/>
    <pc:docChg chg="modSld">
      <pc:chgData name="" userId="" providerId="" clId="Web-{F6758A29-27DB-7BFA-C0E2-24F3ACE4F5E7}" dt="2025-02-07T16:03:21.083" v="3" actId="20577"/>
      <pc:docMkLst>
        <pc:docMk/>
      </pc:docMkLst>
      <pc:sldChg chg="modSp">
        <pc:chgData name="" userId="" providerId="" clId="Web-{F6758A29-27DB-7BFA-C0E2-24F3ACE4F5E7}" dt="2025-02-07T16:03:21.083" v="3" actId="20577"/>
        <pc:sldMkLst>
          <pc:docMk/>
          <pc:sldMk cId="109857222" sldId="256"/>
        </pc:sldMkLst>
        <pc:spChg chg="mod">
          <ac:chgData name="" userId="" providerId="" clId="Web-{F6758A29-27DB-7BFA-C0E2-24F3ACE4F5E7}" dt="2025-02-07T16:03:21.083" v="3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Hjulberg, Andrew S" userId="S::hi6397ef@go.minnstate.edu::55255bf8-79f2-42d3-80cc-139b63d0776c" providerId="AD" clId="Web-{B56526B8-49A6-2ABE-AF25-8F3483FEE248}"/>
    <pc:docChg chg="addSld delSld modSld sldOrd">
      <pc:chgData name="Hjulberg, Andrew S" userId="S::hi6397ef@go.minnstate.edu::55255bf8-79f2-42d3-80cc-139b63d0776c" providerId="AD" clId="Web-{B56526B8-49A6-2ABE-AF25-8F3483FEE248}" dt="2025-01-31T17:24:57.951" v="67" actId="20577"/>
      <pc:docMkLst>
        <pc:docMk/>
      </pc:docMkLst>
      <pc:sldChg chg="modSp">
        <pc:chgData name="Hjulberg, Andrew S" userId="S::hi6397ef@go.minnstate.edu::55255bf8-79f2-42d3-80cc-139b63d0776c" providerId="AD" clId="Web-{B56526B8-49A6-2ABE-AF25-8F3483FEE248}" dt="2025-01-31T17:24:57.951" v="67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B56526B8-49A6-2ABE-AF25-8F3483FEE248}" dt="2025-01-31T17:24:57.951" v="67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">
        <pc:chgData name="Hjulberg, Andrew S" userId="S::hi6397ef@go.minnstate.edu::55255bf8-79f2-42d3-80cc-139b63d0776c" providerId="AD" clId="Web-{B56526B8-49A6-2ABE-AF25-8F3483FEE248}" dt="2025-01-31T17:10:48.663" v="43"/>
        <pc:sldMkLst>
          <pc:docMk/>
          <pc:sldMk cId="886379872" sldId="257"/>
        </pc:sldMkLst>
        <pc:spChg chg="mod">
          <ac:chgData name="Hjulberg, Andrew S" userId="S::hi6397ef@go.minnstate.edu::55255bf8-79f2-42d3-80cc-139b63d0776c" providerId="AD" clId="Web-{B56526B8-49A6-2ABE-AF25-8F3483FEE248}" dt="2025-01-31T17:10:48.663" v="43"/>
          <ac:spMkLst>
            <pc:docMk/>
            <pc:sldMk cId="886379872" sldId="257"/>
            <ac:spMk id="2" creationId="{95BB7F4E-CEB3-1DC9-D910-560961EB30AF}"/>
          </ac:spMkLst>
        </pc:spChg>
        <pc:graphicFrameChg chg="mod modGraphic">
          <ac:chgData name="Hjulberg, Andrew S" userId="S::hi6397ef@go.minnstate.edu::55255bf8-79f2-42d3-80cc-139b63d0776c" providerId="AD" clId="Web-{B56526B8-49A6-2ABE-AF25-8F3483FEE248}" dt="2025-01-31T17:10:48.663" v="43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 new">
        <pc:chgData name="Hjulberg, Andrew S" userId="S::hi6397ef@go.minnstate.edu::55255bf8-79f2-42d3-80cc-139b63d0776c" providerId="AD" clId="Web-{B56526B8-49A6-2ABE-AF25-8F3483FEE248}" dt="2025-01-31T17:14:05.505" v="63" actId="1076"/>
        <pc:sldMkLst>
          <pc:docMk/>
          <pc:sldMk cId="2651625976" sldId="261"/>
        </pc:sldMkLst>
        <pc:spChg chg="mod">
          <ac:chgData name="Hjulberg, Andrew S" userId="S::hi6397ef@go.minnstate.edu::55255bf8-79f2-42d3-80cc-139b63d0776c" providerId="AD" clId="Web-{B56526B8-49A6-2ABE-AF25-8F3483FEE248}" dt="2025-01-31T17:08:45.617" v="16" actId="20577"/>
          <ac:spMkLst>
            <pc:docMk/>
            <pc:sldMk cId="2651625976" sldId="261"/>
            <ac:spMk id="2" creationId="{22D63090-2FBA-6EC8-1BB6-90B55E082E71}"/>
          </ac:spMkLst>
        </pc:spChg>
        <pc:picChg chg="add mod">
          <ac:chgData name="Hjulberg, Andrew S" userId="S::hi6397ef@go.minnstate.edu::55255bf8-79f2-42d3-80cc-139b63d0776c" providerId="AD" clId="Web-{B56526B8-49A6-2ABE-AF25-8F3483FEE248}" dt="2025-01-31T17:14:05.505" v="63" actId="1076"/>
          <ac:picMkLst>
            <pc:docMk/>
            <pc:sldMk cId="2651625976" sldId="261"/>
            <ac:picMk id="8" creationId="{AD397457-2183-C75E-724D-AC1C8D541D46}"/>
          </ac:picMkLst>
        </pc:picChg>
      </pc:sldChg>
      <pc:sldChg chg="addSp modSp new">
        <pc:chgData name="Hjulberg, Andrew S" userId="S::hi6397ef@go.minnstate.edu::55255bf8-79f2-42d3-80cc-139b63d0776c" providerId="AD" clId="Web-{B56526B8-49A6-2ABE-AF25-8F3483FEE248}" dt="2025-01-31T17:13:02.052" v="58" actId="1076"/>
        <pc:sldMkLst>
          <pc:docMk/>
          <pc:sldMk cId="234107635" sldId="262"/>
        </pc:sldMkLst>
        <pc:picChg chg="add mod">
          <ac:chgData name="Hjulberg, Andrew S" userId="S::hi6397ef@go.minnstate.edu::55255bf8-79f2-42d3-80cc-139b63d0776c" providerId="AD" clId="Web-{B56526B8-49A6-2ABE-AF25-8F3483FEE248}" dt="2025-01-31T17:13:02.052" v="58" actId="1076"/>
          <ac:picMkLst>
            <pc:docMk/>
            <pc:sldMk cId="234107635" sldId="262"/>
            <ac:picMk id="3" creationId="{269976F9-535A-22A8-87DE-1DBF2513226F}"/>
          </ac:picMkLst>
        </pc:picChg>
      </pc:sldChg>
      <pc:sldChg chg="new del">
        <pc:chgData name="Hjulberg, Andrew S" userId="S::hi6397ef@go.minnstate.edu::55255bf8-79f2-42d3-80cc-139b63d0776c" providerId="AD" clId="Web-{B56526B8-49A6-2ABE-AF25-8F3483FEE248}" dt="2025-01-31T17:12:27.990" v="51"/>
        <pc:sldMkLst>
          <pc:docMk/>
          <pc:sldMk cId="1119274814" sldId="262"/>
        </pc:sldMkLst>
      </pc:sldChg>
      <pc:sldChg chg="addSp modSp new ord">
        <pc:chgData name="Hjulberg, Andrew S" userId="S::hi6397ef@go.minnstate.edu::55255bf8-79f2-42d3-80cc-139b63d0776c" providerId="AD" clId="Web-{B56526B8-49A6-2ABE-AF25-8F3483FEE248}" dt="2025-01-31T17:14:46.410" v="66"/>
        <pc:sldMkLst>
          <pc:docMk/>
          <pc:sldMk cId="370031153" sldId="263"/>
        </pc:sldMkLst>
        <pc:picChg chg="add mod">
          <ac:chgData name="Hjulberg, Andrew S" userId="S::hi6397ef@go.minnstate.edu::55255bf8-79f2-42d3-80cc-139b63d0776c" providerId="AD" clId="Web-{B56526B8-49A6-2ABE-AF25-8F3483FEE248}" dt="2025-01-31T17:14:24.879" v="65"/>
          <ac:picMkLst>
            <pc:docMk/>
            <pc:sldMk cId="370031153" sldId="263"/>
            <ac:picMk id="2" creationId="{034829DB-67AE-62FA-BFF3-26DECA6FB93A}"/>
          </ac:picMkLst>
        </pc:picChg>
      </pc:sldChg>
      <pc:sldChg chg="add del">
        <pc:chgData name="Hjulberg, Andrew S" userId="S::hi6397ef@go.minnstate.edu::55255bf8-79f2-42d3-80cc-139b63d0776c" providerId="AD" clId="Web-{B56526B8-49A6-2ABE-AF25-8F3483FEE248}" dt="2025-01-31T17:12:43.427" v="54"/>
        <pc:sldMkLst>
          <pc:docMk/>
          <pc:sldMk cId="1119274814" sldId="263"/>
        </pc:sldMkLst>
      </pc:sldChg>
    </pc:docChg>
  </pc:docChgLst>
  <pc:docChgLst>
    <pc:chgData name="Srinivasa Reddy, Shashank reddy" userId="S::qn1833ep@go.minnstate.edu::5f8d5532-cbd8-40c0-aa18-97830f20e260" providerId="AD" clId="Web-{EC367226-7FBA-B9D9-1C10-F7B255ABD097}"/>
    <pc:docChg chg="addSld delSld modSld sldOrd">
      <pc:chgData name="Srinivasa Reddy, Shashank reddy" userId="S::qn1833ep@go.minnstate.edu::5f8d5532-cbd8-40c0-aa18-97830f20e260" providerId="AD" clId="Web-{EC367226-7FBA-B9D9-1C10-F7B255ABD097}" dt="2025-02-14T17:28:36.872" v="209"/>
      <pc:docMkLst>
        <pc:docMk/>
      </pc:docMkLst>
      <pc:sldChg chg="modSp">
        <pc:chgData name="Srinivasa Reddy, Shashank reddy" userId="S::qn1833ep@go.minnstate.edu::5f8d5532-cbd8-40c0-aa18-97830f20e260" providerId="AD" clId="Web-{EC367226-7FBA-B9D9-1C10-F7B255ABD097}" dt="2025-02-14T17:14:28.715" v="0" actId="20577"/>
        <pc:sldMkLst>
          <pc:docMk/>
          <pc:sldMk cId="109857222" sldId="256"/>
        </pc:sldMkLst>
        <pc:spChg chg="mod">
          <ac:chgData name="Srinivasa Reddy, Shashank reddy" userId="S::qn1833ep@go.minnstate.edu::5f8d5532-cbd8-40c0-aa18-97830f20e260" providerId="AD" clId="Web-{EC367226-7FBA-B9D9-1C10-F7B255ABD097}" dt="2025-02-14T17:14:28.715" v="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">
        <pc:chgData name="Srinivasa Reddy, Shashank reddy" userId="S::qn1833ep@go.minnstate.edu::5f8d5532-cbd8-40c0-aa18-97830f20e260" providerId="AD" clId="Web-{EC367226-7FBA-B9D9-1C10-F7B255ABD097}" dt="2025-02-14T17:16:16.860" v="20" actId="14100"/>
        <pc:sldMkLst>
          <pc:docMk/>
          <pc:sldMk cId="2651625976" sldId="261"/>
        </pc:sldMkLst>
        <pc:spChg chg="add del mod">
          <ac:chgData name="Srinivasa Reddy, Shashank reddy" userId="S::qn1833ep@go.minnstate.edu::5f8d5532-cbd8-40c0-aa18-97830f20e260" providerId="AD" clId="Web-{EC367226-7FBA-B9D9-1C10-F7B255ABD097}" dt="2025-02-14T17:15:06.794" v="6"/>
          <ac:spMkLst>
            <pc:docMk/>
            <pc:sldMk cId="2651625976" sldId="261"/>
            <ac:spMk id="3" creationId="{2DCE8373-6625-B6D3-DCE9-ED71050D83C8}"/>
          </ac:spMkLst>
        </pc:spChg>
        <pc:picChg chg="add mod">
          <ac:chgData name="Srinivasa Reddy, Shashank reddy" userId="S::qn1833ep@go.minnstate.edu::5f8d5532-cbd8-40c0-aa18-97830f20e260" providerId="AD" clId="Web-{EC367226-7FBA-B9D9-1C10-F7B255ABD097}" dt="2025-02-14T17:16:16.860" v="20" actId="14100"/>
          <ac:picMkLst>
            <pc:docMk/>
            <pc:sldMk cId="2651625976" sldId="261"/>
            <ac:picMk id="4" creationId="{97EFCEF0-A6A5-F523-982F-6C40E8C88111}"/>
          </ac:picMkLst>
        </pc:picChg>
        <pc:picChg chg="add del mod">
          <ac:chgData name="Srinivasa Reddy, Shashank reddy" userId="S::qn1833ep@go.minnstate.edu::5f8d5532-cbd8-40c0-aa18-97830f20e260" providerId="AD" clId="Web-{EC367226-7FBA-B9D9-1C10-F7B255ABD097}" dt="2025-02-14T17:16:10.859" v="18"/>
          <ac:picMkLst>
            <pc:docMk/>
            <pc:sldMk cId="2651625976" sldId="261"/>
            <ac:picMk id="5" creationId="{98F9D7BD-C68D-FEB0-C0ED-B86397AE2FEA}"/>
          </ac:picMkLst>
        </pc:picChg>
      </pc:sldChg>
      <pc:sldChg chg="delSp modSp add replId">
        <pc:chgData name="Srinivasa Reddy, Shashank reddy" userId="S::qn1833ep@go.minnstate.edu::5f8d5532-cbd8-40c0-aa18-97830f20e260" providerId="AD" clId="Web-{EC367226-7FBA-B9D9-1C10-F7B255ABD097}" dt="2025-02-14T17:16:08.281" v="17" actId="14100"/>
        <pc:sldMkLst>
          <pc:docMk/>
          <pc:sldMk cId="809836373" sldId="268"/>
        </pc:sldMkLst>
        <pc:picChg chg="del">
          <ac:chgData name="Srinivasa Reddy, Shashank reddy" userId="S::qn1833ep@go.minnstate.edu::5f8d5532-cbd8-40c0-aa18-97830f20e260" providerId="AD" clId="Web-{EC367226-7FBA-B9D9-1C10-F7B255ABD097}" dt="2025-02-14T17:15:59.937" v="15"/>
          <ac:picMkLst>
            <pc:docMk/>
            <pc:sldMk cId="809836373" sldId="268"/>
            <ac:picMk id="4" creationId="{0624955D-C628-275A-1500-37FDC6D4E577}"/>
          </ac:picMkLst>
        </pc:picChg>
        <pc:picChg chg="mod">
          <ac:chgData name="Srinivasa Reddy, Shashank reddy" userId="S::qn1833ep@go.minnstate.edu::5f8d5532-cbd8-40c0-aa18-97830f20e260" providerId="AD" clId="Web-{EC367226-7FBA-B9D9-1C10-F7B255ABD097}" dt="2025-02-14T17:16:08.281" v="17" actId="14100"/>
          <ac:picMkLst>
            <pc:docMk/>
            <pc:sldMk cId="809836373" sldId="268"/>
            <ac:picMk id="5" creationId="{44E86BD6-FBF4-9FDA-A781-F34478D88DC0}"/>
          </ac:picMkLst>
        </pc:picChg>
      </pc:sldChg>
      <pc:sldChg chg="addSp delSp modSp add ord replId">
        <pc:chgData name="Srinivasa Reddy, Shashank reddy" userId="S::qn1833ep@go.minnstate.edu::5f8d5532-cbd8-40c0-aa18-97830f20e260" providerId="AD" clId="Web-{EC367226-7FBA-B9D9-1C10-F7B255ABD097}" dt="2025-02-14T17:26:55.821" v="206" actId="20577"/>
        <pc:sldMkLst>
          <pc:docMk/>
          <pc:sldMk cId="2215554830" sldId="269"/>
        </pc:sldMkLst>
        <pc:spChg chg="mod">
          <ac:chgData name="Srinivasa Reddy, Shashank reddy" userId="S::qn1833ep@go.minnstate.edu::5f8d5532-cbd8-40c0-aa18-97830f20e260" providerId="AD" clId="Web-{EC367226-7FBA-B9D9-1C10-F7B255ABD097}" dt="2025-02-14T17:26:55.821" v="206" actId="20577"/>
          <ac:spMkLst>
            <pc:docMk/>
            <pc:sldMk cId="2215554830" sldId="269"/>
            <ac:spMk id="2" creationId="{A890356D-F471-91EB-1AE1-3F16BE79D152}"/>
          </ac:spMkLst>
        </pc:spChg>
        <pc:picChg chg="add mod">
          <ac:chgData name="Srinivasa Reddy, Shashank reddy" userId="S::qn1833ep@go.minnstate.edu::5f8d5532-cbd8-40c0-aa18-97830f20e260" providerId="AD" clId="Web-{EC367226-7FBA-B9D9-1C10-F7B255ABD097}" dt="2025-02-14T17:17:41.332" v="70" actId="1076"/>
          <ac:picMkLst>
            <pc:docMk/>
            <pc:sldMk cId="2215554830" sldId="269"/>
            <ac:picMk id="3" creationId="{534A4474-66EA-F6EC-4381-1E99602C1154}"/>
          </ac:picMkLst>
        </pc:picChg>
        <pc:picChg chg="del">
          <ac:chgData name="Srinivasa Reddy, Shashank reddy" userId="S::qn1833ep@go.minnstate.edu::5f8d5532-cbd8-40c0-aa18-97830f20e260" providerId="AD" clId="Web-{EC367226-7FBA-B9D9-1C10-F7B255ABD097}" dt="2025-02-14T17:17:23.503" v="66"/>
          <ac:picMkLst>
            <pc:docMk/>
            <pc:sldMk cId="2215554830" sldId="269"/>
            <ac:picMk id="4" creationId="{D8A25511-B127-75AF-9883-A8A0CC66AF3C}"/>
          </ac:picMkLst>
        </pc:picChg>
      </pc:sldChg>
      <pc:sldChg chg="addSp delSp modSp add mod replId modShow">
        <pc:chgData name="Srinivasa Reddy, Shashank reddy" userId="S::qn1833ep@go.minnstate.edu::5f8d5532-cbd8-40c0-aa18-97830f20e260" providerId="AD" clId="Web-{EC367226-7FBA-B9D9-1C10-F7B255ABD097}" dt="2025-02-14T17:28:36.872" v="209"/>
        <pc:sldMkLst>
          <pc:docMk/>
          <pc:sldMk cId="3842570437" sldId="270"/>
        </pc:sldMkLst>
        <pc:spChg chg="mod">
          <ac:chgData name="Srinivasa Reddy, Shashank reddy" userId="S::qn1833ep@go.minnstate.edu::5f8d5532-cbd8-40c0-aa18-97830f20e260" providerId="AD" clId="Web-{EC367226-7FBA-B9D9-1C10-F7B255ABD097}" dt="2025-02-14T17:19:29.398" v="93" actId="20577"/>
          <ac:spMkLst>
            <pc:docMk/>
            <pc:sldMk cId="3842570437" sldId="270"/>
            <ac:spMk id="2" creationId="{F24FC3E3-7A5A-FCBD-EA80-91D712533FE9}"/>
          </ac:spMkLst>
        </pc:spChg>
        <pc:picChg chg="add mod">
          <ac:chgData name="Srinivasa Reddy, Shashank reddy" userId="S::qn1833ep@go.minnstate.edu::5f8d5532-cbd8-40c0-aa18-97830f20e260" providerId="AD" clId="Web-{EC367226-7FBA-B9D9-1C10-F7B255ABD097}" dt="2025-02-14T17:19:47.039" v="96" actId="1076"/>
          <ac:picMkLst>
            <pc:docMk/>
            <pc:sldMk cId="3842570437" sldId="270"/>
            <ac:picMk id="3" creationId="{7AE4C9F4-8F28-5D71-CD8D-B93ADEC4CB6D}"/>
          </ac:picMkLst>
        </pc:picChg>
        <pc:picChg chg="del">
          <ac:chgData name="Srinivasa Reddy, Shashank reddy" userId="S::qn1833ep@go.minnstate.edu::5f8d5532-cbd8-40c0-aa18-97830f20e260" providerId="AD" clId="Web-{EC367226-7FBA-B9D9-1C10-F7B255ABD097}" dt="2025-02-14T17:19:30.976" v="94"/>
          <ac:picMkLst>
            <pc:docMk/>
            <pc:sldMk cId="3842570437" sldId="270"/>
            <ac:picMk id="4" creationId="{4A3E29D4-95F3-55AE-BAFF-F0F9B09A15A8}"/>
          </ac:picMkLst>
        </pc:picChg>
      </pc:sldChg>
      <pc:sldChg chg="addSp delSp modSp add mod replId setBg setClrOvrMap">
        <pc:chgData name="Srinivasa Reddy, Shashank reddy" userId="S::qn1833ep@go.minnstate.edu::5f8d5532-cbd8-40c0-aa18-97830f20e260" providerId="AD" clId="Web-{EC367226-7FBA-B9D9-1C10-F7B255ABD097}" dt="2025-02-14T17:21:43.075" v="168"/>
        <pc:sldMkLst>
          <pc:docMk/>
          <pc:sldMk cId="1108363778" sldId="271"/>
        </pc:sldMkLst>
        <pc:spChg chg="mod">
          <ac:chgData name="Srinivasa Reddy, Shashank reddy" userId="S::qn1833ep@go.minnstate.edu::5f8d5532-cbd8-40c0-aa18-97830f20e260" providerId="AD" clId="Web-{EC367226-7FBA-B9D9-1C10-F7B255ABD097}" dt="2025-02-14T17:21:43.075" v="168"/>
          <ac:spMkLst>
            <pc:docMk/>
            <pc:sldMk cId="1108363778" sldId="271"/>
            <ac:spMk id="2" creationId="{E9A81A1A-16F2-871B-92F3-2852E5F1A498}"/>
          </ac:spMkLst>
        </pc:spChg>
        <pc:spChg chg="add">
          <ac:chgData name="Srinivasa Reddy, Shashank reddy" userId="S::qn1833ep@go.minnstate.edu::5f8d5532-cbd8-40c0-aa18-97830f20e260" providerId="AD" clId="Web-{EC367226-7FBA-B9D9-1C10-F7B255ABD097}" dt="2025-02-14T17:21:43.075" v="168"/>
          <ac:spMkLst>
            <pc:docMk/>
            <pc:sldMk cId="1108363778" sldId="271"/>
            <ac:spMk id="12" creationId="{4AC0CD9D-7610-4620-93B4-798CCD9AB581}"/>
          </ac:spMkLst>
        </pc:spChg>
        <pc:spChg chg="add">
          <ac:chgData name="Srinivasa Reddy, Shashank reddy" userId="S::qn1833ep@go.minnstate.edu::5f8d5532-cbd8-40c0-aa18-97830f20e260" providerId="AD" clId="Web-{EC367226-7FBA-B9D9-1C10-F7B255ABD097}" dt="2025-02-14T17:21:43.075" v="168"/>
          <ac:spMkLst>
            <pc:docMk/>
            <pc:sldMk cId="1108363778" sldId="271"/>
            <ac:spMk id="18" creationId="{DE4D62F9-188E-4530-84C2-24BDEE4BEB82}"/>
          </ac:spMkLst>
        </pc:spChg>
        <pc:spChg chg="add">
          <ac:chgData name="Srinivasa Reddy, Shashank reddy" userId="S::qn1833ep@go.minnstate.edu::5f8d5532-cbd8-40c0-aa18-97830f20e260" providerId="AD" clId="Web-{EC367226-7FBA-B9D9-1C10-F7B255ABD097}" dt="2025-02-14T17:21:43.075" v="168"/>
          <ac:spMkLst>
            <pc:docMk/>
            <pc:sldMk cId="1108363778" sldId="271"/>
            <ac:spMk id="20" creationId="{D67CA421-FA2B-47ED-A101-F8BBEBB2976B}"/>
          </ac:spMkLst>
        </pc:spChg>
        <pc:spChg chg="add">
          <ac:chgData name="Srinivasa Reddy, Shashank reddy" userId="S::qn1833ep@go.minnstate.edu::5f8d5532-cbd8-40c0-aa18-97830f20e260" providerId="AD" clId="Web-{EC367226-7FBA-B9D9-1C10-F7B255ABD097}" dt="2025-02-14T17:21:43.075" v="168"/>
          <ac:spMkLst>
            <pc:docMk/>
            <pc:sldMk cId="1108363778" sldId="271"/>
            <ac:spMk id="22" creationId="{12425D82-CD5E-45A4-9542-70951E59F2D1}"/>
          </ac:spMkLst>
        </pc:spChg>
        <pc:spChg chg="add">
          <ac:chgData name="Srinivasa Reddy, Shashank reddy" userId="S::qn1833ep@go.minnstate.edu::5f8d5532-cbd8-40c0-aa18-97830f20e260" providerId="AD" clId="Web-{EC367226-7FBA-B9D9-1C10-F7B255ABD097}" dt="2025-02-14T17:21:43.075" v="168"/>
          <ac:spMkLst>
            <pc:docMk/>
            <pc:sldMk cId="1108363778" sldId="271"/>
            <ac:spMk id="24" creationId="{221DB897-A621-4D5F-AC81-91199AC4370E}"/>
          </ac:spMkLst>
        </pc:spChg>
        <pc:picChg chg="add mod">
          <ac:chgData name="Srinivasa Reddy, Shashank reddy" userId="S::qn1833ep@go.minnstate.edu::5f8d5532-cbd8-40c0-aa18-97830f20e260" providerId="AD" clId="Web-{EC367226-7FBA-B9D9-1C10-F7B255ABD097}" dt="2025-02-14T17:21:43.075" v="168"/>
          <ac:picMkLst>
            <pc:docMk/>
            <pc:sldMk cId="1108363778" sldId="271"/>
            <ac:picMk id="3" creationId="{60274D34-1232-0D9F-4B5B-2A95D028BA92}"/>
          </ac:picMkLst>
        </pc:picChg>
        <pc:picChg chg="del">
          <ac:chgData name="Srinivasa Reddy, Shashank reddy" userId="S::qn1833ep@go.minnstate.edu::5f8d5532-cbd8-40c0-aa18-97830f20e260" providerId="AD" clId="Web-{EC367226-7FBA-B9D9-1C10-F7B255ABD097}" dt="2025-02-14T17:20:28.182" v="138"/>
          <ac:picMkLst>
            <pc:docMk/>
            <pc:sldMk cId="1108363778" sldId="271"/>
            <ac:picMk id="4" creationId="{331DEF37-9811-E826-8839-EB03C83A7643}"/>
          </ac:picMkLst>
        </pc:picChg>
        <pc:picChg chg="add">
          <ac:chgData name="Srinivasa Reddy, Shashank reddy" userId="S::qn1833ep@go.minnstate.edu::5f8d5532-cbd8-40c0-aa18-97830f20e260" providerId="AD" clId="Web-{EC367226-7FBA-B9D9-1C10-F7B255ABD097}" dt="2025-02-14T17:21:43.075" v="168"/>
          <ac:picMkLst>
            <pc:docMk/>
            <pc:sldMk cId="1108363778" sldId="271"/>
            <ac:picMk id="8" creationId="{41B68C77-138E-4BF7-A276-BD0C78A4219F}"/>
          </ac:picMkLst>
        </pc:picChg>
        <pc:picChg chg="add">
          <ac:chgData name="Srinivasa Reddy, Shashank reddy" userId="S::qn1833ep@go.minnstate.edu::5f8d5532-cbd8-40c0-aa18-97830f20e260" providerId="AD" clId="Web-{EC367226-7FBA-B9D9-1C10-F7B255ABD097}" dt="2025-02-14T17:21:43.075" v="168"/>
          <ac:picMkLst>
            <pc:docMk/>
            <pc:sldMk cId="1108363778" sldId="271"/>
            <ac:picMk id="10" creationId="{7C268552-D473-46ED-B1B8-422042C4DEF1}"/>
          </ac:picMkLst>
        </pc:picChg>
        <pc:picChg chg="add">
          <ac:chgData name="Srinivasa Reddy, Shashank reddy" userId="S::qn1833ep@go.minnstate.edu::5f8d5532-cbd8-40c0-aa18-97830f20e260" providerId="AD" clId="Web-{EC367226-7FBA-B9D9-1C10-F7B255ABD097}" dt="2025-02-14T17:21:43.075" v="168"/>
          <ac:picMkLst>
            <pc:docMk/>
            <pc:sldMk cId="1108363778" sldId="271"/>
            <ac:picMk id="16" creationId="{69F01145-BEA3-4CBF-AA21-10077B948CA8}"/>
          </ac:picMkLst>
        </pc:picChg>
      </pc:sldChg>
      <pc:sldChg chg="addSp delSp modSp add mod replId setBg setClrOvrMap">
        <pc:chgData name="Srinivasa Reddy, Shashank reddy" userId="S::qn1833ep@go.minnstate.edu::5f8d5532-cbd8-40c0-aa18-97830f20e260" providerId="AD" clId="Web-{EC367226-7FBA-B9D9-1C10-F7B255ABD097}" dt="2025-02-14T17:21:31.653" v="167"/>
        <pc:sldMkLst>
          <pc:docMk/>
          <pc:sldMk cId="2224434557" sldId="272"/>
        </pc:sldMkLst>
        <pc:spChg chg="mod">
          <ac:chgData name="Srinivasa Reddy, Shashank reddy" userId="S::qn1833ep@go.minnstate.edu::5f8d5532-cbd8-40c0-aa18-97830f20e260" providerId="AD" clId="Web-{EC367226-7FBA-B9D9-1C10-F7B255ABD097}" dt="2025-02-14T17:21:16.558" v="166"/>
          <ac:spMkLst>
            <pc:docMk/>
            <pc:sldMk cId="2224434557" sldId="272"/>
            <ac:spMk id="2" creationId="{89DFFAAC-A2F2-FA13-A06F-02BBF7EA615D}"/>
          </ac:spMkLst>
        </pc:spChg>
        <pc:spChg chg="add">
          <ac:chgData name="Srinivasa Reddy, Shashank reddy" userId="S::qn1833ep@go.minnstate.edu::5f8d5532-cbd8-40c0-aa18-97830f20e260" providerId="AD" clId="Web-{EC367226-7FBA-B9D9-1C10-F7B255ABD097}" dt="2025-02-14T17:21:16.558" v="166"/>
          <ac:spMkLst>
            <pc:docMk/>
            <pc:sldMk cId="2224434557" sldId="272"/>
            <ac:spMk id="12" creationId="{4AC0CD9D-7610-4620-93B4-798CCD9AB581}"/>
          </ac:spMkLst>
        </pc:spChg>
        <pc:spChg chg="add">
          <ac:chgData name="Srinivasa Reddy, Shashank reddy" userId="S::qn1833ep@go.minnstate.edu::5f8d5532-cbd8-40c0-aa18-97830f20e260" providerId="AD" clId="Web-{EC367226-7FBA-B9D9-1C10-F7B255ABD097}" dt="2025-02-14T17:21:16.558" v="166"/>
          <ac:spMkLst>
            <pc:docMk/>
            <pc:sldMk cId="2224434557" sldId="272"/>
            <ac:spMk id="18" creationId="{DE4D62F9-188E-4530-84C2-24BDEE4BEB82}"/>
          </ac:spMkLst>
        </pc:spChg>
        <pc:spChg chg="add">
          <ac:chgData name="Srinivasa Reddy, Shashank reddy" userId="S::qn1833ep@go.minnstate.edu::5f8d5532-cbd8-40c0-aa18-97830f20e260" providerId="AD" clId="Web-{EC367226-7FBA-B9D9-1C10-F7B255ABD097}" dt="2025-02-14T17:21:16.558" v="166"/>
          <ac:spMkLst>
            <pc:docMk/>
            <pc:sldMk cId="2224434557" sldId="272"/>
            <ac:spMk id="20" creationId="{757B325C-3E35-45CF-9D07-3BCB281F3B9C}"/>
          </ac:spMkLst>
        </pc:spChg>
        <pc:spChg chg="add">
          <ac:chgData name="Srinivasa Reddy, Shashank reddy" userId="S::qn1833ep@go.minnstate.edu::5f8d5532-cbd8-40c0-aa18-97830f20e260" providerId="AD" clId="Web-{EC367226-7FBA-B9D9-1C10-F7B255ABD097}" dt="2025-02-14T17:21:16.558" v="166"/>
          <ac:spMkLst>
            <pc:docMk/>
            <pc:sldMk cId="2224434557" sldId="272"/>
            <ac:spMk id="22" creationId="{C24BEC42-AFF3-40D1-93A2-A27A42E1E23C}"/>
          </ac:spMkLst>
        </pc:spChg>
        <pc:spChg chg="add">
          <ac:chgData name="Srinivasa Reddy, Shashank reddy" userId="S::qn1833ep@go.minnstate.edu::5f8d5532-cbd8-40c0-aa18-97830f20e260" providerId="AD" clId="Web-{EC367226-7FBA-B9D9-1C10-F7B255ABD097}" dt="2025-02-14T17:21:16.558" v="166"/>
          <ac:spMkLst>
            <pc:docMk/>
            <pc:sldMk cId="2224434557" sldId="272"/>
            <ac:spMk id="24" creationId="{608F427C-1EC9-4280-9367-F2B3AA063E82}"/>
          </ac:spMkLst>
        </pc:spChg>
        <pc:spChg chg="add">
          <ac:chgData name="Srinivasa Reddy, Shashank reddy" userId="S::qn1833ep@go.minnstate.edu::5f8d5532-cbd8-40c0-aa18-97830f20e260" providerId="AD" clId="Web-{EC367226-7FBA-B9D9-1C10-F7B255ABD097}" dt="2025-02-14T17:21:16.558" v="166"/>
          <ac:spMkLst>
            <pc:docMk/>
            <pc:sldMk cId="2224434557" sldId="272"/>
            <ac:spMk id="26" creationId="{F98810A7-E114-447A-A7D6-69B27CFB5650}"/>
          </ac:spMkLst>
        </pc:spChg>
        <pc:picChg chg="add mod">
          <ac:chgData name="Srinivasa Reddy, Shashank reddy" userId="S::qn1833ep@go.minnstate.edu::5f8d5532-cbd8-40c0-aa18-97830f20e260" providerId="AD" clId="Web-{EC367226-7FBA-B9D9-1C10-F7B255ABD097}" dt="2025-02-14T17:21:31.653" v="167"/>
          <ac:picMkLst>
            <pc:docMk/>
            <pc:sldMk cId="2224434557" sldId="272"/>
            <ac:picMk id="3" creationId="{68F456A6-3B8A-B914-C088-180DE5D96966}"/>
          </ac:picMkLst>
        </pc:picChg>
        <pc:picChg chg="del">
          <ac:chgData name="Srinivasa Reddy, Shashank reddy" userId="S::qn1833ep@go.minnstate.edu::5f8d5532-cbd8-40c0-aa18-97830f20e260" providerId="AD" clId="Web-{EC367226-7FBA-B9D9-1C10-F7B255ABD097}" dt="2025-02-14T17:21:07.558" v="162"/>
          <ac:picMkLst>
            <pc:docMk/>
            <pc:sldMk cId="2224434557" sldId="272"/>
            <ac:picMk id="4" creationId="{C36E4638-CA72-EBF7-1248-0594D0433C61}"/>
          </ac:picMkLst>
        </pc:picChg>
        <pc:picChg chg="add">
          <ac:chgData name="Srinivasa Reddy, Shashank reddy" userId="S::qn1833ep@go.minnstate.edu::5f8d5532-cbd8-40c0-aa18-97830f20e260" providerId="AD" clId="Web-{EC367226-7FBA-B9D9-1C10-F7B255ABD097}" dt="2025-02-14T17:21:16.558" v="166"/>
          <ac:picMkLst>
            <pc:docMk/>
            <pc:sldMk cId="2224434557" sldId="272"/>
            <ac:picMk id="8" creationId="{41B68C77-138E-4BF7-A276-BD0C78A4219F}"/>
          </ac:picMkLst>
        </pc:picChg>
        <pc:picChg chg="add">
          <ac:chgData name="Srinivasa Reddy, Shashank reddy" userId="S::qn1833ep@go.minnstate.edu::5f8d5532-cbd8-40c0-aa18-97830f20e260" providerId="AD" clId="Web-{EC367226-7FBA-B9D9-1C10-F7B255ABD097}" dt="2025-02-14T17:21:16.558" v="166"/>
          <ac:picMkLst>
            <pc:docMk/>
            <pc:sldMk cId="2224434557" sldId="272"/>
            <ac:picMk id="10" creationId="{7C268552-D473-46ED-B1B8-422042C4DEF1}"/>
          </ac:picMkLst>
        </pc:picChg>
        <pc:picChg chg="add">
          <ac:chgData name="Srinivasa Reddy, Shashank reddy" userId="S::qn1833ep@go.minnstate.edu::5f8d5532-cbd8-40c0-aa18-97830f20e260" providerId="AD" clId="Web-{EC367226-7FBA-B9D9-1C10-F7B255ABD097}" dt="2025-02-14T17:21:16.558" v="166"/>
          <ac:picMkLst>
            <pc:docMk/>
            <pc:sldMk cId="2224434557" sldId="272"/>
            <ac:picMk id="14" creationId="{B9238B3E-24AA-439A-B527-6C5DF6D72145}"/>
          </ac:picMkLst>
        </pc:picChg>
      </pc:sldChg>
      <pc:sldChg chg="addSp delSp modSp add ord replId">
        <pc:chgData name="Srinivasa Reddy, Shashank reddy" userId="S::qn1833ep@go.minnstate.edu::5f8d5532-cbd8-40c0-aa18-97830f20e260" providerId="AD" clId="Web-{EC367226-7FBA-B9D9-1C10-F7B255ABD097}" dt="2025-02-14T17:25:59.710" v="187"/>
        <pc:sldMkLst>
          <pc:docMk/>
          <pc:sldMk cId="986477362" sldId="273"/>
        </pc:sldMkLst>
        <pc:spChg chg="mod">
          <ac:chgData name="Srinivasa Reddy, Shashank reddy" userId="S::qn1833ep@go.minnstate.edu::5f8d5532-cbd8-40c0-aa18-97830f20e260" providerId="AD" clId="Web-{EC367226-7FBA-B9D9-1C10-F7B255ABD097}" dt="2025-02-14T17:25:40.584" v="186" actId="20577"/>
          <ac:spMkLst>
            <pc:docMk/>
            <pc:sldMk cId="986477362" sldId="273"/>
            <ac:spMk id="2" creationId="{98CB8A73-F771-6426-B54D-87C56500E08F}"/>
          </ac:spMkLst>
        </pc:spChg>
        <pc:picChg chg="add mod">
          <ac:chgData name="Srinivasa Reddy, Shashank reddy" userId="S::qn1833ep@go.minnstate.edu::5f8d5532-cbd8-40c0-aa18-97830f20e260" providerId="AD" clId="Web-{EC367226-7FBA-B9D9-1C10-F7B255ABD097}" dt="2025-02-14T17:25:17.505" v="171" actId="1076"/>
          <ac:picMkLst>
            <pc:docMk/>
            <pc:sldMk cId="986477362" sldId="273"/>
            <ac:picMk id="3" creationId="{C8C88F36-6F6E-1B41-62DF-10C5309B1058}"/>
          </ac:picMkLst>
        </pc:picChg>
        <pc:picChg chg="del">
          <ac:chgData name="Srinivasa Reddy, Shashank reddy" userId="S::qn1833ep@go.minnstate.edu::5f8d5532-cbd8-40c0-aa18-97830f20e260" providerId="AD" clId="Web-{EC367226-7FBA-B9D9-1C10-F7B255ABD097}" dt="2025-02-14T17:25:08.286" v="169"/>
          <ac:picMkLst>
            <pc:docMk/>
            <pc:sldMk cId="986477362" sldId="273"/>
            <ac:picMk id="4" creationId="{DE9788BD-E1B7-DF26-E671-7449527B3920}"/>
          </ac:picMkLst>
        </pc:picChg>
      </pc:sldChg>
      <pc:sldChg chg="add del replId">
        <pc:chgData name="Srinivasa Reddy, Shashank reddy" userId="S::qn1833ep@go.minnstate.edu::5f8d5532-cbd8-40c0-aa18-97830f20e260" providerId="AD" clId="Web-{EC367226-7FBA-B9D9-1C10-F7B255ABD097}" dt="2025-02-14T17:27:15.947" v="207"/>
        <pc:sldMkLst>
          <pc:docMk/>
          <pc:sldMk cId="3547160133" sldId="274"/>
        </pc:sldMkLst>
      </pc:sldChg>
    </pc:docChg>
  </pc:docChgLst>
  <pc:docChgLst>
    <pc:chgData name="Wilkins, Graham C" userId="S::bh5884is@go.minnstate.edu::d858373d-d4a5-4d5a-af0d-fcf67a33b3d5" providerId="AD" clId="Web-{50C95217-FC12-442B-2C45-254EB02C13B0}"/>
    <pc:docChg chg="addSld modSld addMainMaster delMainMaster">
      <pc:chgData name="Wilkins, Graham C" userId="S::bh5884is@go.minnstate.edu::d858373d-d4a5-4d5a-af0d-fcf67a33b3d5" providerId="AD" clId="Web-{50C95217-FC12-442B-2C45-254EB02C13B0}" dt="2025-01-29T17:03:16.037" v="34" actId="20577"/>
      <pc:docMkLst>
        <pc:docMk/>
      </pc:docMkLst>
      <pc:sldChg chg="modSp mod modClrScheme chgLayout">
        <pc:chgData name="Wilkins, Graham C" userId="S::bh5884is@go.minnstate.edu::d858373d-d4a5-4d5a-af0d-fcf67a33b3d5" providerId="AD" clId="Web-{50C95217-FC12-442B-2C45-254EB02C13B0}" dt="2025-01-29T16:07:51.287" v="14" actId="20577"/>
        <pc:sldMkLst>
          <pc:docMk/>
          <pc:sldMk cId="109857222" sldId="256"/>
        </pc:sldMkLst>
        <pc:spChg chg="mod ord">
          <ac:chgData name="Wilkins, Graham C" userId="S::bh5884is@go.minnstate.edu::d858373d-d4a5-4d5a-af0d-fcf67a33b3d5" providerId="AD" clId="Web-{50C95217-FC12-442B-2C45-254EB02C13B0}" dt="2025-01-29T16:07:16.145" v="11" actId="1410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Wilkins, Graham C" userId="S::bh5884is@go.minnstate.edu::d858373d-d4a5-4d5a-af0d-fcf67a33b3d5" providerId="AD" clId="Web-{50C95217-FC12-442B-2C45-254EB02C13B0}" dt="2025-01-29T16:07:51.287" v="14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Wilkins, Graham C" userId="S::bh5884is@go.minnstate.edu::d858373d-d4a5-4d5a-af0d-fcf67a33b3d5" providerId="AD" clId="Web-{50C95217-FC12-442B-2C45-254EB02C13B0}" dt="2025-01-29T17:03:16.037" v="34" actId="20577"/>
        <pc:sldMkLst>
          <pc:docMk/>
          <pc:sldMk cId="886379872" sldId="257"/>
        </pc:sldMkLst>
        <pc:spChg chg="mod">
          <ac:chgData name="Wilkins, Graham C" userId="S::bh5884is@go.minnstate.edu::d858373d-d4a5-4d5a-af0d-fcf67a33b3d5" providerId="AD" clId="Web-{50C95217-FC12-442B-2C45-254EB02C13B0}" dt="2025-01-29T16:09:41.713" v="16" actId="20577"/>
          <ac:spMkLst>
            <pc:docMk/>
            <pc:sldMk cId="886379872" sldId="257"/>
            <ac:spMk id="2" creationId="{95BB7F4E-CEB3-1DC9-D910-560961EB30AF}"/>
          </ac:spMkLst>
        </pc:spChg>
      </pc:sldChg>
      <pc:sldMasterChg chg="del delSldLayout">
        <pc:chgData name="Wilkins, Graham C" userId="S::bh5884is@go.minnstate.edu::d858373d-d4a5-4d5a-af0d-fcf67a33b3d5" providerId="AD" clId="Web-{50C95217-FC12-442B-2C45-254EB02C13B0}" dt="2025-01-29T16:04:17.733" v="0"/>
        <pc:sldMasterMkLst>
          <pc:docMk/>
          <pc:sldMasterMk cId="2460954070" sldId="2147483660"/>
        </pc:sldMasterMkLst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Wilkins, Graham C" userId="S::bh5884is@go.minnstate.edu::d858373d-d4a5-4d5a-af0d-fcf67a33b3d5" providerId="AD" clId="Web-{50C95217-FC12-442B-2C45-254EB02C13B0}" dt="2025-01-29T16:04:40.061" v="1"/>
        <pc:sldMasterMkLst>
          <pc:docMk/>
          <pc:sldMasterMk cId="2489844609" sldId="2147483672"/>
        </pc:sldMasterMkLst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4032230286" sldId="2147483673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280410120" sldId="2147483674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3520094730" sldId="2147483675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594088321" sldId="2147483676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62641643" sldId="2147483677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764797116" sldId="2147483678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411741631" sldId="2147483679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108920962" sldId="2147483680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29808357" sldId="2147483681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58998558" sldId="2147483682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3923947748" sldId="2147483683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514809791" sldId="2147483684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3698903175" sldId="2147483685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163379005" sldId="2147483686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889053164" sldId="2147483687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863422909" sldId="2147483688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870622324" sldId="2147483689"/>
          </pc:sldLayoutMkLst>
        </pc:sldLayoutChg>
      </pc:sldMasterChg>
      <pc:sldMasterChg chg="add addSldLayout modSldLayout">
        <pc:chgData name="Wilkins, Graham C" userId="S::bh5884is@go.minnstate.edu::d858373d-d4a5-4d5a-af0d-fcf67a33b3d5" providerId="AD" clId="Web-{50C95217-FC12-442B-2C45-254EB02C13B0}" dt="2025-01-29T16:04:40.061" v="1"/>
        <pc:sldMasterMkLst>
          <pc:docMk/>
          <pc:sldMasterMk cId="3598093863" sldId="2147483690"/>
        </pc:sldMasterMkLst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3558324747" sldId="2147483691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4203329811" sldId="2147483692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1718178631" sldId="2147483693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1000962637" sldId="2147483694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129183584" sldId="2147483695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2679854217" sldId="2147483696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243581592" sldId="2147483697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2553913335" sldId="2147483698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3287595467" sldId="2147483699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1693767085" sldId="2147483700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3395913690" sldId="2147483701"/>
          </pc:sldLayoutMkLst>
        </pc:sldLayoutChg>
      </pc:sldMasterChg>
    </pc:docChg>
  </pc:docChgLst>
  <pc:docChgLst>
    <pc:chgData name="Hjulberg, Andrew S" userId="S::hi6397ef@go.minnstate.edu::55255bf8-79f2-42d3-80cc-139b63d0776c" providerId="AD" clId="Web-{8E59BE35-18D3-6DD4-A6D7-3B743178E141}"/>
    <pc:docChg chg="addSld modSld">
      <pc:chgData name="Hjulberg, Andrew S" userId="S::hi6397ef@go.minnstate.edu::55255bf8-79f2-42d3-80cc-139b63d0776c" providerId="AD" clId="Web-{8E59BE35-18D3-6DD4-A6D7-3B743178E141}" dt="2025-01-29T20:57:36.594" v="190" actId="20577"/>
      <pc:docMkLst>
        <pc:docMk/>
      </pc:docMkLst>
      <pc:sldChg chg="modSp new">
        <pc:chgData name="Hjulberg, Andrew S" userId="S::hi6397ef@go.minnstate.edu::55255bf8-79f2-42d3-80cc-139b63d0776c" providerId="AD" clId="Web-{8E59BE35-18D3-6DD4-A6D7-3B743178E141}" dt="2025-01-29T20:56:30.092" v="82" actId="20577"/>
        <pc:sldMkLst>
          <pc:docMk/>
          <pc:sldMk cId="38658698" sldId="258"/>
        </pc:sldMkLst>
        <pc:spChg chg="mod">
          <ac:chgData name="Hjulberg, Andrew S" userId="S::hi6397ef@go.minnstate.edu::55255bf8-79f2-42d3-80cc-139b63d0776c" providerId="AD" clId="Web-{8E59BE35-18D3-6DD4-A6D7-3B743178E141}" dt="2025-01-29T20:54:34.213" v="22" actId="20577"/>
          <ac:spMkLst>
            <pc:docMk/>
            <pc:sldMk cId="38658698" sldId="258"/>
            <ac:spMk id="2" creationId="{688AC3B9-2A52-B51A-D8EE-90A85703DD3C}"/>
          </ac:spMkLst>
        </pc:spChg>
      </pc:sldChg>
      <pc:sldChg chg="modSp new">
        <pc:chgData name="Hjulberg, Andrew S" userId="S::hi6397ef@go.minnstate.edu::55255bf8-79f2-42d3-80cc-139b63d0776c" providerId="AD" clId="Web-{8E59BE35-18D3-6DD4-A6D7-3B743178E141}" dt="2025-01-29T20:57:36.594" v="190" actId="20577"/>
        <pc:sldMkLst>
          <pc:docMk/>
          <pc:sldMk cId="259345366" sldId="259"/>
        </pc:sldMkLst>
        <pc:spChg chg="mod">
          <ac:chgData name="Hjulberg, Andrew S" userId="S::hi6397ef@go.minnstate.edu::55255bf8-79f2-42d3-80cc-139b63d0776c" providerId="AD" clId="Web-{8E59BE35-18D3-6DD4-A6D7-3B743178E141}" dt="2025-01-29T20:56:45.858" v="87" actId="20577"/>
          <ac:spMkLst>
            <pc:docMk/>
            <pc:sldMk cId="259345366" sldId="259"/>
            <ac:spMk id="2" creationId="{F8292BED-CFEB-3D90-3353-40B368C3459D}"/>
          </ac:spMkLst>
        </pc:spChg>
        <pc:spChg chg="mod">
          <ac:chgData name="Hjulberg, Andrew S" userId="S::hi6397ef@go.minnstate.edu::55255bf8-79f2-42d3-80cc-139b63d0776c" providerId="AD" clId="Web-{8E59BE35-18D3-6DD4-A6D7-3B743178E141}" dt="2025-01-29T20:57:36.594" v="190" actId="20577"/>
          <ac:spMkLst>
            <pc:docMk/>
            <pc:sldMk cId="259345366" sldId="259"/>
            <ac:spMk id="3" creationId="{C224B5E0-025A-FE21-1DBB-D91A0EB1DFED}"/>
          </ac:spMkLst>
        </pc:spChg>
      </pc:sldChg>
    </pc:docChg>
  </pc:docChgLst>
  <pc:docChgLst>
    <pc:chgData name="Lakku, Sai Keertana R" userId="S::kb7924tj@go.minnstate.edu::aa713373-d62e-42be-a5fb-296135668942" providerId="AD" clId="Web-{622A7975-C4CD-CD13-2374-8DCDA4E31454}"/>
    <pc:docChg chg="modSld">
      <pc:chgData name="Lakku, Sai Keertana R" userId="S::kb7924tj@go.minnstate.edu::aa713373-d62e-42be-a5fb-296135668942" providerId="AD" clId="Web-{622A7975-C4CD-CD13-2374-8DCDA4E31454}" dt="2025-01-30T20:06:07.481" v="15" actId="1076"/>
      <pc:docMkLst>
        <pc:docMk/>
      </pc:docMkLst>
      <pc:sldChg chg="modSp">
        <pc:chgData name="Lakku, Sai Keertana R" userId="S::kb7924tj@go.minnstate.edu::aa713373-d62e-42be-a5fb-296135668942" providerId="AD" clId="Web-{622A7975-C4CD-CD13-2374-8DCDA4E31454}" dt="2025-01-30T20:06:07.481" v="15" actId="1076"/>
        <pc:sldMkLst>
          <pc:docMk/>
          <pc:sldMk cId="259345366" sldId="259"/>
        </pc:sldMkLst>
        <pc:picChg chg="mod">
          <ac:chgData name="Lakku, Sai Keertana R" userId="S::kb7924tj@go.minnstate.edu::aa713373-d62e-42be-a5fb-296135668942" providerId="AD" clId="Web-{622A7975-C4CD-CD13-2374-8DCDA4E31454}" dt="2025-01-30T20:06:07.481" v="15" actId="1076"/>
          <ac:picMkLst>
            <pc:docMk/>
            <pc:sldMk cId="259345366" sldId="259"/>
            <ac:picMk id="9" creationId="{FB809B94-420E-2192-F30B-02097EEB0A04}"/>
          </ac:picMkLst>
        </pc:picChg>
        <pc:picChg chg="mod">
          <ac:chgData name="Lakku, Sai Keertana R" userId="S::kb7924tj@go.minnstate.edu::aa713373-d62e-42be-a5fb-296135668942" providerId="AD" clId="Web-{622A7975-C4CD-CD13-2374-8DCDA4E31454}" dt="2025-01-30T20:05:54.356" v="12" actId="1076"/>
          <ac:picMkLst>
            <pc:docMk/>
            <pc:sldMk cId="259345366" sldId="259"/>
            <ac:picMk id="32" creationId="{C5D8CA49-1049-14AB-9870-104A17CE9D01}"/>
          </ac:picMkLst>
        </pc:picChg>
      </pc:sldChg>
    </pc:docChg>
  </pc:docChgLst>
  <pc:docChgLst>
    <pc:chgData name="Srinivasa Reddy, Shashank reddy" userId="S::qn1833ep@go.minnstate.edu::5f8d5532-cbd8-40c0-aa18-97830f20e260" providerId="AD" clId="Web-{E9424A89-55B3-1B4E-BC0C-948A956B9B68}"/>
    <pc:docChg chg="modSld">
      <pc:chgData name="Srinivasa Reddy, Shashank reddy" userId="S::qn1833ep@go.minnstate.edu::5f8d5532-cbd8-40c0-aa18-97830f20e260" providerId="AD" clId="Web-{E9424A89-55B3-1B4E-BC0C-948A956B9B68}" dt="2025-02-07T17:25:36.111" v="5"/>
      <pc:docMkLst>
        <pc:docMk/>
      </pc:docMkLst>
      <pc:sldChg chg="addSp modSp mod setBg">
        <pc:chgData name="Srinivasa Reddy, Shashank reddy" userId="S::qn1833ep@go.minnstate.edu::5f8d5532-cbd8-40c0-aa18-97830f20e260" providerId="AD" clId="Web-{E9424A89-55B3-1B4E-BC0C-948A956B9B68}" dt="2025-02-07T16:43:12.892" v="1"/>
        <pc:sldMkLst>
          <pc:docMk/>
          <pc:sldMk cId="1064468780" sldId="264"/>
        </pc:sldMkLst>
        <pc:spChg chg="add">
          <ac:chgData name="Srinivasa Reddy, Shashank reddy" userId="S::qn1833ep@go.minnstate.edu::5f8d5532-cbd8-40c0-aa18-97830f20e260" providerId="AD" clId="Web-{E9424A89-55B3-1B4E-BC0C-948A956B9B68}" dt="2025-02-07T16:43:12.892" v="1"/>
          <ac:spMkLst>
            <pc:docMk/>
            <pc:sldMk cId="1064468780" sldId="264"/>
            <ac:spMk id="7" creationId="{CD0FF873-0D97-4AE7-A97E-539910376DCF}"/>
          </ac:spMkLst>
        </pc:spChg>
        <pc:picChg chg="add mod">
          <ac:chgData name="Srinivasa Reddy, Shashank reddy" userId="S::qn1833ep@go.minnstate.edu::5f8d5532-cbd8-40c0-aa18-97830f20e260" providerId="AD" clId="Web-{E9424A89-55B3-1B4E-BC0C-948A956B9B68}" dt="2025-02-07T16:43:12.892" v="1"/>
          <ac:picMkLst>
            <pc:docMk/>
            <pc:sldMk cId="1064468780" sldId="264"/>
            <ac:picMk id="2" creationId="{CCE67AD9-7CD2-4160-169B-70782BAADB4D}"/>
          </ac:picMkLst>
        </pc:picChg>
      </pc:sldChg>
      <pc:sldChg chg="addSp delSp modSp mod setBg setClrOvrMap">
        <pc:chgData name="Srinivasa Reddy, Shashank reddy" userId="S::qn1833ep@go.minnstate.edu::5f8d5532-cbd8-40c0-aa18-97830f20e260" providerId="AD" clId="Web-{E9424A89-55B3-1B4E-BC0C-948A956B9B68}" dt="2025-02-07T17:25:36.111" v="5"/>
        <pc:sldMkLst>
          <pc:docMk/>
          <pc:sldMk cId="637780219" sldId="265"/>
        </pc:sldMkLst>
        <pc:spChg chg="add del">
          <ac:chgData name="Srinivasa Reddy, Shashank reddy" userId="S::qn1833ep@go.minnstate.edu::5f8d5532-cbd8-40c0-aa18-97830f20e260" providerId="AD" clId="Web-{E9424A89-55B3-1B4E-BC0C-948A956B9B68}" dt="2025-02-07T17:25:36.111" v="5"/>
          <ac:spMkLst>
            <pc:docMk/>
            <pc:sldMk cId="637780219" sldId="265"/>
            <ac:spMk id="7" creationId="{9B0F74F9-E373-4883-A533-C80C53DE6DE0}"/>
          </ac:spMkLst>
        </pc:spChg>
        <pc:spChg chg="add del">
          <ac:chgData name="Srinivasa Reddy, Shashank reddy" userId="S::qn1833ep@go.minnstate.edu::5f8d5532-cbd8-40c0-aa18-97830f20e260" providerId="AD" clId="Web-{E9424A89-55B3-1B4E-BC0C-948A956B9B68}" dt="2025-02-07T17:25:36.111" v="5"/>
          <ac:spMkLst>
            <pc:docMk/>
            <pc:sldMk cId="637780219" sldId="265"/>
            <ac:spMk id="9" creationId="{4765FFFB-1163-4DA7-83B0-B8677ABBC6FF}"/>
          </ac:spMkLst>
        </pc:spChg>
        <pc:spChg chg="add del">
          <ac:chgData name="Srinivasa Reddy, Shashank reddy" userId="S::qn1833ep@go.minnstate.edu::5f8d5532-cbd8-40c0-aa18-97830f20e260" providerId="AD" clId="Web-{E9424A89-55B3-1B4E-BC0C-948A956B9B68}" dt="2025-02-07T17:25:36.111" v="5"/>
          <ac:spMkLst>
            <pc:docMk/>
            <pc:sldMk cId="637780219" sldId="265"/>
            <ac:spMk id="11" creationId="{EC117A05-2F4F-4370-A926-6191A5C3DCD1}"/>
          </ac:spMkLst>
        </pc:spChg>
        <pc:spChg chg="add">
          <ac:chgData name="Srinivasa Reddy, Shashank reddy" userId="S::qn1833ep@go.minnstate.edu::5f8d5532-cbd8-40c0-aa18-97830f20e260" providerId="AD" clId="Web-{E9424A89-55B3-1B4E-BC0C-948A956B9B68}" dt="2025-02-07T17:25:36.111" v="5"/>
          <ac:spMkLst>
            <pc:docMk/>
            <pc:sldMk cId="637780219" sldId="265"/>
            <ac:spMk id="16" creationId="{AB33EF95-E91B-40C4-A692-E9106529168C}"/>
          </ac:spMkLst>
        </pc:spChg>
        <pc:spChg chg="add">
          <ac:chgData name="Srinivasa Reddy, Shashank reddy" userId="S::qn1833ep@go.minnstate.edu::5f8d5532-cbd8-40c0-aa18-97830f20e260" providerId="AD" clId="Web-{E9424A89-55B3-1B4E-BC0C-948A956B9B68}" dt="2025-02-07T17:25:36.111" v="5"/>
          <ac:spMkLst>
            <pc:docMk/>
            <pc:sldMk cId="637780219" sldId="265"/>
            <ac:spMk id="18" creationId="{953CAC5D-D424-4EE2-A0C2-72ED7A88AA4B}"/>
          </ac:spMkLst>
        </pc:spChg>
        <pc:picChg chg="add mod">
          <ac:chgData name="Srinivasa Reddy, Shashank reddy" userId="S::qn1833ep@go.minnstate.edu::5f8d5532-cbd8-40c0-aa18-97830f20e260" providerId="AD" clId="Web-{E9424A89-55B3-1B4E-BC0C-948A956B9B68}" dt="2025-02-07T17:25:36.111" v="5"/>
          <ac:picMkLst>
            <pc:docMk/>
            <pc:sldMk cId="637780219" sldId="265"/>
            <ac:picMk id="2" creationId="{EB0130D9-033E-8592-1A36-96EAB49AC839}"/>
          </ac:picMkLst>
        </pc:picChg>
        <pc:picChg chg="add mod">
          <ac:chgData name="Srinivasa Reddy, Shashank reddy" userId="S::qn1833ep@go.minnstate.edu::5f8d5532-cbd8-40c0-aa18-97830f20e260" providerId="AD" clId="Web-{E9424A89-55B3-1B4E-BC0C-948A956B9B68}" dt="2025-02-07T17:25:36.111" v="5"/>
          <ac:picMkLst>
            <pc:docMk/>
            <pc:sldMk cId="637780219" sldId="265"/>
            <ac:picMk id="3" creationId="{837918BC-31A8-1170-B832-AECE89879EF7}"/>
          </ac:picMkLst>
        </pc:picChg>
      </pc:sldChg>
    </pc:docChg>
  </pc:docChgLst>
  <pc:docChgLst>
    <pc:chgData name="Wilkins, Graham C" userId="S::bh5884is@go.minnstate.edu::d858373d-d4a5-4d5a-af0d-fcf67a33b3d5" providerId="AD" clId="Web-{A8A4F050-CFEB-D3E4-D556-3A203B61C30E}"/>
    <pc:docChg chg="modSld">
      <pc:chgData name="Wilkins, Graham C" userId="S::bh5884is@go.minnstate.edu::d858373d-d4a5-4d5a-af0d-fcf67a33b3d5" providerId="AD" clId="Web-{A8A4F050-CFEB-D3E4-D556-3A203B61C30E}" dt="2025-01-31T16:15:43.928" v="2" actId="1076"/>
      <pc:docMkLst>
        <pc:docMk/>
      </pc:docMkLst>
      <pc:sldChg chg="modSp">
        <pc:chgData name="Wilkins, Graham C" userId="S::bh5884is@go.minnstate.edu::d858373d-d4a5-4d5a-af0d-fcf67a33b3d5" providerId="AD" clId="Web-{A8A4F050-CFEB-D3E4-D556-3A203B61C30E}" dt="2025-01-31T16:15:43.928" v="2" actId="1076"/>
        <pc:sldMkLst>
          <pc:docMk/>
          <pc:sldMk cId="259345366" sldId="259"/>
        </pc:sldMkLst>
        <pc:picChg chg="mod">
          <ac:chgData name="Wilkins, Graham C" userId="S::bh5884is@go.minnstate.edu::d858373d-d4a5-4d5a-af0d-fcf67a33b3d5" providerId="AD" clId="Web-{A8A4F050-CFEB-D3E4-D556-3A203B61C30E}" dt="2025-01-31T16:15:42.569" v="1" actId="1076"/>
          <ac:picMkLst>
            <pc:docMk/>
            <pc:sldMk cId="259345366" sldId="259"/>
            <ac:picMk id="9" creationId="{FB809B94-420E-2192-F30B-02097EEB0A04}"/>
          </ac:picMkLst>
        </pc:picChg>
        <pc:picChg chg="mod">
          <ac:chgData name="Wilkins, Graham C" userId="S::bh5884is@go.minnstate.edu::d858373d-d4a5-4d5a-af0d-fcf67a33b3d5" providerId="AD" clId="Web-{A8A4F050-CFEB-D3E4-D556-3A203B61C30E}" dt="2025-01-31T16:15:40.960" v="0" actId="1076"/>
          <ac:picMkLst>
            <pc:docMk/>
            <pc:sldMk cId="259345366" sldId="259"/>
            <ac:picMk id="29" creationId="{0CBAA89A-63B6-A72F-E1AF-F20EB2E2FB23}"/>
          </ac:picMkLst>
        </pc:picChg>
        <pc:picChg chg="mod">
          <ac:chgData name="Wilkins, Graham C" userId="S::bh5884is@go.minnstate.edu::d858373d-d4a5-4d5a-af0d-fcf67a33b3d5" providerId="AD" clId="Web-{A8A4F050-CFEB-D3E4-D556-3A203B61C30E}" dt="2025-01-31T16:15:43.928" v="2" actId="1076"/>
          <ac:picMkLst>
            <pc:docMk/>
            <pc:sldMk cId="259345366" sldId="259"/>
            <ac:picMk id="32" creationId="{C5D8CA49-1049-14AB-9870-104A17CE9D01}"/>
          </ac:picMkLst>
        </pc:picChg>
      </pc:sldChg>
    </pc:docChg>
  </pc:docChgLst>
  <pc:docChgLst>
    <pc:chgData name="Wilkins, Graham C" userId="d858373d-d4a5-4d5a-af0d-fcf67a33b3d5" providerId="ADAL" clId="{64DE4367-A797-4ABA-A3F4-02828E549094}"/>
    <pc:docChg chg="undo custSel modSld">
      <pc:chgData name="Wilkins, Graham C" userId="d858373d-d4a5-4d5a-af0d-fcf67a33b3d5" providerId="ADAL" clId="{64DE4367-A797-4ABA-A3F4-02828E549094}" dt="2025-02-07T17:31:22.130" v="87" actId="20577"/>
      <pc:docMkLst>
        <pc:docMk/>
      </pc:docMkLst>
      <pc:sldChg chg="modSp mod">
        <pc:chgData name="Wilkins, Graham C" userId="d858373d-d4a5-4d5a-af0d-fcf67a33b3d5" providerId="ADAL" clId="{64DE4367-A797-4ABA-A3F4-02828E549094}" dt="2025-02-07T17:31:22.130" v="87" actId="20577"/>
        <pc:sldMkLst>
          <pc:docMk/>
          <pc:sldMk cId="259345366" sldId="259"/>
        </pc:sldMkLst>
        <pc:spChg chg="mod">
          <ac:chgData name="Wilkins, Graham C" userId="d858373d-d4a5-4d5a-af0d-fcf67a33b3d5" providerId="ADAL" clId="{64DE4367-A797-4ABA-A3F4-02828E549094}" dt="2025-02-07T17:31:22.130" v="87" actId="20577"/>
          <ac:spMkLst>
            <pc:docMk/>
            <pc:sldMk cId="259345366" sldId="259"/>
            <ac:spMk id="17" creationId="{C224B5E0-025A-FE21-1DBB-D91A0EB1DFED}"/>
          </ac:spMkLst>
        </pc:spChg>
      </pc:sldChg>
      <pc:sldChg chg="addSp modSp mod">
        <pc:chgData name="Wilkins, Graham C" userId="d858373d-d4a5-4d5a-af0d-fcf67a33b3d5" providerId="ADAL" clId="{64DE4367-A797-4ABA-A3F4-02828E549094}" dt="2025-02-07T17:27:38.178" v="22" actId="20577"/>
        <pc:sldMkLst>
          <pc:docMk/>
          <pc:sldMk cId="637780219" sldId="265"/>
        </pc:sldMkLst>
        <pc:spChg chg="add mod">
          <ac:chgData name="Wilkins, Graham C" userId="d858373d-d4a5-4d5a-af0d-fcf67a33b3d5" providerId="ADAL" clId="{64DE4367-A797-4ABA-A3F4-02828E549094}" dt="2025-02-07T17:27:38.178" v="22" actId="20577"/>
          <ac:spMkLst>
            <pc:docMk/>
            <pc:sldMk cId="637780219" sldId="265"/>
            <ac:spMk id="4" creationId="{982989DC-380B-819E-3935-2AC692A6DF10}"/>
          </ac:spMkLst>
        </pc:spChg>
      </pc:sldChg>
    </pc:docChg>
  </pc:docChgLst>
  <pc:docChgLst>
    <pc:chgData name="Hjulberg, Andrew S" userId="S::hi6397ef@go.minnstate.edu::55255bf8-79f2-42d3-80cc-139b63d0776c" providerId="AD" clId="Web-{4F1E0B2B-CDF1-5CF0-2BAC-C15CFFEBF35D}"/>
    <pc:docChg chg="delSld">
      <pc:chgData name="Hjulberg, Andrew S" userId="S::hi6397ef@go.minnstate.edu::55255bf8-79f2-42d3-80cc-139b63d0776c" providerId="AD" clId="Web-{4F1E0B2B-CDF1-5CF0-2BAC-C15CFFEBF35D}" dt="2025-02-07T17:25:48.947" v="0"/>
      <pc:docMkLst>
        <pc:docMk/>
      </pc:docMkLst>
      <pc:sldChg chg="del">
        <pc:chgData name="Hjulberg, Andrew S" userId="S::hi6397ef@go.minnstate.edu::55255bf8-79f2-42d3-80cc-139b63d0776c" providerId="AD" clId="Web-{4F1E0B2B-CDF1-5CF0-2BAC-C15CFFEBF35D}" dt="2025-02-07T17:25:48.947" v="0"/>
        <pc:sldMkLst>
          <pc:docMk/>
          <pc:sldMk cId="221009491" sldId="266"/>
        </pc:sldMkLst>
      </pc:sldChg>
    </pc:docChg>
  </pc:docChgLst>
  <pc:docChgLst>
    <pc:chgData name="Hjulberg, Andrew S" userId="S::hi6397ef@go.minnstate.edu::55255bf8-79f2-42d3-80cc-139b63d0776c" providerId="AD" clId="Web-{03864C85-EE1C-0462-D7BD-23042B0F825E}"/>
    <pc:docChg chg="modSld">
      <pc:chgData name="Hjulberg, Andrew S" userId="S::hi6397ef@go.minnstate.edu::55255bf8-79f2-42d3-80cc-139b63d0776c" providerId="AD" clId="Web-{03864C85-EE1C-0462-D7BD-23042B0F825E}" dt="2025-02-14T17:14:36.990" v="20" actId="20577"/>
      <pc:docMkLst>
        <pc:docMk/>
      </pc:docMkLst>
      <pc:sldChg chg="modSp">
        <pc:chgData name="Hjulberg, Andrew S" userId="S::hi6397ef@go.minnstate.edu::55255bf8-79f2-42d3-80cc-139b63d0776c" providerId="AD" clId="Web-{03864C85-EE1C-0462-D7BD-23042B0F825E}" dt="2025-02-14T17:14:36.990" v="20" actId="20577"/>
        <pc:sldMkLst>
          <pc:docMk/>
          <pc:sldMk cId="3481272266" sldId="266"/>
        </pc:sldMkLst>
        <pc:spChg chg="mod">
          <ac:chgData name="Hjulberg, Andrew S" userId="S::hi6397ef@go.minnstate.edu::55255bf8-79f2-42d3-80cc-139b63d0776c" providerId="AD" clId="Web-{03864C85-EE1C-0462-D7BD-23042B0F825E}" dt="2025-02-14T17:14:36.990" v="20" actId="20577"/>
          <ac:spMkLst>
            <pc:docMk/>
            <pc:sldMk cId="3481272266" sldId="266"/>
            <ac:spMk id="3" creationId="{E4724EF8-4F24-2497-6BCE-B45E916E1FE2}"/>
          </ac:spMkLst>
        </pc:spChg>
      </pc:sldChg>
    </pc:docChg>
  </pc:docChgLst>
  <pc:docChgLst>
    <pc:chgData name="Hjulberg, Andrew S" userId="S::hi6397ef@go.minnstate.edu::55255bf8-79f2-42d3-80cc-139b63d0776c" providerId="AD" clId="Web-{819BAB24-DC1C-9262-6F9D-ACD9DC2E5E69}"/>
    <pc:docChg chg="delSld modSld">
      <pc:chgData name="Hjulberg, Andrew S" userId="S::hi6397ef@go.minnstate.edu::55255bf8-79f2-42d3-80cc-139b63d0776c" providerId="AD" clId="Web-{819BAB24-DC1C-9262-6F9D-ACD9DC2E5E69}" dt="2025-02-14T16:51:16.090" v="206"/>
      <pc:docMkLst>
        <pc:docMk/>
      </pc:docMkLst>
      <pc:sldChg chg="del">
        <pc:chgData name="Hjulberg, Andrew S" userId="S::hi6397ef@go.minnstate.edu::55255bf8-79f2-42d3-80cc-139b63d0776c" providerId="AD" clId="Web-{819BAB24-DC1C-9262-6F9D-ACD9DC2E5E69}" dt="2025-02-14T16:51:07.043" v="202"/>
        <pc:sldMkLst>
          <pc:docMk/>
          <pc:sldMk cId="259345366" sldId="259"/>
        </pc:sldMkLst>
      </pc:sldChg>
      <pc:sldChg chg="del">
        <pc:chgData name="Hjulberg, Andrew S" userId="S::hi6397ef@go.minnstate.edu::55255bf8-79f2-42d3-80cc-139b63d0776c" providerId="AD" clId="Web-{819BAB24-DC1C-9262-6F9D-ACD9DC2E5E69}" dt="2025-02-14T16:51:11.355" v="204"/>
        <pc:sldMkLst>
          <pc:docMk/>
          <pc:sldMk cId="234107635" sldId="262"/>
        </pc:sldMkLst>
      </pc:sldChg>
      <pc:sldChg chg="del">
        <pc:chgData name="Hjulberg, Andrew S" userId="S::hi6397ef@go.minnstate.edu::55255bf8-79f2-42d3-80cc-139b63d0776c" providerId="AD" clId="Web-{819BAB24-DC1C-9262-6F9D-ACD9DC2E5E69}" dt="2025-02-14T16:51:09.199" v="203"/>
        <pc:sldMkLst>
          <pc:docMk/>
          <pc:sldMk cId="370031153" sldId="263"/>
        </pc:sldMkLst>
      </pc:sldChg>
      <pc:sldChg chg="del">
        <pc:chgData name="Hjulberg, Andrew S" userId="S::hi6397ef@go.minnstate.edu::55255bf8-79f2-42d3-80cc-139b63d0776c" providerId="AD" clId="Web-{819BAB24-DC1C-9262-6F9D-ACD9DC2E5E69}" dt="2025-02-14T16:51:13.855" v="205"/>
        <pc:sldMkLst>
          <pc:docMk/>
          <pc:sldMk cId="1064468780" sldId="264"/>
        </pc:sldMkLst>
      </pc:sldChg>
      <pc:sldChg chg="del">
        <pc:chgData name="Hjulberg, Andrew S" userId="S::hi6397ef@go.minnstate.edu::55255bf8-79f2-42d3-80cc-139b63d0776c" providerId="AD" clId="Web-{819BAB24-DC1C-9262-6F9D-ACD9DC2E5E69}" dt="2025-02-14T16:51:16.090" v="206"/>
        <pc:sldMkLst>
          <pc:docMk/>
          <pc:sldMk cId="637780219" sldId="265"/>
        </pc:sldMkLst>
      </pc:sldChg>
      <pc:sldChg chg="modSp">
        <pc:chgData name="Hjulberg, Andrew S" userId="S::hi6397ef@go.minnstate.edu::55255bf8-79f2-42d3-80cc-139b63d0776c" providerId="AD" clId="Web-{819BAB24-DC1C-9262-6F9D-ACD9DC2E5E69}" dt="2025-02-14T16:49:15.742" v="73" actId="20577"/>
        <pc:sldMkLst>
          <pc:docMk/>
          <pc:sldMk cId="3481272266" sldId="266"/>
        </pc:sldMkLst>
        <pc:spChg chg="mod">
          <ac:chgData name="Hjulberg, Andrew S" userId="S::hi6397ef@go.minnstate.edu::55255bf8-79f2-42d3-80cc-139b63d0776c" providerId="AD" clId="Web-{819BAB24-DC1C-9262-6F9D-ACD9DC2E5E69}" dt="2025-02-14T16:49:15.742" v="73" actId="20577"/>
          <ac:spMkLst>
            <pc:docMk/>
            <pc:sldMk cId="3481272266" sldId="266"/>
            <ac:spMk id="3" creationId="{E4724EF8-4F24-2497-6BCE-B45E916E1FE2}"/>
          </ac:spMkLst>
        </pc:spChg>
      </pc:sldChg>
      <pc:sldChg chg="modSp">
        <pc:chgData name="Hjulberg, Andrew S" userId="S::hi6397ef@go.minnstate.edu::55255bf8-79f2-42d3-80cc-139b63d0776c" providerId="AD" clId="Web-{819BAB24-DC1C-9262-6F9D-ACD9DC2E5E69}" dt="2025-02-14T16:50:48.839" v="201" actId="20577"/>
        <pc:sldMkLst>
          <pc:docMk/>
          <pc:sldMk cId="3700447520" sldId="267"/>
        </pc:sldMkLst>
        <pc:spChg chg="mod">
          <ac:chgData name="Hjulberg, Andrew S" userId="S::hi6397ef@go.minnstate.edu::55255bf8-79f2-42d3-80cc-139b63d0776c" providerId="AD" clId="Web-{819BAB24-DC1C-9262-6F9D-ACD9DC2E5E69}" dt="2025-02-14T16:50:48.839" v="201" actId="20577"/>
          <ac:spMkLst>
            <pc:docMk/>
            <pc:sldMk cId="3700447520" sldId="267"/>
            <ac:spMk id="3" creationId="{E8033E72-CB3F-2D53-75B5-0A94D7024ADD}"/>
          </ac:spMkLst>
        </pc:spChg>
      </pc:sldChg>
    </pc:docChg>
  </pc:docChgLst>
  <pc:docChgLst>
    <pc:chgData name="Hjulberg, Andrew S" userId="S::hi6397ef@go.minnstate.edu::55255bf8-79f2-42d3-80cc-139b63d0776c" providerId="AD" clId="Web-{30371C4D-F289-EAE1-035A-AA346CA7DBDB}"/>
    <pc:docChg chg="addSld modSld sldOrd addMainMaster delMainMaster">
      <pc:chgData name="Hjulberg, Andrew S" userId="S::hi6397ef@go.minnstate.edu::55255bf8-79f2-42d3-80cc-139b63d0776c" providerId="AD" clId="Web-{30371C4D-F289-EAE1-035A-AA346CA7DBDB}" dt="2025-02-12T17:04:41.444" v="116" actId="20577"/>
      <pc:docMkLst>
        <pc:docMk/>
      </pc:docMkLst>
      <pc:sldChg chg="modSp mod modClrScheme chgLayout">
        <pc:chgData name="Hjulberg, Andrew S" userId="S::hi6397ef@go.minnstate.edu::55255bf8-79f2-42d3-80cc-139b63d0776c" providerId="AD" clId="Web-{30371C4D-F289-EAE1-035A-AA346CA7DBDB}" dt="2025-02-12T16:51:02.872" v="34"/>
        <pc:sldMkLst>
          <pc:docMk/>
          <pc:sldMk cId="109857222" sldId="256"/>
        </pc:sldMkLst>
        <pc:spChg chg="mod ord">
          <ac:chgData name="Hjulberg, Andrew S" userId="S::hi6397ef@go.minnstate.edu::55255bf8-79f2-42d3-80cc-139b63d0776c" providerId="AD" clId="Web-{30371C4D-F289-EAE1-035A-AA346CA7DBDB}" dt="2025-02-12T16:51:02.872" v="34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Hjulberg, Andrew S" userId="S::hi6397ef@go.minnstate.edu::55255bf8-79f2-42d3-80cc-139b63d0776c" providerId="AD" clId="Web-{30371C4D-F289-EAE1-035A-AA346CA7DBDB}" dt="2025-02-12T16:51:02.872" v="34"/>
          <ac:spMkLst>
            <pc:docMk/>
            <pc:sldMk cId="109857222" sldId="256"/>
            <ac:spMk id="3" creationId="{00000000-0000-0000-0000-000000000000}"/>
          </ac:spMkLst>
        </pc:spChg>
      </pc:sldChg>
      <pc:sldChg chg="addSp modSp mod modClrScheme setClrOvrMap chgLayout">
        <pc:chgData name="Hjulberg, Andrew S" userId="S::hi6397ef@go.minnstate.edu::55255bf8-79f2-42d3-80cc-139b63d0776c" providerId="AD" clId="Web-{30371C4D-F289-EAE1-035A-AA346CA7DBDB}" dt="2025-02-12T16:51:22.934" v="35"/>
        <pc:sldMkLst>
          <pc:docMk/>
          <pc:sldMk cId="886379872" sldId="257"/>
        </pc:sldMkLst>
        <pc:spChg chg="mod ord">
          <ac:chgData name="Hjulberg, Andrew S" userId="S::hi6397ef@go.minnstate.edu::55255bf8-79f2-42d3-80cc-139b63d0776c" providerId="AD" clId="Web-{30371C4D-F289-EAE1-035A-AA346CA7DBDB}" dt="2025-02-12T16:51:22.934" v="35"/>
          <ac:spMkLst>
            <pc:docMk/>
            <pc:sldMk cId="886379872" sldId="257"/>
            <ac:spMk id="2" creationId="{95BB7F4E-CEB3-1DC9-D910-560961EB30AF}"/>
          </ac:spMkLst>
        </pc:spChg>
        <pc:spChg chg="add">
          <ac:chgData name="Hjulberg, Andrew S" userId="S::hi6397ef@go.minnstate.edu::55255bf8-79f2-42d3-80cc-139b63d0776c" providerId="AD" clId="Web-{30371C4D-F289-EAE1-035A-AA346CA7DBDB}" dt="2025-02-12T16:51:22.934" v="35"/>
          <ac:spMkLst>
            <pc:docMk/>
            <pc:sldMk cId="886379872" sldId="257"/>
            <ac:spMk id="10" creationId="{B87E4204-E93C-417B-9ED0-F81552DE87E4}"/>
          </ac:spMkLst>
        </pc:spChg>
        <pc:spChg chg="add">
          <ac:chgData name="Hjulberg, Andrew S" userId="S::hi6397ef@go.minnstate.edu::55255bf8-79f2-42d3-80cc-139b63d0776c" providerId="AD" clId="Web-{30371C4D-F289-EAE1-035A-AA346CA7DBDB}" dt="2025-02-12T16:51:22.934" v="35"/>
          <ac:spMkLst>
            <pc:docMk/>
            <pc:sldMk cId="886379872" sldId="257"/>
            <ac:spMk id="12" creationId="{068E4A00-82CC-4AD0-B631-F820AEE40F36}"/>
          </ac:spMkLst>
        </pc:spChg>
        <pc:spChg chg="add">
          <ac:chgData name="Hjulberg, Andrew S" userId="S::hi6397ef@go.minnstate.edu::55255bf8-79f2-42d3-80cc-139b63d0776c" providerId="AD" clId="Web-{30371C4D-F289-EAE1-035A-AA346CA7DBDB}" dt="2025-02-12T16:51:22.934" v="35"/>
          <ac:spMkLst>
            <pc:docMk/>
            <pc:sldMk cId="886379872" sldId="257"/>
            <ac:spMk id="14" creationId="{463665DF-25B8-4EE2-8F85-921EF38BE2D0}"/>
          </ac:spMkLst>
        </pc:spChg>
        <pc:spChg chg="add">
          <ac:chgData name="Hjulberg, Andrew S" userId="S::hi6397ef@go.minnstate.edu::55255bf8-79f2-42d3-80cc-139b63d0776c" providerId="AD" clId="Web-{30371C4D-F289-EAE1-035A-AA346CA7DBDB}" dt="2025-02-12T16:51:22.934" v="35"/>
          <ac:spMkLst>
            <pc:docMk/>
            <pc:sldMk cId="886379872" sldId="257"/>
            <ac:spMk id="16" creationId="{B3378DC2-950E-4B63-B833-32DE4719A85C}"/>
          </ac:spMkLst>
        </pc:spChg>
        <pc:graphicFrameChg chg="mod ord modGraphic">
          <ac:chgData name="Hjulberg, Andrew S" userId="S::hi6397ef@go.minnstate.edu::55255bf8-79f2-42d3-80cc-139b63d0776c" providerId="AD" clId="Web-{30371C4D-F289-EAE1-035A-AA346CA7DBDB}" dt="2025-02-12T16:51:22.934" v="35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 mod modClrScheme setClrOvrMap delDesignElem chgLayout">
        <pc:chgData name="Hjulberg, Andrew S" userId="S::hi6397ef@go.minnstate.edu::55255bf8-79f2-42d3-80cc-139b63d0776c" providerId="AD" clId="Web-{30371C4D-F289-EAE1-035A-AA346CA7DBDB}" dt="2025-02-12T17:00:09.946" v="82"/>
        <pc:sldMkLst>
          <pc:docMk/>
          <pc:sldMk cId="38658698" sldId="258"/>
        </pc:sldMkLst>
        <pc:spChg chg="mod ord">
          <ac:chgData name="Hjulberg, Andrew S" userId="S::hi6397ef@go.minnstate.edu::55255bf8-79f2-42d3-80cc-139b63d0776c" providerId="AD" clId="Web-{30371C4D-F289-EAE1-035A-AA346CA7DBDB}" dt="2025-02-12T16:51:37.637" v="36"/>
          <ac:spMkLst>
            <pc:docMk/>
            <pc:sldMk cId="38658698" sldId="258"/>
            <ac:spMk id="2" creationId="{688AC3B9-2A52-B51A-D8EE-90A85703DD3C}"/>
          </ac:spMkLst>
        </pc:spChg>
        <pc:spChg chg="del">
          <ac:chgData name="Hjulberg, Andrew S" userId="S::hi6397ef@go.minnstate.edu::55255bf8-79f2-42d3-80cc-139b63d0776c" providerId="AD" clId="Web-{30371C4D-F289-EAE1-035A-AA346CA7DBDB}" dt="2025-02-12T16:50:49.138" v="32"/>
          <ac:spMkLst>
            <pc:docMk/>
            <pc:sldMk cId="38658698" sldId="258"/>
            <ac:spMk id="9" creationId="{876248C8-0720-48AB-91BA-5F530BB41E5E}"/>
          </ac:spMkLst>
        </pc:spChg>
        <pc:spChg chg="add">
          <ac:chgData name="Hjulberg, Andrew S" userId="S::hi6397ef@go.minnstate.edu::55255bf8-79f2-42d3-80cc-139b63d0776c" providerId="AD" clId="Web-{30371C4D-F289-EAE1-035A-AA346CA7DBDB}" dt="2025-02-12T16:51:37.637" v="36"/>
          <ac:spMkLst>
            <pc:docMk/>
            <pc:sldMk cId="38658698" sldId="258"/>
            <ac:spMk id="10" creationId="{F747F1B4-B831-4277-8AB0-32767F7EB7BF}"/>
          </ac:spMkLst>
        </pc:spChg>
        <pc:spChg chg="del">
          <ac:chgData name="Hjulberg, Andrew S" userId="S::hi6397ef@go.minnstate.edu::55255bf8-79f2-42d3-80cc-139b63d0776c" providerId="AD" clId="Web-{30371C4D-F289-EAE1-035A-AA346CA7DBDB}" dt="2025-02-12T16:50:49.138" v="32"/>
          <ac:spMkLst>
            <pc:docMk/>
            <pc:sldMk cId="38658698" sldId="258"/>
            <ac:spMk id="11" creationId="{523BEDA7-D0B8-4802-8168-92452653BC9F}"/>
          </ac:spMkLst>
        </pc:spChg>
        <pc:spChg chg="add">
          <ac:chgData name="Hjulberg, Andrew S" userId="S::hi6397ef@go.minnstate.edu::55255bf8-79f2-42d3-80cc-139b63d0776c" providerId="AD" clId="Web-{30371C4D-F289-EAE1-035A-AA346CA7DBDB}" dt="2025-02-12T16:51:37.637" v="36"/>
          <ac:spMkLst>
            <pc:docMk/>
            <pc:sldMk cId="38658698" sldId="258"/>
            <ac:spMk id="12" creationId="{D80CFA21-AB7C-4BEB-9BFF-05764FBBF3C6}"/>
          </ac:spMkLst>
        </pc:spChg>
        <pc:spChg chg="del">
          <ac:chgData name="Hjulberg, Andrew S" userId="S::hi6397ef@go.minnstate.edu::55255bf8-79f2-42d3-80cc-139b63d0776c" providerId="AD" clId="Web-{30371C4D-F289-EAE1-035A-AA346CA7DBDB}" dt="2025-02-12T16:50:49.138" v="32"/>
          <ac:spMkLst>
            <pc:docMk/>
            <pc:sldMk cId="38658698" sldId="258"/>
            <ac:spMk id="13" creationId="{D2EFF34B-7B1A-4F9D-8CEE-A40962BC7C21}"/>
          </ac:spMkLst>
        </pc:spChg>
        <pc:spChg chg="add">
          <ac:chgData name="Hjulberg, Andrew S" userId="S::hi6397ef@go.minnstate.edu::55255bf8-79f2-42d3-80cc-139b63d0776c" providerId="AD" clId="Web-{30371C4D-F289-EAE1-035A-AA346CA7DBDB}" dt="2025-02-12T16:51:37.637" v="36"/>
          <ac:spMkLst>
            <pc:docMk/>
            <pc:sldMk cId="38658698" sldId="258"/>
            <ac:spMk id="14" creationId="{12F7E335-851A-4CAE-B09F-E657819D4600}"/>
          </ac:spMkLst>
        </pc:spChg>
        <pc:spChg chg="add">
          <ac:chgData name="Hjulberg, Andrew S" userId="S::hi6397ef@go.minnstate.edu::55255bf8-79f2-42d3-80cc-139b63d0776c" providerId="AD" clId="Web-{30371C4D-F289-EAE1-035A-AA346CA7DBDB}" dt="2025-02-12T16:51:37.637" v="36"/>
          <ac:spMkLst>
            <pc:docMk/>
            <pc:sldMk cId="38658698" sldId="258"/>
            <ac:spMk id="16" creationId="{10B541F0-7F6E-402E-84D8-CF96EACA5FBC}"/>
          </ac:spMkLst>
        </pc:spChg>
        <pc:graphicFrameChg chg="mod ord modGraphic">
          <ac:chgData name="Hjulberg, Andrew S" userId="S::hi6397ef@go.minnstate.edu::55255bf8-79f2-42d3-80cc-139b63d0776c" providerId="AD" clId="Web-{30371C4D-F289-EAE1-035A-AA346CA7DBDB}" dt="2025-02-12T17:00:09.946" v="82"/>
          <ac:graphicFrameMkLst>
            <pc:docMk/>
            <pc:sldMk cId="38658698" sldId="258"/>
            <ac:graphicFrameMk id="5" creationId="{C7C0CC16-9845-781F-71F4-5C6A22DC8F46}"/>
          </ac:graphicFrameMkLst>
        </pc:graphicFrameChg>
      </pc:sldChg>
      <pc:sldChg chg="delSp modSp mod modClrScheme delDesignElem chgLayout">
        <pc:chgData name="Hjulberg, Andrew S" userId="S::hi6397ef@go.minnstate.edu::55255bf8-79f2-42d3-80cc-139b63d0776c" providerId="AD" clId="Web-{30371C4D-F289-EAE1-035A-AA346CA7DBDB}" dt="2025-02-12T16:51:02.872" v="34"/>
        <pc:sldMkLst>
          <pc:docMk/>
          <pc:sldMk cId="259345366" sldId="259"/>
        </pc:sldMkLst>
        <pc:spChg chg="mod ord">
          <ac:chgData name="Hjulberg, Andrew S" userId="S::hi6397ef@go.minnstate.edu::55255bf8-79f2-42d3-80cc-139b63d0776c" providerId="AD" clId="Web-{30371C4D-F289-EAE1-035A-AA346CA7DBDB}" dt="2025-02-12T16:51:02.872" v="34"/>
          <ac:spMkLst>
            <pc:docMk/>
            <pc:sldMk cId="259345366" sldId="259"/>
            <ac:spMk id="2" creationId="{F8292BED-CFEB-3D90-3353-40B368C3459D}"/>
          </ac:spMkLst>
        </pc:spChg>
        <pc:spChg chg="del">
          <ac:chgData name="Hjulberg, Andrew S" userId="S::hi6397ef@go.minnstate.edu::55255bf8-79f2-42d3-80cc-139b63d0776c" providerId="AD" clId="Web-{30371C4D-F289-EAE1-035A-AA346CA7DBDB}" dt="2025-02-12T16:50:49.138" v="32"/>
          <ac:spMkLst>
            <pc:docMk/>
            <pc:sldMk cId="259345366" sldId="259"/>
            <ac:spMk id="8" creationId="{33801627-6861-4EA9-BE98-E0CE33A894D9}"/>
          </ac:spMkLst>
        </pc:spChg>
        <pc:spChg chg="del">
          <ac:chgData name="Hjulberg, Andrew S" userId="S::hi6397ef@go.minnstate.edu::55255bf8-79f2-42d3-80cc-139b63d0776c" providerId="AD" clId="Web-{30371C4D-F289-EAE1-035A-AA346CA7DBDB}" dt="2025-02-12T16:50:49.138" v="32"/>
          <ac:spMkLst>
            <pc:docMk/>
            <pc:sldMk cId="259345366" sldId="259"/>
            <ac:spMk id="10" creationId="{93C1483F-490E-4C8A-8765-1F8AF0C67D5F}"/>
          </ac:spMkLst>
        </pc:spChg>
        <pc:spChg chg="del">
          <ac:chgData name="Hjulberg, Andrew S" userId="S::hi6397ef@go.minnstate.edu::55255bf8-79f2-42d3-80cc-139b63d0776c" providerId="AD" clId="Web-{30371C4D-F289-EAE1-035A-AA346CA7DBDB}" dt="2025-02-12T16:50:49.138" v="32"/>
          <ac:spMkLst>
            <pc:docMk/>
            <pc:sldMk cId="259345366" sldId="259"/>
            <ac:spMk id="12" creationId="{0249BF42-D05C-4553-9417-7B8695759291}"/>
          </ac:spMkLst>
        </pc:spChg>
        <pc:spChg chg="mod ord">
          <ac:chgData name="Hjulberg, Andrew S" userId="S::hi6397ef@go.minnstate.edu::55255bf8-79f2-42d3-80cc-139b63d0776c" providerId="AD" clId="Web-{30371C4D-F289-EAE1-035A-AA346CA7DBDB}" dt="2025-02-12T16:51:02.872" v="34"/>
          <ac:spMkLst>
            <pc:docMk/>
            <pc:sldMk cId="259345366" sldId="259"/>
            <ac:spMk id="17" creationId="{C224B5E0-025A-FE21-1DBB-D91A0EB1DFED}"/>
          </ac:spMkLst>
        </pc:spChg>
      </pc:sldChg>
      <pc:sldChg chg="modSp mod modClrScheme chgLayout">
        <pc:chgData name="Hjulberg, Andrew S" userId="S::hi6397ef@go.minnstate.edu::55255bf8-79f2-42d3-80cc-139b63d0776c" providerId="AD" clId="Web-{30371C4D-F289-EAE1-035A-AA346CA7DBDB}" dt="2025-02-12T16:51:02.872" v="34"/>
        <pc:sldMkLst>
          <pc:docMk/>
          <pc:sldMk cId="2639385583" sldId="260"/>
        </pc:sldMkLst>
        <pc:spChg chg="mod ord">
          <ac:chgData name="Hjulberg, Andrew S" userId="S::hi6397ef@go.minnstate.edu::55255bf8-79f2-42d3-80cc-139b63d0776c" providerId="AD" clId="Web-{30371C4D-F289-EAE1-035A-AA346CA7DBDB}" dt="2025-02-12T16:51:02.872" v="34"/>
          <ac:spMkLst>
            <pc:docMk/>
            <pc:sldMk cId="2639385583" sldId="260"/>
            <ac:spMk id="2" creationId="{F2ECA33D-9372-9927-F8E7-2A49143B39C6}"/>
          </ac:spMkLst>
        </pc:spChg>
      </pc:sldChg>
      <pc:sldChg chg="delSp modSp mod ord modClrScheme chgLayout">
        <pc:chgData name="Hjulberg, Andrew S" userId="S::hi6397ef@go.minnstate.edu::55255bf8-79f2-42d3-80cc-139b63d0776c" providerId="AD" clId="Web-{30371C4D-F289-EAE1-035A-AA346CA7DBDB}" dt="2025-02-12T17:04:41.444" v="116" actId="20577"/>
        <pc:sldMkLst>
          <pc:docMk/>
          <pc:sldMk cId="2651625976" sldId="261"/>
        </pc:sldMkLst>
        <pc:spChg chg="mod ord">
          <ac:chgData name="Hjulberg, Andrew S" userId="S::hi6397ef@go.minnstate.edu::55255bf8-79f2-42d3-80cc-139b63d0776c" providerId="AD" clId="Web-{30371C4D-F289-EAE1-035A-AA346CA7DBDB}" dt="2025-02-12T17:04:41.444" v="116" actId="20577"/>
          <ac:spMkLst>
            <pc:docMk/>
            <pc:sldMk cId="2651625976" sldId="261"/>
            <ac:spMk id="2" creationId="{22D63090-2FBA-6EC8-1BB6-90B55E082E71}"/>
          </ac:spMkLst>
        </pc:spChg>
        <pc:picChg chg="del">
          <ac:chgData name="Hjulberg, Andrew S" userId="S::hi6397ef@go.minnstate.edu::55255bf8-79f2-42d3-80cc-139b63d0776c" providerId="AD" clId="Web-{30371C4D-F289-EAE1-035A-AA346CA7DBDB}" dt="2025-02-12T17:04:32.584" v="114"/>
          <ac:picMkLst>
            <pc:docMk/>
            <pc:sldMk cId="2651625976" sldId="261"/>
            <ac:picMk id="8" creationId="{AD397457-2183-C75E-724D-AC1C8D541D46}"/>
          </ac:picMkLst>
        </pc:picChg>
      </pc:sldChg>
      <pc:sldChg chg="mod modClrScheme chgLayout">
        <pc:chgData name="Hjulberg, Andrew S" userId="S::hi6397ef@go.minnstate.edu::55255bf8-79f2-42d3-80cc-139b63d0776c" providerId="AD" clId="Web-{30371C4D-F289-EAE1-035A-AA346CA7DBDB}" dt="2025-02-12T16:51:02.872" v="34"/>
        <pc:sldMkLst>
          <pc:docMk/>
          <pc:sldMk cId="234107635" sldId="262"/>
        </pc:sldMkLst>
      </pc:sldChg>
      <pc:sldChg chg="mod modClrScheme chgLayout">
        <pc:chgData name="Hjulberg, Andrew S" userId="S::hi6397ef@go.minnstate.edu::55255bf8-79f2-42d3-80cc-139b63d0776c" providerId="AD" clId="Web-{30371C4D-F289-EAE1-035A-AA346CA7DBDB}" dt="2025-02-12T16:51:02.872" v="34"/>
        <pc:sldMkLst>
          <pc:docMk/>
          <pc:sldMk cId="370031153" sldId="263"/>
        </pc:sldMkLst>
      </pc:sldChg>
      <pc:sldChg chg="delSp mod modClrScheme delDesignElem chgLayout">
        <pc:chgData name="Hjulberg, Andrew S" userId="S::hi6397ef@go.minnstate.edu::55255bf8-79f2-42d3-80cc-139b63d0776c" providerId="AD" clId="Web-{30371C4D-F289-EAE1-035A-AA346CA7DBDB}" dt="2025-02-12T16:51:02.872" v="34"/>
        <pc:sldMkLst>
          <pc:docMk/>
          <pc:sldMk cId="1064468780" sldId="264"/>
        </pc:sldMkLst>
        <pc:spChg chg="del">
          <ac:chgData name="Hjulberg, Andrew S" userId="S::hi6397ef@go.minnstate.edu::55255bf8-79f2-42d3-80cc-139b63d0776c" providerId="AD" clId="Web-{30371C4D-F289-EAE1-035A-AA346CA7DBDB}" dt="2025-02-12T16:50:49.138" v="32"/>
          <ac:spMkLst>
            <pc:docMk/>
            <pc:sldMk cId="1064468780" sldId="264"/>
            <ac:spMk id="7" creationId="{CD0FF873-0D97-4AE7-A97E-539910376DCF}"/>
          </ac:spMkLst>
        </pc:spChg>
      </pc:sldChg>
      <pc:sldChg chg="delSp mod modClrScheme delDesignElem chgLayout">
        <pc:chgData name="Hjulberg, Andrew S" userId="S::hi6397ef@go.minnstate.edu::55255bf8-79f2-42d3-80cc-139b63d0776c" providerId="AD" clId="Web-{30371C4D-F289-EAE1-035A-AA346CA7DBDB}" dt="2025-02-12T16:51:02.872" v="34"/>
        <pc:sldMkLst>
          <pc:docMk/>
          <pc:sldMk cId="637780219" sldId="265"/>
        </pc:sldMkLst>
        <pc:spChg chg="del">
          <ac:chgData name="Hjulberg, Andrew S" userId="S::hi6397ef@go.minnstate.edu::55255bf8-79f2-42d3-80cc-139b63d0776c" providerId="AD" clId="Web-{30371C4D-F289-EAE1-035A-AA346CA7DBDB}" dt="2025-02-12T16:50:49.138" v="32"/>
          <ac:spMkLst>
            <pc:docMk/>
            <pc:sldMk cId="637780219" sldId="265"/>
            <ac:spMk id="16" creationId="{AB33EF95-E91B-40C4-A692-E9106529168C}"/>
          </ac:spMkLst>
        </pc:spChg>
        <pc:spChg chg="del">
          <ac:chgData name="Hjulberg, Andrew S" userId="S::hi6397ef@go.minnstate.edu::55255bf8-79f2-42d3-80cc-139b63d0776c" providerId="AD" clId="Web-{30371C4D-F289-EAE1-035A-AA346CA7DBDB}" dt="2025-02-12T16:50:49.138" v="32"/>
          <ac:spMkLst>
            <pc:docMk/>
            <pc:sldMk cId="637780219" sldId="265"/>
            <ac:spMk id="18" creationId="{953CAC5D-D424-4EE2-A0C2-72ED7A88AA4B}"/>
          </ac:spMkLst>
        </pc:spChg>
      </pc:sldChg>
      <pc:sldChg chg="modSp new">
        <pc:chgData name="Hjulberg, Andrew S" userId="S::hi6397ef@go.minnstate.edu::55255bf8-79f2-42d3-80cc-139b63d0776c" providerId="AD" clId="Web-{30371C4D-F289-EAE1-035A-AA346CA7DBDB}" dt="2025-02-12T17:00:41.164" v="94" actId="20577"/>
        <pc:sldMkLst>
          <pc:docMk/>
          <pc:sldMk cId="3481272266" sldId="266"/>
        </pc:sldMkLst>
        <pc:spChg chg="mod">
          <ac:chgData name="Hjulberg, Andrew S" userId="S::hi6397ef@go.minnstate.edu::55255bf8-79f2-42d3-80cc-139b63d0776c" providerId="AD" clId="Web-{30371C4D-F289-EAE1-035A-AA346CA7DBDB}" dt="2025-02-12T17:00:41.164" v="94" actId="20577"/>
          <ac:spMkLst>
            <pc:docMk/>
            <pc:sldMk cId="3481272266" sldId="266"/>
            <ac:spMk id="2" creationId="{9BFB34B9-11D6-B951-4DD7-17C4A398D602}"/>
          </ac:spMkLst>
        </pc:spChg>
      </pc:sldChg>
      <pc:sldChg chg="modSp new">
        <pc:chgData name="Hjulberg, Andrew S" userId="S::hi6397ef@go.minnstate.edu::55255bf8-79f2-42d3-80cc-139b63d0776c" providerId="AD" clId="Web-{30371C4D-F289-EAE1-035A-AA346CA7DBDB}" dt="2025-02-12T17:03:47.366" v="106" actId="20577"/>
        <pc:sldMkLst>
          <pc:docMk/>
          <pc:sldMk cId="3700447520" sldId="267"/>
        </pc:sldMkLst>
        <pc:spChg chg="mod">
          <ac:chgData name="Hjulberg, Andrew S" userId="S::hi6397ef@go.minnstate.edu::55255bf8-79f2-42d3-80cc-139b63d0776c" providerId="AD" clId="Web-{30371C4D-F289-EAE1-035A-AA346CA7DBDB}" dt="2025-02-12T17:03:47.366" v="106" actId="20577"/>
          <ac:spMkLst>
            <pc:docMk/>
            <pc:sldMk cId="3700447520" sldId="267"/>
            <ac:spMk id="2" creationId="{6B496660-235C-5CC1-AA83-B898D2103102}"/>
          </ac:spMkLst>
        </pc:spChg>
      </pc:sldChg>
      <pc:sldMasterChg chg="del delSldLayout">
        <pc:chgData name="Hjulberg, Andrew S" userId="S::hi6397ef@go.minnstate.edu::55255bf8-79f2-42d3-80cc-139b63d0776c" providerId="AD" clId="Web-{30371C4D-F289-EAE1-035A-AA346CA7DBDB}" dt="2025-02-12T16:50:49.138" v="32"/>
        <pc:sldMasterMkLst>
          <pc:docMk/>
          <pc:sldMasterMk cId="3598093863" sldId="2147483690"/>
        </pc:sldMasterMkLst>
        <pc:sldLayoutChg chg="del">
          <pc:chgData name="Hjulberg, Andrew S" userId="S::hi6397ef@go.minnstate.edu::55255bf8-79f2-42d3-80cc-139b63d0776c" providerId="AD" clId="Web-{30371C4D-F289-EAE1-035A-AA346CA7DBDB}" dt="2025-02-12T16:50:49.138" v="32"/>
          <pc:sldLayoutMkLst>
            <pc:docMk/>
            <pc:sldMasterMk cId="3598093863" sldId="2147483690"/>
            <pc:sldLayoutMk cId="3558324747" sldId="2147483691"/>
          </pc:sldLayoutMkLst>
        </pc:sldLayoutChg>
        <pc:sldLayoutChg chg="del">
          <pc:chgData name="Hjulberg, Andrew S" userId="S::hi6397ef@go.minnstate.edu::55255bf8-79f2-42d3-80cc-139b63d0776c" providerId="AD" clId="Web-{30371C4D-F289-EAE1-035A-AA346CA7DBDB}" dt="2025-02-12T16:50:49.138" v="32"/>
          <pc:sldLayoutMkLst>
            <pc:docMk/>
            <pc:sldMasterMk cId="3598093863" sldId="2147483690"/>
            <pc:sldLayoutMk cId="4203329811" sldId="2147483692"/>
          </pc:sldLayoutMkLst>
        </pc:sldLayoutChg>
        <pc:sldLayoutChg chg="del">
          <pc:chgData name="Hjulberg, Andrew S" userId="S::hi6397ef@go.minnstate.edu::55255bf8-79f2-42d3-80cc-139b63d0776c" providerId="AD" clId="Web-{30371C4D-F289-EAE1-035A-AA346CA7DBDB}" dt="2025-02-12T16:50:49.138" v="32"/>
          <pc:sldLayoutMkLst>
            <pc:docMk/>
            <pc:sldMasterMk cId="3598093863" sldId="2147483690"/>
            <pc:sldLayoutMk cId="1718178631" sldId="2147483693"/>
          </pc:sldLayoutMkLst>
        </pc:sldLayoutChg>
        <pc:sldLayoutChg chg="del">
          <pc:chgData name="Hjulberg, Andrew S" userId="S::hi6397ef@go.minnstate.edu::55255bf8-79f2-42d3-80cc-139b63d0776c" providerId="AD" clId="Web-{30371C4D-F289-EAE1-035A-AA346CA7DBDB}" dt="2025-02-12T16:50:49.138" v="32"/>
          <pc:sldLayoutMkLst>
            <pc:docMk/>
            <pc:sldMasterMk cId="3598093863" sldId="2147483690"/>
            <pc:sldLayoutMk cId="1000962637" sldId="2147483694"/>
          </pc:sldLayoutMkLst>
        </pc:sldLayoutChg>
        <pc:sldLayoutChg chg="del">
          <pc:chgData name="Hjulberg, Andrew S" userId="S::hi6397ef@go.minnstate.edu::55255bf8-79f2-42d3-80cc-139b63d0776c" providerId="AD" clId="Web-{30371C4D-F289-EAE1-035A-AA346CA7DBDB}" dt="2025-02-12T16:50:49.138" v="32"/>
          <pc:sldLayoutMkLst>
            <pc:docMk/>
            <pc:sldMasterMk cId="3598093863" sldId="2147483690"/>
            <pc:sldLayoutMk cId="129183584" sldId="2147483695"/>
          </pc:sldLayoutMkLst>
        </pc:sldLayoutChg>
        <pc:sldLayoutChg chg="del">
          <pc:chgData name="Hjulberg, Andrew S" userId="S::hi6397ef@go.minnstate.edu::55255bf8-79f2-42d3-80cc-139b63d0776c" providerId="AD" clId="Web-{30371C4D-F289-EAE1-035A-AA346CA7DBDB}" dt="2025-02-12T16:50:49.138" v="32"/>
          <pc:sldLayoutMkLst>
            <pc:docMk/>
            <pc:sldMasterMk cId="3598093863" sldId="2147483690"/>
            <pc:sldLayoutMk cId="2679854217" sldId="2147483696"/>
          </pc:sldLayoutMkLst>
        </pc:sldLayoutChg>
        <pc:sldLayoutChg chg="del">
          <pc:chgData name="Hjulberg, Andrew S" userId="S::hi6397ef@go.minnstate.edu::55255bf8-79f2-42d3-80cc-139b63d0776c" providerId="AD" clId="Web-{30371C4D-F289-EAE1-035A-AA346CA7DBDB}" dt="2025-02-12T16:50:49.138" v="32"/>
          <pc:sldLayoutMkLst>
            <pc:docMk/>
            <pc:sldMasterMk cId="3598093863" sldId="2147483690"/>
            <pc:sldLayoutMk cId="243581592" sldId="2147483697"/>
          </pc:sldLayoutMkLst>
        </pc:sldLayoutChg>
        <pc:sldLayoutChg chg="del">
          <pc:chgData name="Hjulberg, Andrew S" userId="S::hi6397ef@go.minnstate.edu::55255bf8-79f2-42d3-80cc-139b63d0776c" providerId="AD" clId="Web-{30371C4D-F289-EAE1-035A-AA346CA7DBDB}" dt="2025-02-12T16:50:49.138" v="32"/>
          <pc:sldLayoutMkLst>
            <pc:docMk/>
            <pc:sldMasterMk cId="3598093863" sldId="2147483690"/>
            <pc:sldLayoutMk cId="2553913335" sldId="2147483698"/>
          </pc:sldLayoutMkLst>
        </pc:sldLayoutChg>
        <pc:sldLayoutChg chg="del">
          <pc:chgData name="Hjulberg, Andrew S" userId="S::hi6397ef@go.minnstate.edu::55255bf8-79f2-42d3-80cc-139b63d0776c" providerId="AD" clId="Web-{30371C4D-F289-EAE1-035A-AA346CA7DBDB}" dt="2025-02-12T16:50:49.138" v="32"/>
          <pc:sldLayoutMkLst>
            <pc:docMk/>
            <pc:sldMasterMk cId="3598093863" sldId="2147483690"/>
            <pc:sldLayoutMk cId="3287595467" sldId="2147483699"/>
          </pc:sldLayoutMkLst>
        </pc:sldLayoutChg>
        <pc:sldLayoutChg chg="del">
          <pc:chgData name="Hjulberg, Andrew S" userId="S::hi6397ef@go.minnstate.edu::55255bf8-79f2-42d3-80cc-139b63d0776c" providerId="AD" clId="Web-{30371C4D-F289-EAE1-035A-AA346CA7DBDB}" dt="2025-02-12T16:50:49.138" v="32"/>
          <pc:sldLayoutMkLst>
            <pc:docMk/>
            <pc:sldMasterMk cId="3598093863" sldId="2147483690"/>
            <pc:sldLayoutMk cId="1693767085" sldId="2147483700"/>
          </pc:sldLayoutMkLst>
        </pc:sldLayoutChg>
        <pc:sldLayoutChg chg="del">
          <pc:chgData name="Hjulberg, Andrew S" userId="S::hi6397ef@go.minnstate.edu::55255bf8-79f2-42d3-80cc-139b63d0776c" providerId="AD" clId="Web-{30371C4D-F289-EAE1-035A-AA346CA7DBDB}" dt="2025-02-12T16:50:49.138" v="32"/>
          <pc:sldLayoutMkLst>
            <pc:docMk/>
            <pc:sldMasterMk cId="3598093863" sldId="2147483690"/>
            <pc:sldLayoutMk cId="3395913690" sldId="2147483701"/>
          </pc:sldLayoutMkLst>
        </pc:sldLayoutChg>
      </pc:sldMasterChg>
      <pc:sldMasterChg chg="add del addSldLayout delSldLayout modSldLayout">
        <pc:chgData name="Hjulberg, Andrew S" userId="S::hi6397ef@go.minnstate.edu::55255bf8-79f2-42d3-80cc-139b63d0776c" providerId="AD" clId="Web-{30371C4D-F289-EAE1-035A-AA346CA7DBDB}" dt="2025-02-12T16:50:51.794" v="33"/>
        <pc:sldMasterMkLst>
          <pc:docMk/>
          <pc:sldMasterMk cId="2944163135" sldId="2147483702"/>
        </pc:sldMasterMkLst>
        <pc:sldLayoutChg chg="add del mod replId">
          <pc:chgData name="Hjulberg, Andrew S" userId="S::hi6397ef@go.minnstate.edu::55255bf8-79f2-42d3-80cc-139b63d0776c" providerId="AD" clId="Web-{30371C4D-F289-EAE1-035A-AA346CA7DBDB}" dt="2025-02-12T16:50:51.794" v="33"/>
          <pc:sldLayoutMkLst>
            <pc:docMk/>
            <pc:sldMasterMk cId="2944163135" sldId="2147483702"/>
            <pc:sldLayoutMk cId="3997302588" sldId="2147483703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0:51.794" v="33"/>
          <pc:sldLayoutMkLst>
            <pc:docMk/>
            <pc:sldMasterMk cId="2944163135" sldId="2147483702"/>
            <pc:sldLayoutMk cId="1340625852" sldId="2147483704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0:51.794" v="33"/>
          <pc:sldLayoutMkLst>
            <pc:docMk/>
            <pc:sldMasterMk cId="2944163135" sldId="2147483702"/>
            <pc:sldLayoutMk cId="3795654375" sldId="2147483705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0:51.794" v="33"/>
          <pc:sldLayoutMkLst>
            <pc:docMk/>
            <pc:sldMasterMk cId="2944163135" sldId="2147483702"/>
            <pc:sldLayoutMk cId="3408409094" sldId="2147483706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0:51.794" v="33"/>
          <pc:sldLayoutMkLst>
            <pc:docMk/>
            <pc:sldMasterMk cId="2944163135" sldId="2147483702"/>
            <pc:sldLayoutMk cId="1950851661" sldId="2147483707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0:51.794" v="33"/>
          <pc:sldLayoutMkLst>
            <pc:docMk/>
            <pc:sldMasterMk cId="2944163135" sldId="2147483702"/>
            <pc:sldLayoutMk cId="1572989598" sldId="2147483708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0:51.794" v="33"/>
          <pc:sldLayoutMkLst>
            <pc:docMk/>
            <pc:sldMasterMk cId="2944163135" sldId="2147483702"/>
            <pc:sldLayoutMk cId="2843443504" sldId="2147483709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0:51.794" v="33"/>
          <pc:sldLayoutMkLst>
            <pc:docMk/>
            <pc:sldMasterMk cId="2944163135" sldId="2147483702"/>
            <pc:sldLayoutMk cId="615595834" sldId="2147483710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0:51.794" v="33"/>
          <pc:sldLayoutMkLst>
            <pc:docMk/>
            <pc:sldMasterMk cId="2944163135" sldId="2147483702"/>
            <pc:sldLayoutMk cId="137690335" sldId="2147483711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0:51.794" v="33"/>
          <pc:sldLayoutMkLst>
            <pc:docMk/>
            <pc:sldMasterMk cId="2944163135" sldId="2147483702"/>
            <pc:sldLayoutMk cId="1119101774" sldId="2147483712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0:51.794" v="33"/>
          <pc:sldLayoutMkLst>
            <pc:docMk/>
            <pc:sldMasterMk cId="2944163135" sldId="2147483702"/>
            <pc:sldLayoutMk cId="4273577552" sldId="2147483713"/>
          </pc:sldLayoutMkLst>
        </pc:sldLayoutChg>
      </pc:sldMasterChg>
      <pc:sldMasterChg chg="add del addSldLayout delSldLayout modSldLayout">
        <pc:chgData name="Hjulberg, Andrew S" userId="S::hi6397ef@go.minnstate.edu::55255bf8-79f2-42d3-80cc-139b63d0776c" providerId="AD" clId="Web-{30371C4D-F289-EAE1-035A-AA346CA7DBDB}" dt="2025-02-12T16:51:02.872" v="34"/>
        <pc:sldMasterMkLst>
          <pc:docMk/>
          <pc:sldMasterMk cId="2967538734" sldId="2147483714"/>
        </pc:sldMasterMkLst>
        <pc:sldLayoutChg chg="add del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2967538734" sldId="2147483714"/>
            <pc:sldLayoutMk cId="3425810147" sldId="2147483715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2967538734" sldId="2147483714"/>
            <pc:sldLayoutMk cId="366363250" sldId="2147483716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2967538734" sldId="2147483714"/>
            <pc:sldLayoutMk cId="2830328296" sldId="2147483717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2967538734" sldId="2147483714"/>
            <pc:sldLayoutMk cId="2018120737" sldId="2147483718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2967538734" sldId="2147483714"/>
            <pc:sldLayoutMk cId="3138642153" sldId="2147483719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2967538734" sldId="2147483714"/>
            <pc:sldLayoutMk cId="160330903" sldId="2147483720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2967538734" sldId="2147483714"/>
            <pc:sldLayoutMk cId="2035146773" sldId="2147483721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2967538734" sldId="2147483714"/>
            <pc:sldLayoutMk cId="971695638" sldId="2147483722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2967538734" sldId="2147483714"/>
            <pc:sldLayoutMk cId="2872202898" sldId="2147483723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2967538734" sldId="2147483714"/>
            <pc:sldLayoutMk cId="2829849037" sldId="2147483724"/>
          </pc:sldLayoutMkLst>
        </pc:sldLayoutChg>
        <pc:sldLayoutChg chg="add del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2967538734" sldId="2147483714"/>
            <pc:sldLayoutMk cId="1199033925" sldId="2147483725"/>
          </pc:sldLayoutMkLst>
        </pc:sldLayoutChg>
      </pc:sldMasterChg>
      <pc:sldMasterChg chg="add addSldLayout modSldLayout">
        <pc:chgData name="Hjulberg, Andrew S" userId="S::hi6397ef@go.minnstate.edu::55255bf8-79f2-42d3-80cc-139b63d0776c" providerId="AD" clId="Web-{30371C4D-F289-EAE1-035A-AA346CA7DBDB}" dt="2025-02-12T16:51:02.872" v="34"/>
        <pc:sldMasterMkLst>
          <pc:docMk/>
          <pc:sldMasterMk cId="3207785199" sldId="2147483726"/>
        </pc:sldMasterMkLst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1728499148" sldId="2147483727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3671610967" sldId="2147483728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81608436" sldId="2147483729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303345500" sldId="2147483730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253171525" sldId="2147483731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2846364075" sldId="2147483732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249902397" sldId="2147483733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1903894115" sldId="2147483734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73161643" sldId="2147483735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596575876" sldId="2147483736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3160483395" sldId="2147483737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202933243" sldId="2147483738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2501961035" sldId="2147483739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2716435657" sldId="2147483740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283021511" sldId="2147483741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1741578593" sldId="2147483742"/>
          </pc:sldLayoutMkLst>
        </pc:sldLayoutChg>
        <pc:sldLayoutChg chg="add mod replId">
          <pc:chgData name="Hjulberg, Andrew S" userId="S::hi6397ef@go.minnstate.edu::55255bf8-79f2-42d3-80cc-139b63d0776c" providerId="AD" clId="Web-{30371C4D-F289-EAE1-035A-AA346CA7DBDB}" dt="2025-02-12T16:51:02.872" v="34"/>
          <pc:sldLayoutMkLst>
            <pc:docMk/>
            <pc:sldMasterMk cId="3207785199" sldId="2147483726"/>
            <pc:sldLayoutMk cId="139018544" sldId="2147483743"/>
          </pc:sldLayoutMkLst>
        </pc:sldLayoutChg>
      </pc:sldMasterChg>
    </pc:docChg>
  </pc:docChgLst>
  <pc:docChgLst>
    <pc:chgData name="Hjulberg, Andrew S" userId="S::hi6397ef@go.minnstate.edu::55255bf8-79f2-42d3-80cc-139b63d0776c" providerId="AD" clId="Web-{F6758A29-27DB-7BFA-C0E2-24F3ACE4F5E7}"/>
    <pc:docChg chg="addSld modSld">
      <pc:chgData name="Hjulberg, Andrew S" userId="S::hi6397ef@go.minnstate.edu::55255bf8-79f2-42d3-80cc-139b63d0776c" providerId="AD" clId="Web-{F6758A29-27DB-7BFA-C0E2-24F3ACE4F5E7}" dt="2025-02-07T17:05:21.529" v="518" actId="20577"/>
      <pc:docMkLst>
        <pc:docMk/>
      </pc:docMkLst>
      <pc:sldChg chg="modSp">
        <pc:chgData name="Hjulberg, Andrew S" userId="S::hi6397ef@go.minnstate.edu::55255bf8-79f2-42d3-80cc-139b63d0776c" providerId="AD" clId="Web-{F6758A29-27DB-7BFA-C0E2-24F3ACE4F5E7}" dt="2025-02-07T16:12:21.897" v="132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F6758A29-27DB-7BFA-C0E2-24F3ACE4F5E7}" dt="2025-02-07T16:12:21.897" v="1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S::hi6397ef@go.minnstate.edu::55255bf8-79f2-42d3-80cc-139b63d0776c" providerId="AD" clId="Web-{F6758A29-27DB-7BFA-C0E2-24F3ACE4F5E7}" dt="2025-02-07T16:35:35.598" v="257" actId="20577"/>
        <pc:sldMkLst>
          <pc:docMk/>
          <pc:sldMk cId="38658698" sldId="258"/>
        </pc:sldMkLst>
        <pc:spChg chg="mod">
          <ac:chgData name="Hjulberg, Andrew S" userId="S::hi6397ef@go.minnstate.edu::55255bf8-79f2-42d3-80cc-139b63d0776c" providerId="AD" clId="Web-{F6758A29-27DB-7BFA-C0E2-24F3ACE4F5E7}" dt="2025-02-07T16:05:08.086" v="99" actId="20577"/>
          <ac:spMkLst>
            <pc:docMk/>
            <pc:sldMk cId="38658698" sldId="258"/>
            <ac:spMk id="2" creationId="{688AC3B9-2A52-B51A-D8EE-90A85703DD3C}"/>
          </ac:spMkLst>
        </pc:spChg>
        <pc:graphicFrameChg chg="modGraphic">
          <ac:chgData name="Hjulberg, Andrew S" userId="S::hi6397ef@go.minnstate.edu::55255bf8-79f2-42d3-80cc-139b63d0776c" providerId="AD" clId="Web-{F6758A29-27DB-7BFA-C0E2-24F3ACE4F5E7}" dt="2025-02-07T16:35:35.598" v="257" actId="20577"/>
          <ac:graphicFrameMkLst>
            <pc:docMk/>
            <pc:sldMk cId="38658698" sldId="258"/>
            <ac:graphicFrameMk id="5" creationId="{C7C0CC16-9845-781F-71F4-5C6A22DC8F46}"/>
          </ac:graphicFrameMkLst>
        </pc:graphicFrameChg>
      </pc:sldChg>
      <pc:sldChg chg="addSp delSp modSp">
        <pc:chgData name="Hjulberg, Andrew S" userId="S::hi6397ef@go.minnstate.edu::55255bf8-79f2-42d3-80cc-139b63d0776c" providerId="AD" clId="Web-{F6758A29-27DB-7BFA-C0E2-24F3ACE4F5E7}" dt="2025-02-07T17:05:21.529" v="518" actId="20577"/>
        <pc:sldMkLst>
          <pc:docMk/>
          <pc:sldMk cId="259345366" sldId="259"/>
        </pc:sldMkLst>
        <pc:spChg chg="mod">
          <ac:chgData name="Hjulberg, Andrew S" userId="S::hi6397ef@go.minnstate.edu::55255bf8-79f2-42d3-80cc-139b63d0776c" providerId="AD" clId="Web-{F6758A29-27DB-7BFA-C0E2-24F3ACE4F5E7}" dt="2025-02-07T17:03:48.433" v="455"/>
          <ac:spMkLst>
            <pc:docMk/>
            <pc:sldMk cId="259345366" sldId="259"/>
            <ac:spMk id="2" creationId="{F8292BED-CFEB-3D90-3353-40B368C3459D}"/>
          </ac:spMkLst>
        </pc:spChg>
        <pc:spChg chg="add del mod">
          <ac:chgData name="Hjulberg, Andrew S" userId="S::hi6397ef@go.minnstate.edu::55255bf8-79f2-42d3-80cc-139b63d0776c" providerId="AD" clId="Web-{F6758A29-27DB-7BFA-C0E2-24F3ACE4F5E7}" dt="2025-02-07T17:03:48.433" v="455"/>
          <ac:spMkLst>
            <pc:docMk/>
            <pc:sldMk cId="259345366" sldId="259"/>
            <ac:spMk id="3" creationId="{C224B5E0-025A-FE21-1DBB-D91A0EB1DFED}"/>
          </ac:spMkLst>
        </pc:spChg>
        <pc:spChg chg="add del">
          <ac:chgData name="Hjulberg, Andrew S" userId="S::hi6397ef@go.minnstate.edu::55255bf8-79f2-42d3-80cc-139b63d0776c" providerId="AD" clId="Web-{F6758A29-27DB-7BFA-C0E2-24F3ACE4F5E7}" dt="2025-02-07T17:03:45.073" v="452"/>
          <ac:spMkLst>
            <pc:docMk/>
            <pc:sldMk cId="259345366" sldId="259"/>
            <ac:spMk id="6" creationId="{30B3D270-B19D-4DB8-BD3C-3E707485B515}"/>
          </ac:spMkLst>
        </pc:spChg>
        <pc:spChg chg="add">
          <ac:chgData name="Hjulberg, Andrew S" userId="S::hi6397ef@go.minnstate.edu::55255bf8-79f2-42d3-80cc-139b63d0776c" providerId="AD" clId="Web-{F6758A29-27DB-7BFA-C0E2-24F3ACE4F5E7}" dt="2025-02-07T17:03:48.433" v="455"/>
          <ac:spMkLst>
            <pc:docMk/>
            <pc:sldMk cId="259345366" sldId="259"/>
            <ac:spMk id="8" creationId="{33801627-6861-4EA9-BE98-E0CE33A894D9}"/>
          </ac:spMkLst>
        </pc:spChg>
        <pc:spChg chg="add">
          <ac:chgData name="Hjulberg, Andrew S" userId="S::hi6397ef@go.minnstate.edu::55255bf8-79f2-42d3-80cc-139b63d0776c" providerId="AD" clId="Web-{F6758A29-27DB-7BFA-C0E2-24F3ACE4F5E7}" dt="2025-02-07T17:03:48.433" v="455"/>
          <ac:spMkLst>
            <pc:docMk/>
            <pc:sldMk cId="259345366" sldId="259"/>
            <ac:spMk id="10" creationId="{93C1483F-490E-4C8A-8765-1F8AF0C67D5F}"/>
          </ac:spMkLst>
        </pc:spChg>
        <pc:spChg chg="add del">
          <ac:chgData name="Hjulberg, Andrew S" userId="S::hi6397ef@go.minnstate.edu::55255bf8-79f2-42d3-80cc-139b63d0776c" providerId="AD" clId="Web-{F6758A29-27DB-7BFA-C0E2-24F3ACE4F5E7}" dt="2025-02-07T17:03:45.073" v="452"/>
          <ac:spMkLst>
            <pc:docMk/>
            <pc:sldMk cId="259345366" sldId="259"/>
            <ac:spMk id="11" creationId="{49BDAF94-B52E-4307-B54C-EF413086FC77}"/>
          </ac:spMkLst>
        </pc:spChg>
        <pc:spChg chg="add">
          <ac:chgData name="Hjulberg, Andrew S" userId="S::hi6397ef@go.minnstate.edu::55255bf8-79f2-42d3-80cc-139b63d0776c" providerId="AD" clId="Web-{F6758A29-27DB-7BFA-C0E2-24F3ACE4F5E7}" dt="2025-02-07T17:03:48.433" v="455"/>
          <ac:spMkLst>
            <pc:docMk/>
            <pc:sldMk cId="259345366" sldId="259"/>
            <ac:spMk id="12" creationId="{0249BF42-D05C-4553-9417-7B8695759291}"/>
          </ac:spMkLst>
        </pc:spChg>
        <pc:spChg chg="add del">
          <ac:chgData name="Hjulberg, Andrew S" userId="S::hi6397ef@go.minnstate.edu::55255bf8-79f2-42d3-80cc-139b63d0776c" providerId="AD" clId="Web-{F6758A29-27DB-7BFA-C0E2-24F3ACE4F5E7}" dt="2025-02-07T17:03:48.417" v="454"/>
          <ac:spMkLst>
            <pc:docMk/>
            <pc:sldMk cId="259345366" sldId="259"/>
            <ac:spMk id="13" creationId="{60C2BF78-EE5B-49C7-ADD9-58CDBD13E3AA}"/>
          </ac:spMkLst>
        </pc:spChg>
        <pc:spChg chg="add del">
          <ac:chgData name="Hjulberg, Andrew S" userId="S::hi6397ef@go.minnstate.edu::55255bf8-79f2-42d3-80cc-139b63d0776c" providerId="AD" clId="Web-{F6758A29-27DB-7BFA-C0E2-24F3ACE4F5E7}" dt="2025-02-07T17:03:48.417" v="454"/>
          <ac:spMkLst>
            <pc:docMk/>
            <pc:sldMk cId="259345366" sldId="259"/>
            <ac:spMk id="14" creationId="{C224B5E0-025A-FE21-1DBB-D91A0EB1DFED}"/>
          </ac:spMkLst>
        </pc:spChg>
        <pc:spChg chg="add mod">
          <ac:chgData name="Hjulberg, Andrew S" userId="S::hi6397ef@go.minnstate.edu::55255bf8-79f2-42d3-80cc-139b63d0776c" providerId="AD" clId="Web-{F6758A29-27DB-7BFA-C0E2-24F3ACE4F5E7}" dt="2025-02-07T17:05:21.529" v="518" actId="20577"/>
          <ac:spMkLst>
            <pc:docMk/>
            <pc:sldMk cId="259345366" sldId="259"/>
            <ac:spMk id="17" creationId="{C224B5E0-025A-FE21-1DBB-D91A0EB1DFED}"/>
          </ac:spMkLst>
        </pc:spChg>
        <pc:graphicFrameChg chg="add del">
          <ac:chgData name="Hjulberg, Andrew S" userId="S::hi6397ef@go.minnstate.edu::55255bf8-79f2-42d3-80cc-139b63d0776c" providerId="AD" clId="Web-{F6758A29-27DB-7BFA-C0E2-24F3ACE4F5E7}" dt="2025-02-07T17:03:45.073" v="452"/>
          <ac:graphicFrameMkLst>
            <pc:docMk/>
            <pc:sldMk cId="259345366" sldId="259"/>
            <ac:graphicFrameMk id="7" creationId="{D5D05846-5E79-1CCA-5955-260E9E551D23}"/>
          </ac:graphicFrameMkLst>
        </pc:graphicFrameChg>
        <pc:picChg chg="del">
          <ac:chgData name="Hjulberg, Andrew S" userId="S::hi6397ef@go.minnstate.edu::55255bf8-79f2-42d3-80cc-139b63d0776c" providerId="AD" clId="Web-{F6758A29-27DB-7BFA-C0E2-24F3ACE4F5E7}" dt="2025-02-07T16:16:53.859" v="179"/>
          <ac:picMkLst>
            <pc:docMk/>
            <pc:sldMk cId="259345366" sldId="259"/>
            <ac:picMk id="5" creationId="{09E52D37-9279-05AF-1AE2-C0559A8979C4}"/>
          </ac:picMkLst>
        </pc:picChg>
        <pc:picChg chg="del">
          <ac:chgData name="Hjulberg, Andrew S" userId="S::hi6397ef@go.minnstate.edu::55255bf8-79f2-42d3-80cc-139b63d0776c" providerId="AD" clId="Web-{F6758A29-27DB-7BFA-C0E2-24F3ACE4F5E7}" dt="2025-02-07T16:16:57.593" v="182"/>
          <ac:picMkLst>
            <pc:docMk/>
            <pc:sldMk cId="259345366" sldId="259"/>
            <ac:picMk id="9" creationId="{FB809B94-420E-2192-F30B-02097EEB0A04}"/>
          </ac:picMkLst>
        </pc:picChg>
        <pc:picChg chg="add del">
          <ac:chgData name="Hjulberg, Andrew S" userId="S::hi6397ef@go.minnstate.edu::55255bf8-79f2-42d3-80cc-139b63d0776c" providerId="AD" clId="Web-{F6758A29-27DB-7BFA-C0E2-24F3ACE4F5E7}" dt="2025-02-07T17:03:48.417" v="454"/>
          <ac:picMkLst>
            <pc:docMk/>
            <pc:sldMk cId="259345366" sldId="259"/>
            <ac:picMk id="15" creationId="{34C518E8-4EFD-42A9-BE05-1932E1103FED}"/>
          </ac:picMkLst>
        </pc:picChg>
        <pc:picChg chg="del">
          <ac:chgData name="Hjulberg, Andrew S" userId="S::hi6397ef@go.minnstate.edu::55255bf8-79f2-42d3-80cc-139b63d0776c" providerId="AD" clId="Web-{F6758A29-27DB-7BFA-C0E2-24F3ACE4F5E7}" dt="2025-02-07T16:16:58.890" v="183"/>
          <ac:picMkLst>
            <pc:docMk/>
            <pc:sldMk cId="259345366" sldId="259"/>
            <ac:picMk id="29" creationId="{0CBAA89A-63B6-A72F-E1AF-F20EB2E2FB23}"/>
          </ac:picMkLst>
        </pc:picChg>
        <pc:picChg chg="del">
          <ac:chgData name="Hjulberg, Andrew S" userId="S::hi6397ef@go.minnstate.edu::55255bf8-79f2-42d3-80cc-139b63d0776c" providerId="AD" clId="Web-{F6758A29-27DB-7BFA-C0E2-24F3ACE4F5E7}" dt="2025-02-07T16:16:56.515" v="181"/>
          <ac:picMkLst>
            <pc:docMk/>
            <pc:sldMk cId="259345366" sldId="259"/>
            <ac:picMk id="32" creationId="{C5D8CA49-1049-14AB-9870-104A17CE9D01}"/>
          </ac:picMkLst>
        </pc:picChg>
      </pc:sldChg>
      <pc:sldChg chg="addSp delSp modSp">
        <pc:chgData name="Hjulberg, Andrew S" userId="S::hi6397ef@go.minnstate.edu::55255bf8-79f2-42d3-80cc-139b63d0776c" providerId="AD" clId="Web-{F6758A29-27DB-7BFA-C0E2-24F3ACE4F5E7}" dt="2025-02-07T16:12:45.257" v="147"/>
        <pc:sldMkLst>
          <pc:docMk/>
          <pc:sldMk cId="2651625976" sldId="261"/>
        </pc:sldMkLst>
        <pc:spChg chg="mod">
          <ac:chgData name="Hjulberg, Andrew S" userId="S::hi6397ef@go.minnstate.edu::55255bf8-79f2-42d3-80cc-139b63d0776c" providerId="AD" clId="Web-{F6758A29-27DB-7BFA-C0E2-24F3ACE4F5E7}" dt="2025-02-07T16:12:27.835" v="145" actId="20577"/>
          <ac:spMkLst>
            <pc:docMk/>
            <pc:sldMk cId="2651625976" sldId="261"/>
            <ac:spMk id="2" creationId="{22D63090-2FBA-6EC8-1BB6-90B55E082E71}"/>
          </ac:spMkLst>
        </pc:spChg>
        <pc:picChg chg="add del">
          <ac:chgData name="Hjulberg, Andrew S" userId="S::hi6397ef@go.minnstate.edu::55255bf8-79f2-42d3-80cc-139b63d0776c" providerId="AD" clId="Web-{F6758A29-27DB-7BFA-C0E2-24F3ACE4F5E7}" dt="2025-02-07T16:12:45.257" v="147"/>
          <ac:picMkLst>
            <pc:docMk/>
            <pc:sldMk cId="2651625976" sldId="261"/>
            <ac:picMk id="8" creationId="{AD397457-2183-C75E-724D-AC1C8D541D46}"/>
          </ac:picMkLst>
        </pc:picChg>
      </pc:sldChg>
      <pc:sldChg chg="new">
        <pc:chgData name="Hjulberg, Andrew S" userId="S::hi6397ef@go.minnstate.edu::55255bf8-79f2-42d3-80cc-139b63d0776c" providerId="AD" clId="Web-{F6758A29-27DB-7BFA-C0E2-24F3ACE4F5E7}" dt="2025-02-07T16:12:58.773" v="148"/>
        <pc:sldMkLst>
          <pc:docMk/>
          <pc:sldMk cId="1064468780" sldId="264"/>
        </pc:sldMkLst>
      </pc:sldChg>
      <pc:sldChg chg="new">
        <pc:chgData name="Hjulberg, Andrew S" userId="S::hi6397ef@go.minnstate.edu::55255bf8-79f2-42d3-80cc-139b63d0776c" providerId="AD" clId="Web-{F6758A29-27DB-7BFA-C0E2-24F3ACE4F5E7}" dt="2025-02-07T16:13:04.476" v="149"/>
        <pc:sldMkLst>
          <pc:docMk/>
          <pc:sldMk cId="637780219" sldId="265"/>
        </pc:sldMkLst>
      </pc:sldChg>
      <pc:sldChg chg="new">
        <pc:chgData name="Hjulberg, Andrew S" userId="S::hi6397ef@go.minnstate.edu::55255bf8-79f2-42d3-80cc-139b63d0776c" providerId="AD" clId="Web-{F6758A29-27DB-7BFA-C0E2-24F3ACE4F5E7}" dt="2025-02-07T16:14:01.994" v="150"/>
        <pc:sldMkLst>
          <pc:docMk/>
          <pc:sldMk cId="221009491" sldId="266"/>
        </pc:sldMkLst>
      </pc:sldChg>
    </pc:docChg>
  </pc:docChgLst>
  <pc:docChgLst>
    <pc:chgData name="Lakku, Sai Keertana R" userId="S::kb7924tj@go.minnstate.edu::aa713373-d62e-42be-a5fb-296135668942" providerId="AD" clId="Web-{41E3712F-E035-413B-C229-CC449F587FC3}"/>
    <pc:docChg chg="addSld delSld modSld sldOrd">
      <pc:chgData name="Lakku, Sai Keertana R" userId="S::kb7924tj@go.minnstate.edu::aa713373-d62e-42be-a5fb-296135668942" providerId="AD" clId="Web-{41E3712F-E035-413B-C229-CC449F587FC3}" dt="2025-01-30T20:08:48.606" v="21" actId="1076"/>
      <pc:docMkLst>
        <pc:docMk/>
      </pc:docMkLst>
      <pc:sldChg chg="delSp modSp new">
        <pc:chgData name="Lakku, Sai Keertana R" userId="S::kb7924tj@go.minnstate.edu::aa713373-d62e-42be-a5fb-296135668942" providerId="AD" clId="Web-{41E3712F-E035-413B-C229-CC449F587FC3}" dt="2025-01-30T20:08:48.606" v="21" actId="1076"/>
        <pc:sldMkLst>
          <pc:docMk/>
          <pc:sldMk cId="2639385583" sldId="260"/>
        </pc:sldMkLst>
        <pc:spChg chg="mod">
          <ac:chgData name="Lakku, Sai Keertana R" userId="S::kb7924tj@go.minnstate.edu::aa713373-d62e-42be-a5fb-296135668942" providerId="AD" clId="Web-{41E3712F-E035-413B-C229-CC449F587FC3}" dt="2025-01-30T20:08:48.606" v="21" actId="1076"/>
          <ac:spMkLst>
            <pc:docMk/>
            <pc:sldMk cId="2639385583" sldId="260"/>
            <ac:spMk id="2" creationId="{F2ECA33D-9372-9927-F8E7-2A49143B39C6}"/>
          </ac:spMkLst>
        </pc:spChg>
      </pc:sldChg>
      <pc:sldChg chg="addSp delSp modSp new del mod ord setBg">
        <pc:chgData name="Lakku, Sai Keertana R" userId="S::kb7924tj@go.minnstate.edu::aa713373-d62e-42be-a5fb-296135668942" providerId="AD" clId="Web-{41E3712F-E035-413B-C229-CC449F587FC3}" dt="2025-01-30T20:08:22.590" v="9"/>
        <pc:sldMkLst>
          <pc:docMk/>
          <pc:sldMk cId="4004269946" sldId="260"/>
        </pc:sldMkLst>
      </pc:sldChg>
    </pc:docChg>
  </pc:docChgLst>
  <pc:docChgLst>
    <pc:chgData name="Lakku, Sai Keertana R" userId="S::kb7924tj@go.minnstate.edu::aa713373-d62e-42be-a5fb-296135668942" providerId="AD" clId="Web-{86E7E2D7-BF8D-081E-9AD3-FB54C683A438}"/>
    <pc:docChg chg="modSld">
      <pc:chgData name="Lakku, Sai Keertana R" userId="S::kb7924tj@go.minnstate.edu::aa713373-d62e-42be-a5fb-296135668942" providerId="AD" clId="Web-{86E7E2D7-BF8D-081E-9AD3-FB54C683A438}" dt="2025-01-30T20:03:11.383" v="84" actId="1076"/>
      <pc:docMkLst>
        <pc:docMk/>
      </pc:docMkLst>
      <pc:sldChg chg="addSp delSp modSp mod setBg">
        <pc:chgData name="Lakku, Sai Keertana R" userId="S::kb7924tj@go.minnstate.edu::aa713373-d62e-42be-a5fb-296135668942" providerId="AD" clId="Web-{86E7E2D7-BF8D-081E-9AD3-FB54C683A438}" dt="2025-01-30T19:58:15.420" v="40"/>
        <pc:sldMkLst>
          <pc:docMk/>
          <pc:sldMk cId="886379872" sldId="257"/>
        </pc:sldMkLst>
        <pc:spChg chg="mod">
          <ac:chgData name="Lakku, Sai Keertana R" userId="S::kb7924tj@go.minnstate.edu::aa713373-d62e-42be-a5fb-296135668942" providerId="AD" clId="Web-{86E7E2D7-BF8D-081E-9AD3-FB54C683A438}" dt="2025-01-30T19:58:15.420" v="40"/>
          <ac:spMkLst>
            <pc:docMk/>
            <pc:sldMk cId="886379872" sldId="257"/>
            <ac:spMk id="2" creationId="{95BB7F4E-CEB3-1DC9-D910-560961EB30AF}"/>
          </ac:spMkLst>
        </pc:spChg>
        <pc:graphicFrameChg chg="add mod modGraphic">
          <ac:chgData name="Lakku, Sai Keertana R" userId="S::kb7924tj@go.minnstate.edu::aa713373-d62e-42be-a5fb-296135668942" providerId="AD" clId="Web-{86E7E2D7-BF8D-081E-9AD3-FB54C683A438}" dt="2025-01-30T19:58:15.420" v="4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 mod setBg">
        <pc:chgData name="Lakku, Sai Keertana R" userId="S::kb7924tj@go.minnstate.edu::aa713373-d62e-42be-a5fb-296135668942" providerId="AD" clId="Web-{86E7E2D7-BF8D-081E-9AD3-FB54C683A438}" dt="2025-01-30T19:56:01.072" v="28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86E7E2D7-BF8D-081E-9AD3-FB54C683A438}" dt="2025-01-30T19:56:01.072" v="28"/>
          <ac:spMkLst>
            <pc:docMk/>
            <pc:sldMk cId="38658698" sldId="258"/>
            <ac:spMk id="2" creationId="{688AC3B9-2A52-B51A-D8EE-90A85703DD3C}"/>
          </ac:spMkLst>
        </pc:spChg>
        <pc:spChg chg="add">
          <ac:chgData name="Lakku, Sai Keertana R" userId="S::kb7924tj@go.minnstate.edu::aa713373-d62e-42be-a5fb-296135668942" providerId="AD" clId="Web-{86E7E2D7-BF8D-081E-9AD3-FB54C683A438}" dt="2025-01-30T19:56:01.072" v="28"/>
          <ac:spMkLst>
            <pc:docMk/>
            <pc:sldMk cId="38658698" sldId="258"/>
            <ac:spMk id="9" creationId="{876248C8-0720-48AB-91BA-5F530BB41E5E}"/>
          </ac:spMkLst>
        </pc:spChg>
        <pc:spChg chg="add">
          <ac:chgData name="Lakku, Sai Keertana R" userId="S::kb7924tj@go.minnstate.edu::aa713373-d62e-42be-a5fb-296135668942" providerId="AD" clId="Web-{86E7E2D7-BF8D-081E-9AD3-FB54C683A438}" dt="2025-01-30T19:56:01.072" v="28"/>
          <ac:spMkLst>
            <pc:docMk/>
            <pc:sldMk cId="38658698" sldId="258"/>
            <ac:spMk id="11" creationId="{523BEDA7-D0B8-4802-8168-92452653BC9F}"/>
          </ac:spMkLst>
        </pc:spChg>
        <pc:spChg chg="add">
          <ac:chgData name="Lakku, Sai Keertana R" userId="S::kb7924tj@go.minnstate.edu::aa713373-d62e-42be-a5fb-296135668942" providerId="AD" clId="Web-{86E7E2D7-BF8D-081E-9AD3-FB54C683A438}" dt="2025-01-30T19:56:01.072" v="28"/>
          <ac:spMkLst>
            <pc:docMk/>
            <pc:sldMk cId="38658698" sldId="258"/>
            <ac:spMk id="13" creationId="{D2EFF34B-7B1A-4F9D-8CEE-A40962BC7C21}"/>
          </ac:spMkLst>
        </pc:spChg>
        <pc:graphicFrameChg chg="add">
          <ac:chgData name="Lakku, Sai Keertana R" userId="S::kb7924tj@go.minnstate.edu::aa713373-d62e-42be-a5fb-296135668942" providerId="AD" clId="Web-{86E7E2D7-BF8D-081E-9AD3-FB54C683A438}" dt="2025-01-30T19:56:01.072" v="28"/>
          <ac:graphicFrameMkLst>
            <pc:docMk/>
            <pc:sldMk cId="38658698" sldId="258"/>
            <ac:graphicFrameMk id="5" creationId="{C7C0CC16-9845-781F-71F4-5C6A22DC8F46}"/>
          </ac:graphicFrameMkLst>
        </pc:graphicFrameChg>
      </pc:sldChg>
      <pc:sldChg chg="addSp delSp modSp mod setBg">
        <pc:chgData name="Lakku, Sai Keertana R" userId="S::kb7924tj@go.minnstate.edu::aa713373-d62e-42be-a5fb-296135668942" providerId="AD" clId="Web-{86E7E2D7-BF8D-081E-9AD3-FB54C683A438}" dt="2025-01-30T20:03:11.383" v="84" actId="1076"/>
        <pc:sldMkLst>
          <pc:docMk/>
          <pc:sldMk cId="259345366" sldId="259"/>
        </pc:sldMkLst>
        <pc:spChg chg="mod">
          <ac:chgData name="Lakku, Sai Keertana R" userId="S::kb7924tj@go.minnstate.edu::aa713373-d62e-42be-a5fb-296135668942" providerId="AD" clId="Web-{86E7E2D7-BF8D-081E-9AD3-FB54C683A438}" dt="2025-01-30T19:57:41.919" v="38"/>
          <ac:spMkLst>
            <pc:docMk/>
            <pc:sldMk cId="259345366" sldId="259"/>
            <ac:spMk id="2" creationId="{F8292BED-CFEB-3D90-3353-40B368C3459D}"/>
          </ac:spMkLst>
        </pc:spChg>
        <pc:spChg chg="mod ord">
          <ac:chgData name="Lakku, Sai Keertana R" userId="S::kb7924tj@go.minnstate.edu::aa713373-d62e-42be-a5fb-296135668942" providerId="AD" clId="Web-{86E7E2D7-BF8D-081E-9AD3-FB54C683A438}" dt="2025-01-30T19:57:41.919" v="38"/>
          <ac:spMkLst>
            <pc:docMk/>
            <pc:sldMk cId="259345366" sldId="259"/>
            <ac:spMk id="3" creationId="{C224B5E0-025A-FE21-1DBB-D91A0EB1DFED}"/>
          </ac:spMkLst>
        </pc:spChg>
        <pc:picChg chg="add mod ord">
          <ac:chgData name="Lakku, Sai Keertana R" userId="S::kb7924tj@go.minnstate.edu::aa713373-d62e-42be-a5fb-296135668942" providerId="AD" clId="Web-{86E7E2D7-BF8D-081E-9AD3-FB54C683A438}" dt="2025-01-30T19:57:41.919" v="38"/>
          <ac:picMkLst>
            <pc:docMk/>
            <pc:sldMk cId="259345366" sldId="259"/>
            <ac:picMk id="5" creationId="{09E52D37-9279-05AF-1AE2-C0559A8979C4}"/>
          </ac:picMkLst>
        </pc:picChg>
        <pc:picChg chg="add mod ord">
          <ac:chgData name="Lakku, Sai Keertana R" userId="S::kb7924tj@go.minnstate.edu::aa713373-d62e-42be-a5fb-296135668942" providerId="AD" clId="Web-{86E7E2D7-BF8D-081E-9AD3-FB54C683A438}" dt="2025-01-30T19:58:33.718" v="42" actId="1076"/>
          <ac:picMkLst>
            <pc:docMk/>
            <pc:sldMk cId="259345366" sldId="259"/>
            <ac:picMk id="9" creationId="{FB809B94-420E-2192-F30B-02097EEB0A04}"/>
          </ac:picMkLst>
        </pc:picChg>
        <pc:picChg chg="add mod">
          <ac:chgData name="Lakku, Sai Keertana R" userId="S::kb7924tj@go.minnstate.edu::aa713373-d62e-42be-a5fb-296135668942" providerId="AD" clId="Web-{86E7E2D7-BF8D-081E-9AD3-FB54C683A438}" dt="2025-01-30T20:01:48.365" v="59" actId="1076"/>
          <ac:picMkLst>
            <pc:docMk/>
            <pc:sldMk cId="259345366" sldId="259"/>
            <ac:picMk id="29" creationId="{0CBAA89A-63B6-A72F-E1AF-F20EB2E2FB23}"/>
          </ac:picMkLst>
        </pc:picChg>
        <pc:picChg chg="add mod">
          <ac:chgData name="Lakku, Sai Keertana R" userId="S::kb7924tj@go.minnstate.edu::aa713373-d62e-42be-a5fb-296135668942" providerId="AD" clId="Web-{86E7E2D7-BF8D-081E-9AD3-FB54C683A438}" dt="2025-01-30T20:03:11.383" v="84" actId="1076"/>
          <ac:picMkLst>
            <pc:docMk/>
            <pc:sldMk cId="259345366" sldId="259"/>
            <ac:picMk id="32" creationId="{C5D8CA49-1049-14AB-9870-104A17CE9D0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9FC2A-95E4-4DB8-BC70-687346FDB9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637BA54-32B7-431A-8E50-31211FEFEDF1}">
      <dgm:prSet phldr="0"/>
      <dgm:spPr/>
      <dgm:t>
        <a:bodyPr/>
        <a:lstStyle/>
        <a:p>
          <a:r>
            <a:rPr lang="en-US">
              <a:latin typeface="Century Schoolbook" panose="02040604050505020304"/>
            </a:rPr>
            <a:t>Model Selection</a:t>
          </a:r>
          <a:endParaRPr lang="en-US"/>
        </a:p>
      </dgm:t>
    </dgm:pt>
    <dgm:pt modelId="{19FA6DAF-DBA8-4000-B293-E2B5B4AB0DA4}" type="parTrans" cxnId="{CD6EF40F-47C8-430E-85E9-AF727F97D1D2}">
      <dgm:prSet/>
      <dgm:spPr/>
      <dgm:t>
        <a:bodyPr/>
        <a:lstStyle/>
        <a:p>
          <a:endParaRPr lang="en-US"/>
        </a:p>
      </dgm:t>
    </dgm:pt>
    <dgm:pt modelId="{D3ADAED7-3A0C-4D71-9557-1199C764C54D}" type="sibTrans" cxnId="{CD6EF40F-47C8-430E-85E9-AF727F97D1D2}">
      <dgm:prSet/>
      <dgm:spPr/>
      <dgm:t>
        <a:bodyPr/>
        <a:lstStyle/>
        <a:p>
          <a:endParaRPr lang="en-US"/>
        </a:p>
      </dgm:t>
    </dgm:pt>
    <dgm:pt modelId="{1C88F448-429B-45D3-BBA3-D45570DFF730}">
      <dgm:prSet phldr="0"/>
      <dgm:spPr/>
      <dgm:t>
        <a:bodyPr/>
        <a:lstStyle/>
        <a:p>
          <a:r>
            <a:rPr lang="en-US">
              <a:latin typeface="Century Schoolbook" panose="02040604050505020304"/>
            </a:rPr>
            <a:t>Correlation Analysis</a:t>
          </a:r>
        </a:p>
      </dgm:t>
    </dgm:pt>
    <dgm:pt modelId="{C04FB20D-AA03-4BDF-ADDC-105154080B03}" type="parTrans" cxnId="{2FB5DF13-142B-46AD-BE08-5EB7E8AF6290}">
      <dgm:prSet/>
      <dgm:spPr/>
    </dgm:pt>
    <dgm:pt modelId="{C398F7E2-D652-4DEE-9E6E-C33DDD66E17E}" type="sibTrans" cxnId="{2FB5DF13-142B-46AD-BE08-5EB7E8AF6290}">
      <dgm:prSet/>
      <dgm:spPr/>
    </dgm:pt>
    <dgm:pt modelId="{4147953F-A707-4CBE-92FB-FA193B91A6F4}" type="pres">
      <dgm:prSet presAssocID="{F9B9FC2A-95E4-4DB8-BC70-687346FDB929}" presName="root" presStyleCnt="0">
        <dgm:presLayoutVars>
          <dgm:dir/>
          <dgm:resizeHandles val="exact"/>
        </dgm:presLayoutVars>
      </dgm:prSet>
      <dgm:spPr/>
    </dgm:pt>
    <dgm:pt modelId="{478EC2BA-717F-48CD-B306-76FE57A9FB9F}" type="pres">
      <dgm:prSet presAssocID="{2637BA54-32B7-431A-8E50-31211FEFEDF1}" presName="compNode" presStyleCnt="0"/>
      <dgm:spPr/>
    </dgm:pt>
    <dgm:pt modelId="{B08F16E5-0AB0-4A73-ACE0-0B9B4A5D64CE}" type="pres">
      <dgm:prSet presAssocID="{2637BA54-32B7-431A-8E50-31211FEFEDF1}" presName="bgRect" presStyleLbl="bgShp" presStyleIdx="0" presStyleCnt="2"/>
      <dgm:spPr/>
    </dgm:pt>
    <dgm:pt modelId="{672585AB-6627-45B6-A505-BAAD1D331D07}" type="pres">
      <dgm:prSet presAssocID="{2637BA54-32B7-431A-8E50-31211FEFEDF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481CD80-12DB-42D1-B3AC-5F2547E4C6E2}" type="pres">
      <dgm:prSet presAssocID="{2637BA54-32B7-431A-8E50-31211FEFEDF1}" presName="spaceRect" presStyleCnt="0"/>
      <dgm:spPr/>
    </dgm:pt>
    <dgm:pt modelId="{82B81880-156F-4095-8F71-8947E74A454C}" type="pres">
      <dgm:prSet presAssocID="{2637BA54-32B7-431A-8E50-31211FEFEDF1}" presName="parTx" presStyleLbl="revTx" presStyleIdx="0" presStyleCnt="2">
        <dgm:presLayoutVars>
          <dgm:chMax val="0"/>
          <dgm:chPref val="0"/>
        </dgm:presLayoutVars>
      </dgm:prSet>
      <dgm:spPr/>
    </dgm:pt>
    <dgm:pt modelId="{9E0F8795-5FC9-4D5A-993B-36A38BAC8F27}" type="pres">
      <dgm:prSet presAssocID="{D3ADAED7-3A0C-4D71-9557-1199C764C54D}" presName="sibTrans" presStyleCnt="0"/>
      <dgm:spPr/>
    </dgm:pt>
    <dgm:pt modelId="{507067B4-FC0D-4543-BDA2-45F28784D310}" type="pres">
      <dgm:prSet presAssocID="{1C88F448-429B-45D3-BBA3-D45570DFF730}" presName="compNode" presStyleCnt="0"/>
      <dgm:spPr/>
    </dgm:pt>
    <dgm:pt modelId="{899C9418-5BEE-493C-A169-220227FF4A96}" type="pres">
      <dgm:prSet presAssocID="{1C88F448-429B-45D3-BBA3-D45570DFF730}" presName="bgRect" presStyleLbl="bgShp" presStyleIdx="1" presStyleCnt="2"/>
      <dgm:spPr/>
    </dgm:pt>
    <dgm:pt modelId="{26D309BF-2D7E-4E4B-97C1-B2FFDF742925}" type="pres">
      <dgm:prSet presAssocID="{1C88F448-429B-45D3-BBA3-D45570DFF730}" presName="iconRect" presStyleLbl="node1" presStyleIdx="1" presStyleCnt="2"/>
      <dgm:spPr>
        <a:ln>
          <a:noFill/>
        </a:ln>
      </dgm:spPr>
    </dgm:pt>
    <dgm:pt modelId="{6B7A6452-252E-4A34-A88F-2B1B987D56D0}" type="pres">
      <dgm:prSet presAssocID="{1C88F448-429B-45D3-BBA3-D45570DFF730}" presName="spaceRect" presStyleCnt="0"/>
      <dgm:spPr/>
    </dgm:pt>
    <dgm:pt modelId="{CF403347-5B35-401A-B7F8-DE9EC17165BF}" type="pres">
      <dgm:prSet presAssocID="{1C88F448-429B-45D3-BBA3-D45570DFF73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D6EF40F-47C8-430E-85E9-AF727F97D1D2}" srcId="{F9B9FC2A-95E4-4DB8-BC70-687346FDB929}" destId="{2637BA54-32B7-431A-8E50-31211FEFEDF1}" srcOrd="0" destOrd="0" parTransId="{19FA6DAF-DBA8-4000-B293-E2B5B4AB0DA4}" sibTransId="{D3ADAED7-3A0C-4D71-9557-1199C764C54D}"/>
    <dgm:cxn modelId="{2FB5DF13-142B-46AD-BE08-5EB7E8AF6290}" srcId="{F9B9FC2A-95E4-4DB8-BC70-687346FDB929}" destId="{1C88F448-429B-45D3-BBA3-D45570DFF730}" srcOrd="1" destOrd="0" parTransId="{C04FB20D-AA03-4BDF-ADDC-105154080B03}" sibTransId="{C398F7E2-D652-4DEE-9E6E-C33DDD66E17E}"/>
    <dgm:cxn modelId="{E1FE4415-940D-416D-8103-0B34A57F25CF}" type="presOf" srcId="{2637BA54-32B7-431A-8E50-31211FEFEDF1}" destId="{82B81880-156F-4095-8F71-8947E74A454C}" srcOrd="0" destOrd="0" presId="urn:microsoft.com/office/officeart/2018/2/layout/IconVerticalSolidList"/>
    <dgm:cxn modelId="{5BCB3191-421C-4E7F-A1E1-1B9B59DD58E5}" type="presOf" srcId="{F9B9FC2A-95E4-4DB8-BC70-687346FDB929}" destId="{4147953F-A707-4CBE-92FB-FA193B91A6F4}" srcOrd="0" destOrd="0" presId="urn:microsoft.com/office/officeart/2018/2/layout/IconVerticalSolidList"/>
    <dgm:cxn modelId="{4220F1C3-9623-4489-AE0A-2FB9FE84EA5C}" type="presOf" srcId="{1C88F448-429B-45D3-BBA3-D45570DFF730}" destId="{CF403347-5B35-401A-B7F8-DE9EC17165BF}" srcOrd="0" destOrd="0" presId="urn:microsoft.com/office/officeart/2018/2/layout/IconVerticalSolidList"/>
    <dgm:cxn modelId="{0680087D-BBFC-4E47-A7C2-47ABFB82941A}" type="presParOf" srcId="{4147953F-A707-4CBE-92FB-FA193B91A6F4}" destId="{478EC2BA-717F-48CD-B306-76FE57A9FB9F}" srcOrd="0" destOrd="0" presId="urn:microsoft.com/office/officeart/2018/2/layout/IconVerticalSolidList"/>
    <dgm:cxn modelId="{22BE2138-D27A-44C2-906A-53BA42002505}" type="presParOf" srcId="{478EC2BA-717F-48CD-B306-76FE57A9FB9F}" destId="{B08F16E5-0AB0-4A73-ACE0-0B9B4A5D64CE}" srcOrd="0" destOrd="0" presId="urn:microsoft.com/office/officeart/2018/2/layout/IconVerticalSolidList"/>
    <dgm:cxn modelId="{4EC269A2-D605-4CF7-A406-18D2E94961D4}" type="presParOf" srcId="{478EC2BA-717F-48CD-B306-76FE57A9FB9F}" destId="{672585AB-6627-45B6-A505-BAAD1D331D07}" srcOrd="1" destOrd="0" presId="urn:microsoft.com/office/officeart/2018/2/layout/IconVerticalSolidList"/>
    <dgm:cxn modelId="{556FC46B-E32F-479E-B5EF-2FE8A54888DA}" type="presParOf" srcId="{478EC2BA-717F-48CD-B306-76FE57A9FB9F}" destId="{7481CD80-12DB-42D1-B3AC-5F2547E4C6E2}" srcOrd="2" destOrd="0" presId="urn:microsoft.com/office/officeart/2018/2/layout/IconVerticalSolidList"/>
    <dgm:cxn modelId="{C7EF1FCA-496F-4BA0-8DDA-B01ADE2C51D7}" type="presParOf" srcId="{478EC2BA-717F-48CD-B306-76FE57A9FB9F}" destId="{82B81880-156F-4095-8F71-8947E74A454C}" srcOrd="3" destOrd="0" presId="urn:microsoft.com/office/officeart/2018/2/layout/IconVerticalSolidList"/>
    <dgm:cxn modelId="{5B081540-DD73-44F3-8943-C56C1F4EAEC8}" type="presParOf" srcId="{4147953F-A707-4CBE-92FB-FA193B91A6F4}" destId="{9E0F8795-5FC9-4D5A-993B-36A38BAC8F27}" srcOrd="1" destOrd="0" presId="urn:microsoft.com/office/officeart/2018/2/layout/IconVerticalSolidList"/>
    <dgm:cxn modelId="{17FA7BF9-0188-4EBE-9BC4-CFDE71E1D707}" type="presParOf" srcId="{4147953F-A707-4CBE-92FB-FA193B91A6F4}" destId="{507067B4-FC0D-4543-BDA2-45F28784D310}" srcOrd="2" destOrd="0" presId="urn:microsoft.com/office/officeart/2018/2/layout/IconVerticalSolidList"/>
    <dgm:cxn modelId="{E036E174-9FA4-41EF-8DCA-5481159DCBA6}" type="presParOf" srcId="{507067B4-FC0D-4543-BDA2-45F28784D310}" destId="{899C9418-5BEE-493C-A169-220227FF4A96}" srcOrd="0" destOrd="0" presId="urn:microsoft.com/office/officeart/2018/2/layout/IconVerticalSolidList"/>
    <dgm:cxn modelId="{F6E82A97-C842-4D7A-9387-04E262075839}" type="presParOf" srcId="{507067B4-FC0D-4543-BDA2-45F28784D310}" destId="{26D309BF-2D7E-4E4B-97C1-B2FFDF742925}" srcOrd="1" destOrd="0" presId="urn:microsoft.com/office/officeart/2018/2/layout/IconVerticalSolidList"/>
    <dgm:cxn modelId="{4F8B4B4C-C2F9-4B28-A4DC-FB2E89528DB0}" type="presParOf" srcId="{507067B4-FC0D-4543-BDA2-45F28784D310}" destId="{6B7A6452-252E-4A34-A88F-2B1B987D56D0}" srcOrd="2" destOrd="0" presId="urn:microsoft.com/office/officeart/2018/2/layout/IconVerticalSolidList"/>
    <dgm:cxn modelId="{1C75B285-AA43-4529-8AA6-4251B6E01C4A}" type="presParOf" srcId="{507067B4-FC0D-4543-BDA2-45F28784D310}" destId="{CF403347-5B35-401A-B7F8-DE9EC17165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03A871-5D6E-447E-8517-2EC84872C45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E8EA1068-E91A-48EC-A20C-5253920D4AA7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entury Schoolbook"/>
            </a:rPr>
            <a:t>Researching various models</a:t>
          </a:r>
        </a:p>
      </dgm:t>
    </dgm:pt>
    <dgm:pt modelId="{2E7E493B-B210-4936-BD5D-BBD9929F8EAD}" type="parTrans" cxnId="{D8A89B36-B5F5-4F7A-9A00-0600606428A7}">
      <dgm:prSet/>
      <dgm:spPr/>
      <dgm:t>
        <a:bodyPr/>
        <a:lstStyle/>
        <a:p>
          <a:endParaRPr lang="en-US"/>
        </a:p>
      </dgm:t>
    </dgm:pt>
    <dgm:pt modelId="{D6DD1574-7CF9-4BFD-B680-8F87108BC46F}" type="sibTrans" cxnId="{D8A89B36-B5F5-4F7A-9A00-0600606428A7}">
      <dgm:prSet/>
      <dgm:spPr/>
      <dgm:t>
        <a:bodyPr/>
        <a:lstStyle/>
        <a:p>
          <a:endParaRPr lang="en-US"/>
        </a:p>
      </dgm:t>
    </dgm:pt>
    <dgm:pt modelId="{FFAECC97-8C34-4BC3-8915-0856BA0257E0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entury Schoolbook"/>
            </a:rPr>
            <a:t>Found a couple models that might work well</a:t>
          </a:r>
        </a:p>
      </dgm:t>
    </dgm:pt>
    <dgm:pt modelId="{519E4928-E8F4-48E0-8C8A-5C522797E6F2}" type="parTrans" cxnId="{FB95325C-B128-4451-BFCF-D5B3593E0C16}">
      <dgm:prSet/>
      <dgm:spPr/>
      <dgm:t>
        <a:bodyPr/>
        <a:lstStyle/>
        <a:p>
          <a:endParaRPr lang="en-US"/>
        </a:p>
      </dgm:t>
    </dgm:pt>
    <dgm:pt modelId="{05CBB206-19E1-40D9-A0FB-C41BE6BE8502}" type="sibTrans" cxnId="{FB95325C-B128-4451-BFCF-D5B3593E0C16}">
      <dgm:prSet/>
      <dgm:spPr/>
      <dgm:t>
        <a:bodyPr/>
        <a:lstStyle/>
        <a:p>
          <a:endParaRPr lang="en-US"/>
        </a:p>
      </dgm:t>
    </dgm:pt>
    <dgm:pt modelId="{B47D54AB-B021-4A23-BD8C-8E28AA0A2861}" type="pres">
      <dgm:prSet presAssocID="{2603A871-5D6E-447E-8517-2EC84872C45E}" presName="root" presStyleCnt="0">
        <dgm:presLayoutVars>
          <dgm:dir/>
          <dgm:resizeHandles val="exact"/>
        </dgm:presLayoutVars>
      </dgm:prSet>
      <dgm:spPr/>
    </dgm:pt>
    <dgm:pt modelId="{8C14FD96-CAC2-4B78-A644-A916C51F01D5}" type="pres">
      <dgm:prSet presAssocID="{E8EA1068-E91A-48EC-A20C-5253920D4AA7}" presName="compNode" presStyleCnt="0"/>
      <dgm:spPr/>
    </dgm:pt>
    <dgm:pt modelId="{F2D064C6-63E2-4FB0-8DD0-724E583696AF}" type="pres">
      <dgm:prSet presAssocID="{E8EA1068-E91A-48EC-A20C-5253920D4AA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 outline"/>
        </a:ext>
      </dgm:extLst>
    </dgm:pt>
    <dgm:pt modelId="{A469A405-0F1B-4C0F-83E3-B0DC6E83FA95}" type="pres">
      <dgm:prSet presAssocID="{E8EA1068-E91A-48EC-A20C-5253920D4AA7}" presName="spaceRect" presStyleCnt="0"/>
      <dgm:spPr/>
    </dgm:pt>
    <dgm:pt modelId="{AD18617B-BF58-4FEC-A3A4-34AF979406E7}" type="pres">
      <dgm:prSet presAssocID="{E8EA1068-E91A-48EC-A20C-5253920D4AA7}" presName="textRect" presStyleLbl="revTx" presStyleIdx="0" presStyleCnt="2">
        <dgm:presLayoutVars>
          <dgm:chMax val="1"/>
          <dgm:chPref val="1"/>
        </dgm:presLayoutVars>
      </dgm:prSet>
      <dgm:spPr/>
    </dgm:pt>
    <dgm:pt modelId="{6A08EE12-2101-48B1-A779-DC4195D79A5D}" type="pres">
      <dgm:prSet presAssocID="{D6DD1574-7CF9-4BFD-B680-8F87108BC46F}" presName="sibTrans" presStyleCnt="0"/>
      <dgm:spPr/>
    </dgm:pt>
    <dgm:pt modelId="{C5DCF7A4-484E-40B8-AB46-4479DCF60618}" type="pres">
      <dgm:prSet presAssocID="{FFAECC97-8C34-4BC3-8915-0856BA0257E0}" presName="compNode" presStyleCnt="0"/>
      <dgm:spPr/>
    </dgm:pt>
    <dgm:pt modelId="{4CFF1CF8-3E5A-4C2C-8B97-55F484B11481}" type="pres">
      <dgm:prSet presAssocID="{FFAECC97-8C34-4BC3-8915-0856BA0257E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 with solid fill"/>
        </a:ext>
      </dgm:extLst>
    </dgm:pt>
    <dgm:pt modelId="{41A8ED5B-D6C4-42BD-8FE9-A120012D9160}" type="pres">
      <dgm:prSet presAssocID="{FFAECC97-8C34-4BC3-8915-0856BA0257E0}" presName="spaceRect" presStyleCnt="0"/>
      <dgm:spPr/>
    </dgm:pt>
    <dgm:pt modelId="{C33EA16C-7D7A-416E-AE0E-D2263B7EC2C9}" type="pres">
      <dgm:prSet presAssocID="{FFAECC97-8C34-4BC3-8915-0856BA0257E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8A89B36-B5F5-4F7A-9A00-0600606428A7}" srcId="{2603A871-5D6E-447E-8517-2EC84872C45E}" destId="{E8EA1068-E91A-48EC-A20C-5253920D4AA7}" srcOrd="0" destOrd="0" parTransId="{2E7E493B-B210-4936-BD5D-BBD9929F8EAD}" sibTransId="{D6DD1574-7CF9-4BFD-B680-8F87108BC46F}"/>
    <dgm:cxn modelId="{FB95325C-B128-4451-BFCF-D5B3593E0C16}" srcId="{2603A871-5D6E-447E-8517-2EC84872C45E}" destId="{FFAECC97-8C34-4BC3-8915-0856BA0257E0}" srcOrd="1" destOrd="0" parTransId="{519E4928-E8F4-48E0-8C8A-5C522797E6F2}" sibTransId="{05CBB206-19E1-40D9-A0FB-C41BE6BE8502}"/>
    <dgm:cxn modelId="{F97AA55A-0BD7-4E70-A7CE-E97C7DD1C302}" type="presOf" srcId="{E8EA1068-E91A-48EC-A20C-5253920D4AA7}" destId="{AD18617B-BF58-4FEC-A3A4-34AF979406E7}" srcOrd="0" destOrd="0" presId="urn:microsoft.com/office/officeart/2018/2/layout/IconLabelList"/>
    <dgm:cxn modelId="{1FEB1B97-4E51-49C0-967E-E1605A97763B}" type="presOf" srcId="{2603A871-5D6E-447E-8517-2EC84872C45E}" destId="{B47D54AB-B021-4A23-BD8C-8E28AA0A2861}" srcOrd="0" destOrd="0" presId="urn:microsoft.com/office/officeart/2018/2/layout/IconLabelList"/>
    <dgm:cxn modelId="{B75DCFE7-37DE-491C-B4BD-482BDD7A6EE4}" type="presOf" srcId="{FFAECC97-8C34-4BC3-8915-0856BA0257E0}" destId="{C33EA16C-7D7A-416E-AE0E-D2263B7EC2C9}" srcOrd="0" destOrd="0" presId="urn:microsoft.com/office/officeart/2018/2/layout/IconLabelList"/>
    <dgm:cxn modelId="{DF7ECCA9-D6A7-46BE-B8A3-54314FB91D4E}" type="presParOf" srcId="{B47D54AB-B021-4A23-BD8C-8E28AA0A2861}" destId="{8C14FD96-CAC2-4B78-A644-A916C51F01D5}" srcOrd="0" destOrd="0" presId="urn:microsoft.com/office/officeart/2018/2/layout/IconLabelList"/>
    <dgm:cxn modelId="{EB559D0C-6D57-4752-B706-059ABBEE4B4B}" type="presParOf" srcId="{8C14FD96-CAC2-4B78-A644-A916C51F01D5}" destId="{F2D064C6-63E2-4FB0-8DD0-724E583696AF}" srcOrd="0" destOrd="0" presId="urn:microsoft.com/office/officeart/2018/2/layout/IconLabelList"/>
    <dgm:cxn modelId="{ED77A802-ECEA-4177-9305-F0E7CE9EE855}" type="presParOf" srcId="{8C14FD96-CAC2-4B78-A644-A916C51F01D5}" destId="{A469A405-0F1B-4C0F-83E3-B0DC6E83FA95}" srcOrd="1" destOrd="0" presId="urn:microsoft.com/office/officeart/2018/2/layout/IconLabelList"/>
    <dgm:cxn modelId="{F74C121D-F566-4421-90E4-9F3BB0571494}" type="presParOf" srcId="{8C14FD96-CAC2-4B78-A644-A916C51F01D5}" destId="{AD18617B-BF58-4FEC-A3A4-34AF979406E7}" srcOrd="2" destOrd="0" presId="urn:microsoft.com/office/officeart/2018/2/layout/IconLabelList"/>
    <dgm:cxn modelId="{B509E6AE-2D31-4D11-8393-6CD29D04A983}" type="presParOf" srcId="{B47D54AB-B021-4A23-BD8C-8E28AA0A2861}" destId="{6A08EE12-2101-48B1-A779-DC4195D79A5D}" srcOrd="1" destOrd="0" presId="urn:microsoft.com/office/officeart/2018/2/layout/IconLabelList"/>
    <dgm:cxn modelId="{615F1602-75E2-40CA-BA44-8171A52434B9}" type="presParOf" srcId="{B47D54AB-B021-4A23-BD8C-8E28AA0A2861}" destId="{C5DCF7A4-484E-40B8-AB46-4479DCF60618}" srcOrd="2" destOrd="0" presId="urn:microsoft.com/office/officeart/2018/2/layout/IconLabelList"/>
    <dgm:cxn modelId="{FFBA7EDF-301F-4103-8229-698792E948C6}" type="presParOf" srcId="{C5DCF7A4-484E-40B8-AB46-4479DCF60618}" destId="{4CFF1CF8-3E5A-4C2C-8B97-55F484B11481}" srcOrd="0" destOrd="0" presId="urn:microsoft.com/office/officeart/2018/2/layout/IconLabelList"/>
    <dgm:cxn modelId="{00B23D29-37B0-4873-8651-D864C488EFC4}" type="presParOf" srcId="{C5DCF7A4-484E-40B8-AB46-4479DCF60618}" destId="{41A8ED5B-D6C4-42BD-8FE9-A120012D9160}" srcOrd="1" destOrd="0" presId="urn:microsoft.com/office/officeart/2018/2/layout/IconLabelList"/>
    <dgm:cxn modelId="{746233F4-FC26-46CD-AB68-2A126CCE6B26}" type="presParOf" srcId="{C5DCF7A4-484E-40B8-AB46-4479DCF60618}" destId="{C33EA16C-7D7A-416E-AE0E-D2263B7EC2C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F16E5-0AB0-4A73-ACE0-0B9B4A5D64CE}">
      <dsp:nvSpPr>
        <dsp:cNvPr id="0" name=""/>
        <dsp:cNvSpPr/>
      </dsp:nvSpPr>
      <dsp:spPr>
        <a:xfrm>
          <a:off x="0" y="594536"/>
          <a:ext cx="7153602" cy="10976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2585AB-6627-45B6-A505-BAAD1D331D07}">
      <dsp:nvSpPr>
        <dsp:cNvPr id="0" name=""/>
        <dsp:cNvSpPr/>
      </dsp:nvSpPr>
      <dsp:spPr>
        <a:xfrm>
          <a:off x="332026" y="841498"/>
          <a:ext cx="603683" cy="6036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81880-156F-4095-8F71-8947E74A454C}">
      <dsp:nvSpPr>
        <dsp:cNvPr id="0" name=""/>
        <dsp:cNvSpPr/>
      </dsp:nvSpPr>
      <dsp:spPr>
        <a:xfrm>
          <a:off x="1267735" y="594536"/>
          <a:ext cx="5885866" cy="1097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163" tIns="116163" rIns="116163" bIns="11616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entury Schoolbook" panose="02040604050505020304"/>
            </a:rPr>
            <a:t>Model Selection</a:t>
          </a:r>
          <a:endParaRPr lang="en-US" sz="2500" kern="1200"/>
        </a:p>
      </dsp:txBody>
      <dsp:txXfrm>
        <a:off x="1267735" y="594536"/>
        <a:ext cx="5885866" cy="1097606"/>
      </dsp:txXfrm>
    </dsp:sp>
    <dsp:sp modelId="{899C9418-5BEE-493C-A169-220227FF4A96}">
      <dsp:nvSpPr>
        <dsp:cNvPr id="0" name=""/>
        <dsp:cNvSpPr/>
      </dsp:nvSpPr>
      <dsp:spPr>
        <a:xfrm>
          <a:off x="0" y="1966545"/>
          <a:ext cx="7153602" cy="10976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309BF-2D7E-4E4B-97C1-B2FFDF742925}">
      <dsp:nvSpPr>
        <dsp:cNvPr id="0" name=""/>
        <dsp:cNvSpPr/>
      </dsp:nvSpPr>
      <dsp:spPr>
        <a:xfrm>
          <a:off x="332026" y="2213506"/>
          <a:ext cx="603683" cy="603683"/>
        </a:xfrm>
        <a:prstGeom prst="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03347-5B35-401A-B7F8-DE9EC17165BF}">
      <dsp:nvSpPr>
        <dsp:cNvPr id="0" name=""/>
        <dsp:cNvSpPr/>
      </dsp:nvSpPr>
      <dsp:spPr>
        <a:xfrm>
          <a:off x="1267735" y="1966545"/>
          <a:ext cx="5885866" cy="1097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163" tIns="116163" rIns="116163" bIns="11616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entury Schoolbook" panose="02040604050505020304"/>
            </a:rPr>
            <a:t>Correlation Analysis</a:t>
          </a:r>
        </a:p>
      </dsp:txBody>
      <dsp:txXfrm>
        <a:off x="1267735" y="1966545"/>
        <a:ext cx="5885866" cy="10976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064C6-63E2-4FB0-8DD0-724E583696AF}">
      <dsp:nvSpPr>
        <dsp:cNvPr id="0" name=""/>
        <dsp:cNvSpPr/>
      </dsp:nvSpPr>
      <dsp:spPr>
        <a:xfrm>
          <a:off x="1937684" y="13496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8617B-BF58-4FEC-A3A4-34AF979406E7}">
      <dsp:nvSpPr>
        <dsp:cNvPr id="0" name=""/>
        <dsp:cNvSpPr/>
      </dsp:nvSpPr>
      <dsp:spPr>
        <a:xfrm>
          <a:off x="749684" y="254931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Schoolbook"/>
            </a:rPr>
            <a:t>Researching various models</a:t>
          </a:r>
        </a:p>
      </dsp:txBody>
      <dsp:txXfrm>
        <a:off x="749684" y="2549312"/>
        <a:ext cx="4320000" cy="720000"/>
      </dsp:txXfrm>
    </dsp:sp>
    <dsp:sp modelId="{4CFF1CF8-3E5A-4C2C-8B97-55F484B11481}">
      <dsp:nvSpPr>
        <dsp:cNvPr id="0" name=""/>
        <dsp:cNvSpPr/>
      </dsp:nvSpPr>
      <dsp:spPr>
        <a:xfrm>
          <a:off x="7013685" y="13496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EA16C-7D7A-416E-AE0E-D2263B7EC2C9}">
      <dsp:nvSpPr>
        <dsp:cNvPr id="0" name=""/>
        <dsp:cNvSpPr/>
      </dsp:nvSpPr>
      <dsp:spPr>
        <a:xfrm>
          <a:off x="5825684" y="254931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Schoolbook"/>
            </a:rPr>
            <a:t>Found a couple models that might work well</a:t>
          </a:r>
        </a:p>
      </dsp:txBody>
      <dsp:txXfrm>
        <a:off x="5825684" y="2549312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9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1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9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7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83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33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61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35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78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51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087643" cy="404164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err="1">
                <a:solidFill>
                  <a:srgbClr val="FFFFFF"/>
                </a:solidFill>
                <a:latin typeface="Century Schoolbook"/>
              </a:rPr>
              <a:t>Intuilize</a:t>
            </a:r>
            <a:r>
              <a:rPr lang="en-US" sz="4400">
                <a:solidFill>
                  <a:srgbClr val="FFFFFF"/>
                </a:solidFill>
                <a:latin typeface="Century Schoolbook"/>
              </a:rPr>
              <a:t> – Cluster Commanders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Customer Segmentation &amp; Prediction 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Weekly Meeting 2/14/2025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BFBFBF"/>
                </a:solidFill>
                <a:latin typeface="Century Schoolbook"/>
              </a:rPr>
              <a:t>Andy, Graham, Keertana, &amp; Shashank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7E4204-E93C-417B-9ED0-F81552D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E4A00-82CC-4AD0-B631-F820AEE4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463665DF-25B8-4EE2-8F85-921EF38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BB7F4E-CEB3-1DC9-D910-560961EB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Agenda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B3378DC2-950E-4B63-B833-32DE4719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344-C0EF-6EF9-DF71-7586FD44B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9675363"/>
              </p:ext>
            </p:extLst>
          </p:nvPr>
        </p:nvGraphicFramePr>
        <p:xfrm>
          <a:off x="648931" y="2548281"/>
          <a:ext cx="7153602" cy="3658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6379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AC3B9-2A52-B51A-D8EE-90A85703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Model Selection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C0CC16-9845-781F-71F4-5C6A22DC8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6653520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58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B34B9-11D6-B951-4DD7-17C4A398D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Clustering (Fuzzy C-Means)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24EF8-4F24-2497-6BCE-B45E916E1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Assigns data points a score for association with each cluster.</a:t>
            </a:r>
          </a:p>
          <a:p>
            <a:pPr marL="0" indent="0">
              <a:buClr>
                <a:srgbClr val="8AD0D6"/>
              </a:buClr>
              <a:buNone/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/>
              <a:t>Will be easily applied to prediction model as well.</a:t>
            </a:r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/>
              <a:t>Markov Chain</a:t>
            </a:r>
          </a:p>
        </p:txBody>
      </p:sp>
    </p:spTree>
    <p:extLst>
      <p:ext uri="{BB962C8B-B14F-4D97-AF65-F5344CB8AC3E}">
        <p14:creationId xmlns:p14="http://schemas.microsoft.com/office/powerpoint/2010/main" val="3481272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6660-235C-5CC1-AA83-B898D2103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Hierarchal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33E72-CB3F-2D53-75B5-0A94D7024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Iteratively splits or merges clusters until either one cluster, or every data point is its own cluster.</a:t>
            </a:r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/>
              <a:t>Handles non spherical clusters better.</a:t>
            </a:r>
          </a:p>
        </p:txBody>
      </p:sp>
    </p:spTree>
    <p:extLst>
      <p:ext uri="{BB962C8B-B14F-4D97-AF65-F5344CB8AC3E}">
        <p14:creationId xmlns:p14="http://schemas.microsoft.com/office/powerpoint/2010/main" val="370044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63090-2FBA-6EC8-1BB6-90B55E08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Correlation Analysis</a:t>
            </a:r>
          </a:p>
        </p:txBody>
      </p:sp>
      <p:pic>
        <p:nvPicPr>
          <p:cNvPr id="4" name="Picture 3" descr="A graph of sales data&#10;&#10;AI-generated content may be incorrect.">
            <a:extLst>
              <a:ext uri="{FF2B5EF4-FFF2-40B4-BE49-F238E27FC236}">
                <a16:creationId xmlns:a16="http://schemas.microsoft.com/office/drawing/2014/main" id="{97EFCEF0-A6A5-F523-982F-6C40E8C88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877" y="1334272"/>
            <a:ext cx="6891190" cy="511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25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B69FC-BC74-B554-0D5B-2C26BB75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E4FD-3B70-AA08-A7D1-4203A5D8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Correlation Analysis</a:t>
            </a:r>
          </a:p>
        </p:txBody>
      </p:sp>
      <p:pic>
        <p:nvPicPr>
          <p:cNvPr id="5" name="Picture 4" descr="A chart of a heatmap&#10;&#10;AI-generated content may be incorrect.">
            <a:extLst>
              <a:ext uri="{FF2B5EF4-FFF2-40B4-BE49-F238E27FC236}">
                <a16:creationId xmlns:a16="http://schemas.microsoft.com/office/drawing/2014/main" id="{44E86BD6-FBF4-9FDA-A781-F34478D88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488" y="1472446"/>
            <a:ext cx="8072453" cy="493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36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274F-51E0-657E-0757-C33670FC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356D-F471-91EB-1AE1-3F16BE79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Initial model testing (testing K-Means)</a:t>
            </a:r>
          </a:p>
        </p:txBody>
      </p:sp>
      <p:pic>
        <p:nvPicPr>
          <p:cNvPr id="3" name="Picture 2" descr="A chart with green and red dots&#10;&#10;AI-generated content may be incorrect.">
            <a:extLst>
              <a:ext uri="{FF2B5EF4-FFF2-40B4-BE49-F238E27FC236}">
                <a16:creationId xmlns:a16="http://schemas.microsoft.com/office/drawing/2014/main" id="{534A4474-66EA-F6EC-4381-1E99602C1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382" y="1314152"/>
            <a:ext cx="822007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554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E90B-8DA8-BFF0-79FE-219525697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B8A73-F771-6426-B54D-87C56500E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 profits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C88F36-6F6E-1B41-62DF-10C5309B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8" y="1514059"/>
            <a:ext cx="1029652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77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B1DC-1C2D-45DB-D408-E4918DDA0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C3E3-7A5A-FCBD-EA80-91D712533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Monthly Trends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E4C9F4-8F28-5D71-CD8D-B93ADEC4C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28" y="1304891"/>
            <a:ext cx="964882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570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5DFE4-F67B-6631-3FAE-6F1D3D00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81A1A-16F2-871B-92F3-2852E5F1A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79" y="1325880"/>
            <a:ext cx="3344020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Product Group Monthly Trends</a:t>
            </a: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274D34-1232-0D9F-4B5B-2A95D028BA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92" y="1760722"/>
            <a:ext cx="6275584" cy="334174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08363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7C1FF-229D-5625-C222-C4CD0C41E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FFAAC-A2F2-FA13-A06F-02BBF7EA6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Top Product monthly Trends</a:t>
            </a:r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F456A6-3B8A-B914-C088-180DE5D969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54" y="1767042"/>
            <a:ext cx="6270662" cy="332345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4434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A33D-9372-9927-F8E7-2A49143B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958" y="2593703"/>
            <a:ext cx="4931955" cy="1340076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39385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Ion</vt:lpstr>
      <vt:lpstr>Intuilize – Cluster Commanders Customer Segmentation &amp; Prediction  Weekly Meeting 2/14/2025</vt:lpstr>
      <vt:lpstr>Agenda</vt:lpstr>
      <vt:lpstr>Model Selection</vt:lpstr>
      <vt:lpstr>Fuzzy Clustering (Fuzzy C-Means)</vt:lpstr>
      <vt:lpstr>Hierarchal Models</vt:lpstr>
      <vt:lpstr>Correlation Analysis</vt:lpstr>
      <vt:lpstr>Correlation Analysis</vt:lpstr>
      <vt:lpstr>Initial model testing (testing K-Means)</vt:lpstr>
      <vt:lpstr>Product profits</vt:lpstr>
      <vt:lpstr>Testing Monthly Trends</vt:lpstr>
      <vt:lpstr>Product Group Monthly Trends</vt:lpstr>
      <vt:lpstr>Top Product monthly Trends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2025-01-29T16:03:38Z</dcterms:created>
  <dcterms:modified xsi:type="dcterms:W3CDTF">2025-02-14T17:29:14Z</dcterms:modified>
</cp:coreProperties>
</file>