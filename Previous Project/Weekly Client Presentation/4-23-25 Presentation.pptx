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7"/>
  </p:notesMasterIdLst>
  <p:sldIdLst>
    <p:sldId id="256" r:id="rId2"/>
    <p:sldId id="273" r:id="rId3"/>
    <p:sldId id="274" r:id="rId4"/>
    <p:sldId id="275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AAB0"/>
    <a:srgbClr val="00B5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CFB7A8-3333-63D4-C315-C35F022BF4F3}" v="12" dt="2025-04-23T16:10:49.966"/>
    <p1510:client id="{6B371C3F-CE76-8439-2E4D-F8806D8D6F7F}" v="9" dt="2025-04-23T16:02:45.652"/>
    <p1510:client id="{E8BF3C9E-686E-3C2F-FCA8-36F681141EA4}" v="209" dt="2025-04-23T16:00:54.365"/>
    <p1510:client id="{F469CC04-FB1E-2DAA-4F04-B64666841111}" v="38" dt="2025-04-23T15:41:45.5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kins, Graham C" userId="S::bh5884is@go.minnstate.edu::d858373d-d4a5-4d5a-af0d-fcf67a33b3d5" providerId="AD" clId="Web-{075B4E62-D7F3-CD33-A683-43DD487AE97A}"/>
    <pc:docChg chg="modSld">
      <pc:chgData name="Wilkins, Graham C" userId="S::bh5884is@go.minnstate.edu::d858373d-d4a5-4d5a-af0d-fcf67a33b3d5" providerId="AD" clId="Web-{075B4E62-D7F3-CD33-A683-43DD487AE97A}" dt="2025-04-04T15:45:21.556" v="171"/>
      <pc:docMkLst>
        <pc:docMk/>
      </pc:docMkLst>
      <pc:sldChg chg="addSp modSp">
        <pc:chgData name="Wilkins, Graham C" userId="S::bh5884is@go.minnstate.edu::d858373d-d4a5-4d5a-af0d-fcf67a33b3d5" providerId="AD" clId="Web-{075B4E62-D7F3-CD33-A683-43DD487AE97A}" dt="2025-04-04T15:45:21.556" v="171"/>
        <pc:sldMkLst>
          <pc:docMk/>
          <pc:sldMk cId="2540521633" sldId="277"/>
        </pc:sldMkLst>
        <pc:graphicFrameChg chg="add mod modGraphic">
          <ac:chgData name="Wilkins, Graham C" userId="S::bh5884is@go.minnstate.edu::d858373d-d4a5-4d5a-af0d-fcf67a33b3d5" providerId="AD" clId="Web-{075B4E62-D7F3-CD33-A683-43DD487AE97A}" dt="2025-04-04T15:45:21.556" v="171"/>
          <ac:graphicFrameMkLst>
            <pc:docMk/>
            <pc:sldMk cId="2540521633" sldId="277"/>
            <ac:graphicFrameMk id="5" creationId="{16CBDFA9-66AB-1AE9-3361-56160F5DE90F}"/>
          </ac:graphicFrameMkLst>
        </pc:graphicFrameChg>
      </pc:sldChg>
    </pc:docChg>
  </pc:docChgLst>
  <pc:docChgLst>
    <pc:chgData name="Hjulberg, Andrew S" userId="S::hi6397ef@go.minnstate.edu::55255bf8-79f2-42d3-80cc-139b63d0776c" providerId="AD" clId="Web-{CAAF0768-A62F-24C3-04B6-29D14C7D3066}"/>
    <pc:docChg chg="modSld">
      <pc:chgData name="Hjulberg, Andrew S" userId="S::hi6397ef@go.minnstate.edu::55255bf8-79f2-42d3-80cc-139b63d0776c" providerId="AD" clId="Web-{CAAF0768-A62F-24C3-04B6-29D14C7D3066}" dt="2025-04-11T16:09:12.576" v="79"/>
      <pc:docMkLst>
        <pc:docMk/>
      </pc:docMkLst>
      <pc:sldChg chg="modSp">
        <pc:chgData name="Hjulberg, Andrew S" userId="S::hi6397ef@go.minnstate.edu::55255bf8-79f2-42d3-80cc-139b63d0776c" providerId="AD" clId="Web-{CAAF0768-A62F-24C3-04B6-29D14C7D3066}" dt="2025-04-11T15:19:09.873" v="1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CAAF0768-A62F-24C3-04B6-29D14C7D3066}" dt="2025-04-11T15:19:09.873" v="1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CAAF0768-A62F-24C3-04B6-29D14C7D3066}" dt="2025-04-11T15:52:46.151" v="60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CAAF0768-A62F-24C3-04B6-29D14C7D3066}" dt="2025-04-11T15:52:46.151" v="60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modSp">
        <pc:chgData name="Hjulberg, Andrew S" userId="S::hi6397ef@go.minnstate.edu::55255bf8-79f2-42d3-80cc-139b63d0776c" providerId="AD" clId="Web-{CAAF0768-A62F-24C3-04B6-29D14C7D3066}" dt="2025-04-11T16:09:12.576" v="79"/>
        <pc:sldMkLst>
          <pc:docMk/>
          <pc:sldMk cId="1656249528" sldId="273"/>
        </pc:sldMkLst>
        <pc:graphicFrameChg chg="add mod modGraphic">
          <ac:chgData name="Hjulberg, Andrew S" userId="S::hi6397ef@go.minnstate.edu::55255bf8-79f2-42d3-80cc-139b63d0776c" providerId="AD" clId="Web-{CAAF0768-A62F-24C3-04B6-29D14C7D3066}" dt="2025-04-11T16:09:12.576" v="79"/>
          <ac:graphicFrameMkLst>
            <pc:docMk/>
            <pc:sldMk cId="1656249528" sldId="273"/>
            <ac:graphicFrameMk id="5" creationId="{EDD9A119-3DD9-0300-6BBF-93FBEC116511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C954ABAB-635E-242F-DD23-3A8A3340DF6B}"/>
    <pc:docChg chg="modSld">
      <pc:chgData name="Lakku, Sai Keertana R" userId="S::kb7924tj@go.minnstate.edu::aa713373-d62e-42be-a5fb-296135668942" providerId="AD" clId="Web-{C954ABAB-635E-242F-DD23-3A8A3340DF6B}" dt="2025-04-04T16:30:21.503" v="101"/>
      <pc:docMkLst>
        <pc:docMk/>
      </pc:docMkLst>
      <pc:sldChg chg="modSp">
        <pc:chgData name="Lakku, Sai Keertana R" userId="S::kb7924tj@go.minnstate.edu::aa713373-d62e-42be-a5fb-296135668942" providerId="AD" clId="Web-{C954ABAB-635E-242F-DD23-3A8A3340DF6B}" dt="2025-04-04T16:30:21.503" v="101"/>
        <pc:sldMkLst>
          <pc:docMk/>
          <pc:sldMk cId="3527744105" sldId="278"/>
        </pc:sldMkLst>
        <pc:graphicFrameChg chg="mod modGraphic">
          <ac:chgData name="Lakku, Sai Keertana R" userId="S::kb7924tj@go.minnstate.edu::aa713373-d62e-42be-a5fb-296135668942" providerId="AD" clId="Web-{C954ABAB-635E-242F-DD23-3A8A3340DF6B}" dt="2025-04-04T16:30:21.503" v="101"/>
          <ac:graphicFrameMkLst>
            <pc:docMk/>
            <pc:sldMk cId="3527744105" sldId="278"/>
            <ac:graphicFrameMk id="7" creationId="{8870527C-F4AC-F23D-09EC-920F85FB9532}"/>
          </ac:graphicFrameMkLst>
        </pc:graphicFrameChg>
      </pc:sldChg>
    </pc:docChg>
  </pc:docChgLst>
  <pc:docChgLst>
    <pc:chgData name="Srinivasa Reddy, Shashank reddy" userId="S::qn1833ep@go.minnstate.edu::5f8d5532-cbd8-40c0-aa18-97830f20e260" providerId="AD" clId="Web-{DDD9CB3A-D437-50AB-39BD-7C98B75F5347}"/>
    <pc:docChg chg="addSld modSld">
      <pc:chgData name="Srinivasa Reddy, Shashank reddy" userId="S::qn1833ep@go.minnstate.edu::5f8d5532-cbd8-40c0-aa18-97830f20e260" providerId="AD" clId="Web-{DDD9CB3A-D437-50AB-39BD-7C98B75F5347}" dt="2025-02-21T17:16:18.082" v="404" actId="20577"/>
      <pc:docMkLst>
        <pc:docMk/>
      </pc:docMkLst>
      <pc:sldChg chg="addSp delSp modSp">
        <pc:chgData name="Srinivasa Reddy, Shashank reddy" userId="S::qn1833ep@go.minnstate.edu::5f8d5532-cbd8-40c0-aa18-97830f20e260" providerId="AD" clId="Web-{DDD9CB3A-D437-50AB-39BD-7C98B75F5347}" dt="2025-02-21T17:16:18.082" v="404" actId="20577"/>
        <pc:sldMkLst>
          <pc:docMk/>
          <pc:sldMk cId="1987320157" sldId="267"/>
        </pc:sldMkLst>
        <pc:spChg chg="add mod">
          <ac:chgData name="Srinivasa Reddy, Shashank reddy" userId="S::qn1833ep@go.minnstate.edu::5f8d5532-cbd8-40c0-aa18-97830f20e260" providerId="AD" clId="Web-{DDD9CB3A-D437-50AB-39BD-7C98B75F5347}" dt="2025-02-21T17:16:18.082" v="404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addSp delSp modSp">
        <pc:chgData name="Srinivasa Reddy, Shashank reddy" userId="S::qn1833ep@go.minnstate.edu::5f8d5532-cbd8-40c0-aa18-97830f20e260" providerId="AD" clId="Web-{DDD9CB3A-D437-50AB-39BD-7C98B75F5347}" dt="2025-02-21T17:01:37.968" v="4" actId="1076"/>
        <pc:sldMkLst>
          <pc:docMk/>
          <pc:sldMk cId="3515090267" sldId="270"/>
        </pc:sldMkLst>
        <pc:picChg chg="add mod">
          <ac:chgData name="Srinivasa Reddy, Shashank reddy" userId="S::qn1833ep@go.minnstate.edu::5f8d5532-cbd8-40c0-aa18-97830f20e260" providerId="AD" clId="Web-{DDD9CB3A-D437-50AB-39BD-7C98B75F5347}" dt="2025-02-21T17:01:37.968" v="4" actId="1076"/>
          <ac:picMkLst>
            <pc:docMk/>
            <pc:sldMk cId="3515090267" sldId="270"/>
            <ac:picMk id="4" creationId="{45642381-F90B-86C1-D45A-D89FB5E60EDA}"/>
          </ac:picMkLst>
        </pc:picChg>
      </pc:sldChg>
      <pc:sldChg chg="addSp delSp modSp new">
        <pc:chgData name="Srinivasa Reddy, Shashank reddy" userId="S::qn1833ep@go.minnstate.edu::5f8d5532-cbd8-40c0-aa18-97830f20e260" providerId="AD" clId="Web-{DDD9CB3A-D437-50AB-39BD-7C98B75F5347}" dt="2025-02-21T17:13:04.980" v="312" actId="20577"/>
        <pc:sldMkLst>
          <pc:docMk/>
          <pc:sldMk cId="1656249528" sldId="273"/>
        </pc:sldMkLst>
        <pc:spChg chg="mod">
          <ac:chgData name="Srinivasa Reddy, Shashank reddy" userId="S::qn1833ep@go.minnstate.edu::5f8d5532-cbd8-40c0-aa18-97830f20e260" providerId="AD" clId="Web-{DDD9CB3A-D437-50AB-39BD-7C98B75F5347}" dt="2025-02-21T17:02:28.939" v="16" actId="20577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Srinivasa Reddy, Shashank reddy" userId="S::qn1833ep@go.minnstate.edu::5f8d5532-cbd8-40c0-aa18-97830f20e260" providerId="AD" clId="Web-{DDD9CB3A-D437-50AB-39BD-7C98B75F5347}" dt="2025-02-21T17:09:45.878" v="243" actId="1076"/>
          <ac:spMkLst>
            <pc:docMk/>
            <pc:sldMk cId="1656249528" sldId="273"/>
            <ac:spMk id="3" creationId="{46A343F2-B698-48D2-FC3A-44822BF5DE6B}"/>
          </ac:spMkLst>
        </pc:spChg>
      </pc:sldChg>
    </pc:docChg>
  </pc:docChgLst>
  <pc:docChgLst>
    <pc:chgData name="Wilkins, Graham C" userId="S::bh5884is@go.minnstate.edu::d858373d-d4a5-4d5a-af0d-fcf67a33b3d5" providerId="AD" clId="Web-{E6B4D284-1BFD-BF64-F5B9-4BF631D16266}"/>
    <pc:docChg chg="modSld">
      <pc:chgData name="Wilkins, Graham C" userId="S::bh5884is@go.minnstate.edu::d858373d-d4a5-4d5a-af0d-fcf67a33b3d5" providerId="AD" clId="Web-{E6B4D284-1BFD-BF64-F5B9-4BF631D16266}" dt="2025-03-21T15:15:46.399" v="5" actId="1076"/>
      <pc:docMkLst>
        <pc:docMk/>
      </pc:docMkLst>
      <pc:sldChg chg="addSp modSp">
        <pc:chgData name="Wilkins, Graham C" userId="S::bh5884is@go.minnstate.edu::d858373d-d4a5-4d5a-af0d-fcf67a33b3d5" providerId="AD" clId="Web-{E6B4D284-1BFD-BF64-F5B9-4BF631D16266}" dt="2025-03-21T15:15:46.399" v="5" actId="1076"/>
        <pc:sldMkLst>
          <pc:docMk/>
          <pc:sldMk cId="1993179087" sldId="276"/>
        </pc:sldMkLst>
        <pc:picChg chg="add mod">
          <ac:chgData name="Wilkins, Graham C" userId="S::bh5884is@go.minnstate.edu::d858373d-d4a5-4d5a-af0d-fcf67a33b3d5" providerId="AD" clId="Web-{E6B4D284-1BFD-BF64-F5B9-4BF631D16266}" dt="2025-03-21T15:15:46.399" v="5" actId="1076"/>
          <ac:picMkLst>
            <pc:docMk/>
            <pc:sldMk cId="1993179087" sldId="276"/>
            <ac:picMk id="4" creationId="{B28D2C8D-0C83-CC71-F8F0-AB553355C13B}"/>
          </ac:picMkLst>
        </pc:picChg>
      </pc:sldChg>
    </pc:docChg>
  </pc:docChgLst>
  <pc:docChgLst>
    <pc:chgData name="Wilkins, Graham C" userId="S::bh5884is@go.minnstate.edu::d858373d-d4a5-4d5a-af0d-fcf67a33b3d5" providerId="AD" clId="Web-{31106DFC-D532-26BB-50FA-8A9ECCEE5849}"/>
    <pc:docChg chg="addSld delSld modSld">
      <pc:chgData name="Wilkins, Graham C" userId="S::bh5884is@go.minnstate.edu::d858373d-d4a5-4d5a-af0d-fcf67a33b3d5" providerId="AD" clId="Web-{31106DFC-D532-26BB-50FA-8A9ECCEE5849}" dt="2025-02-21T17:28:19.901" v="102" actId="20577"/>
      <pc:docMkLst>
        <pc:docMk/>
      </pc:docMkLst>
      <pc:sldChg chg="modSp">
        <pc:chgData name="Wilkins, Graham C" userId="S::bh5884is@go.minnstate.edu::d858373d-d4a5-4d5a-af0d-fcf67a33b3d5" providerId="AD" clId="Web-{31106DFC-D532-26BB-50FA-8A9ECCEE5849}" dt="2025-02-21T17:28:19.901" v="102" actId="20577"/>
        <pc:sldMkLst>
          <pc:docMk/>
          <pc:sldMk cId="38658698" sldId="258"/>
        </pc:sldMkLst>
        <pc:graphicFrameChg chg="modGraphic">
          <ac:chgData name="Wilkins, Graham C" userId="S::bh5884is@go.minnstate.edu::d858373d-d4a5-4d5a-af0d-fcf67a33b3d5" providerId="AD" clId="Web-{31106DFC-D532-26BB-50FA-8A9ECCEE5849}" dt="2025-02-21T17:28:19.901" v="102" actId="20577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addSp delSp modSp add replId">
        <pc:chgData name="Wilkins, Graham C" userId="S::bh5884is@go.minnstate.edu::d858373d-d4a5-4d5a-af0d-fcf67a33b3d5" providerId="AD" clId="Web-{31106DFC-D532-26BB-50FA-8A9ECCEE5849}" dt="2025-02-21T17:02:19.754" v="13" actId="20577"/>
        <pc:sldMkLst>
          <pc:docMk/>
          <pc:sldMk cId="3503842829" sldId="272"/>
        </pc:sldMkLst>
        <pc:spChg chg="mod">
          <ac:chgData name="Wilkins, Graham C" userId="S::bh5884is@go.minnstate.edu::d858373d-d4a5-4d5a-af0d-fcf67a33b3d5" providerId="AD" clId="Web-{31106DFC-D532-26BB-50FA-8A9ECCEE5849}" dt="2025-02-21T17:02:19.754" v="13" actId="20577"/>
          <ac:spMkLst>
            <pc:docMk/>
            <pc:sldMk cId="3503842829" sldId="272"/>
            <ac:spMk id="2" creationId="{7EFF37DF-3C0E-0C94-5117-32E3B5470806}"/>
          </ac:spMkLst>
        </pc:spChg>
        <pc:picChg chg="add mod">
          <ac:chgData name="Wilkins, Graham C" userId="S::bh5884is@go.minnstate.edu::d858373d-d4a5-4d5a-af0d-fcf67a33b3d5" providerId="AD" clId="Web-{31106DFC-D532-26BB-50FA-8A9ECCEE5849}" dt="2025-02-21T16:46:37.423" v="7" actId="1076"/>
          <ac:picMkLst>
            <pc:docMk/>
            <pc:sldMk cId="3503842829" sldId="272"/>
            <ac:picMk id="4" creationId="{65AAB778-E52C-C44C-F751-5FC55CDB838D}"/>
          </ac:picMkLst>
        </pc:picChg>
      </pc:sldChg>
      <pc:sldChg chg="add del replId">
        <pc:chgData name="Wilkins, Graham C" userId="S::bh5884is@go.minnstate.edu::d858373d-d4a5-4d5a-af0d-fcf67a33b3d5" providerId="AD" clId="Web-{31106DFC-D532-26BB-50FA-8A9ECCEE5849}" dt="2025-02-21T16:46:28.157" v="3"/>
        <pc:sldMkLst>
          <pc:docMk/>
          <pc:sldMk cId="1675201661" sldId="273"/>
        </pc:sldMkLst>
      </pc:sldChg>
    </pc:docChg>
  </pc:docChgLst>
  <pc:docChgLst>
    <pc:chgData name="Wilkins, Graham C" userId="S::bh5884is@go.minnstate.edu::d858373d-d4a5-4d5a-af0d-fcf67a33b3d5" providerId="AD" clId="Web-{CFBBBEFA-DC75-5629-235C-1B6AE2DC98FC}"/>
    <pc:docChg chg="delSld modSld sldOrd">
      <pc:chgData name="Wilkins, Graham C" userId="S::bh5884is@go.minnstate.edu::d858373d-d4a5-4d5a-af0d-fcf67a33b3d5" providerId="AD" clId="Web-{CFBBBEFA-DC75-5629-235C-1B6AE2DC98FC}" dt="2025-03-19T16:05:26.362" v="964"/>
      <pc:docMkLst>
        <pc:docMk/>
      </pc:docMkLst>
      <pc:sldChg chg="ord">
        <pc:chgData name="Wilkins, Graham C" userId="S::bh5884is@go.minnstate.edu::d858373d-d4a5-4d5a-af0d-fcf67a33b3d5" providerId="AD" clId="Web-{CFBBBEFA-DC75-5629-235C-1B6AE2DC98FC}" dt="2025-03-19T16:05:26.362" v="964"/>
        <pc:sldMkLst>
          <pc:docMk/>
          <pc:sldMk cId="886379872" sldId="257"/>
        </pc:sldMkLst>
      </pc:sldChg>
      <pc:sldChg chg="del">
        <pc:chgData name="Wilkins, Graham C" userId="S::bh5884is@go.minnstate.edu::d858373d-d4a5-4d5a-af0d-fcf67a33b3d5" providerId="AD" clId="Web-{CFBBBEFA-DC75-5629-235C-1B6AE2DC98FC}" dt="2025-03-19T15:34:18.233" v="2"/>
        <pc:sldMkLst>
          <pc:docMk/>
          <pc:sldMk cId="1987320157" sldId="267"/>
        </pc:sldMkLst>
      </pc:sldChg>
      <pc:sldChg chg="addSp delSp modSp">
        <pc:chgData name="Wilkins, Graham C" userId="S::bh5884is@go.minnstate.edu::d858373d-d4a5-4d5a-af0d-fcf67a33b3d5" providerId="AD" clId="Web-{CFBBBEFA-DC75-5629-235C-1B6AE2DC98FC}" dt="2025-03-19T16:03:27.737" v="962"/>
        <pc:sldMkLst>
          <pc:docMk/>
          <pc:sldMk cId="401840768" sldId="275"/>
        </pc:sldMkLst>
        <pc:spChg chg="mod">
          <ac:chgData name="Wilkins, Graham C" userId="S::bh5884is@go.minnstate.edu::d858373d-d4a5-4d5a-af0d-fcf67a33b3d5" providerId="AD" clId="Web-{CFBBBEFA-DC75-5629-235C-1B6AE2DC98FC}" dt="2025-03-19T15:59:29.050" v="647" actId="20577"/>
          <ac:spMkLst>
            <pc:docMk/>
            <pc:sldMk cId="401840768" sldId="275"/>
            <ac:spMk id="2" creationId="{3EB6FC04-BAAA-F161-D2CC-CF6F439C9A15}"/>
          </ac:spMkLst>
        </pc:spChg>
        <pc:spChg chg="add del mod">
          <ac:chgData name="Wilkins, Graham C" userId="S::bh5884is@go.minnstate.edu::d858373d-d4a5-4d5a-af0d-fcf67a33b3d5" providerId="AD" clId="Web-{CFBBBEFA-DC75-5629-235C-1B6AE2DC98FC}" dt="2025-03-19T15:51:33.693" v="6"/>
          <ac:spMkLst>
            <pc:docMk/>
            <pc:sldMk cId="401840768" sldId="275"/>
            <ac:spMk id="6" creationId="{A8C0FF89-2B71-8575-07E1-79D79782C66C}"/>
          </ac:spMkLst>
        </pc:spChg>
        <pc:spChg chg="del">
          <ac:chgData name="Wilkins, Graham C" userId="S::bh5884is@go.minnstate.edu::d858373d-d4a5-4d5a-af0d-fcf67a33b3d5" providerId="AD" clId="Web-{CFBBBEFA-DC75-5629-235C-1B6AE2DC98FC}" dt="2025-03-19T15:51:37.615" v="8"/>
          <ac:spMkLst>
            <pc:docMk/>
            <pc:sldMk cId="401840768" sldId="275"/>
            <ac:spMk id="7" creationId="{6077AC48-BA9A-E26D-5B16-7578A2A2EB0B}"/>
          </ac:spMkLst>
        </pc:spChg>
        <pc:spChg chg="del">
          <ac:chgData name="Wilkins, Graham C" userId="S::bh5884is@go.minnstate.edu::d858373d-d4a5-4d5a-af0d-fcf67a33b3d5" providerId="AD" clId="Web-{CFBBBEFA-DC75-5629-235C-1B6AE2DC98FC}" dt="2025-03-19T15:51:41.411" v="9"/>
          <ac:spMkLst>
            <pc:docMk/>
            <pc:sldMk cId="401840768" sldId="275"/>
            <ac:spMk id="8" creationId="{A90DCF66-5BF6-0F5B-D13C-AEC37C82769C}"/>
          </ac:spMkLst>
        </pc:spChg>
        <pc:graphicFrameChg chg="add del mod modGraphic">
          <ac:chgData name="Wilkins, Graham C" userId="S::bh5884is@go.minnstate.edu::d858373d-d4a5-4d5a-af0d-fcf67a33b3d5" providerId="AD" clId="Web-{CFBBBEFA-DC75-5629-235C-1B6AE2DC98FC}" dt="2025-03-19T15:55:30.692" v="226"/>
          <ac:graphicFrameMkLst>
            <pc:docMk/>
            <pc:sldMk cId="401840768" sldId="275"/>
            <ac:graphicFrameMk id="9" creationId="{971A1658-3583-9C6D-4676-C0D390A57D78}"/>
          </ac:graphicFrameMkLst>
        </pc:graphicFrameChg>
        <pc:graphicFrameChg chg="add mod modGraphic">
          <ac:chgData name="Wilkins, Graham C" userId="S::bh5884is@go.minnstate.edu::d858373d-d4a5-4d5a-af0d-fcf67a33b3d5" providerId="AD" clId="Web-{CFBBBEFA-DC75-5629-235C-1B6AE2DC98FC}" dt="2025-03-19T16:03:27.737" v="962"/>
          <ac:graphicFrameMkLst>
            <pc:docMk/>
            <pc:sldMk cId="401840768" sldId="275"/>
            <ac:graphicFrameMk id="10" creationId="{E2B6541C-7721-1340-B555-5E4B4D6B0B2E}"/>
          </ac:graphicFrameMkLst>
        </pc:graphicFrameChg>
        <pc:picChg chg="del mod">
          <ac:chgData name="Wilkins, Graham C" userId="S::bh5884is@go.minnstate.edu::d858373d-d4a5-4d5a-af0d-fcf67a33b3d5" providerId="AD" clId="Web-{CFBBBEFA-DC75-5629-235C-1B6AE2DC98FC}" dt="2025-03-19T15:51:30.630" v="5"/>
          <ac:picMkLst>
            <pc:docMk/>
            <pc:sldMk cId="401840768" sldId="275"/>
            <ac:picMk id="4" creationId="{448E08A2-9CC6-254A-374C-EB9E6914CC7E}"/>
          </ac:picMkLst>
        </pc:picChg>
        <pc:picChg chg="del">
          <ac:chgData name="Wilkins, Graham C" userId="S::bh5884is@go.minnstate.edu::d858373d-d4a5-4d5a-af0d-fcf67a33b3d5" providerId="AD" clId="Web-{CFBBBEFA-DC75-5629-235C-1B6AE2DC98FC}" dt="2025-03-19T15:51:35.396" v="7"/>
          <ac:picMkLst>
            <pc:docMk/>
            <pc:sldMk cId="401840768" sldId="275"/>
            <ac:picMk id="5" creationId="{6A5363CA-460A-FF24-F57B-F2E5720B633A}"/>
          </ac:picMkLst>
        </pc:picChg>
      </pc:sldChg>
      <pc:sldChg chg="del">
        <pc:chgData name="Wilkins, Graham C" userId="S::bh5884is@go.minnstate.edu::d858373d-d4a5-4d5a-af0d-fcf67a33b3d5" providerId="AD" clId="Web-{CFBBBEFA-DC75-5629-235C-1B6AE2DC98FC}" dt="2025-03-19T15:59:08.535" v="639"/>
        <pc:sldMkLst>
          <pc:docMk/>
          <pc:sldMk cId="4168929902" sldId="276"/>
        </pc:sldMkLst>
      </pc:sldChg>
      <pc:sldChg chg="del ord">
        <pc:chgData name="Wilkins, Graham C" userId="S::bh5884is@go.minnstate.edu::d858373d-d4a5-4d5a-af0d-fcf67a33b3d5" providerId="AD" clId="Web-{CFBBBEFA-DC75-5629-235C-1B6AE2DC98FC}" dt="2025-03-19T15:59:09.988" v="640"/>
        <pc:sldMkLst>
          <pc:docMk/>
          <pc:sldMk cId="3273053664" sldId="277"/>
        </pc:sldMkLst>
      </pc:sldChg>
    </pc:docChg>
  </pc:docChgLst>
  <pc:docChgLst>
    <pc:chgData name="Lakku, Sai Keertana R" userId="S::kb7924tj@go.minnstate.edu::aa713373-d62e-42be-a5fb-296135668942" providerId="AD" clId="Web-{21C7DA03-CA7E-CD3B-3EDF-5DD967C42C77}"/>
    <pc:docChg chg="addSld delSld modSld">
      <pc:chgData name="Lakku, Sai Keertana R" userId="S::kb7924tj@go.minnstate.edu::aa713373-d62e-42be-a5fb-296135668942" providerId="AD" clId="Web-{21C7DA03-CA7E-CD3B-3EDF-5DD967C42C77}" dt="2025-02-21T16:26:15.022" v="202"/>
      <pc:docMkLst>
        <pc:docMk/>
      </pc:docMkLst>
      <pc:sldChg chg="modSp">
        <pc:chgData name="Lakku, Sai Keertana R" userId="S::kb7924tj@go.minnstate.edu::aa713373-d62e-42be-a5fb-296135668942" providerId="AD" clId="Web-{21C7DA03-CA7E-CD3B-3EDF-5DD967C42C77}" dt="2025-02-21T16:13:23.852" v="32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21C7DA03-CA7E-CD3B-3EDF-5DD967C42C77}" dt="2025-02-21T16:13:23.852" v="32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21C7DA03-CA7E-CD3B-3EDF-5DD967C42C77}" dt="2025-02-21T16:26:06.694" v="201" actId="20577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21C7DA03-CA7E-CD3B-3EDF-5DD967C42C77}" dt="2025-02-21T16:25:16.332" v="199" actId="20577"/>
          <ac:spMkLst>
            <pc:docMk/>
            <pc:sldMk cId="38658698" sldId="258"/>
            <ac:spMk id="2" creationId="{688AC3B9-2A52-B51A-D8EE-90A85703DD3C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08.635" v="39"/>
        <pc:sldMkLst>
          <pc:docMk/>
          <pc:sldMk cId="2651625976" sldId="261"/>
        </pc:sldMkLst>
      </pc:sldChg>
      <pc:sldChg chg="modSp new">
        <pc:chgData name="Lakku, Sai Keertana R" userId="S::kb7924tj@go.minnstate.edu::aa713373-d62e-42be-a5fb-296135668942" providerId="AD" clId="Web-{21C7DA03-CA7E-CD3B-3EDF-5DD967C42C77}" dt="2025-02-21T16:14:55.699" v="5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21C7DA03-CA7E-CD3B-3EDF-5DD967C42C77}" dt="2025-02-21T16:14:55.699" v="5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12.104" v="40"/>
        <pc:sldMkLst>
          <pc:docMk/>
          <pc:sldMk cId="3700447520" sldId="267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2.885" v="37"/>
        <pc:sldMkLst>
          <pc:docMk/>
          <pc:sldMk cId="809836373" sldId="268"/>
        </pc:sldMkLst>
      </pc:sldChg>
      <pc:sldChg chg="new">
        <pc:chgData name="Lakku, Sai Keertana R" userId="S::kb7924tj@go.minnstate.edu::aa713373-d62e-42be-a5fb-296135668942" providerId="AD" clId="Web-{21C7DA03-CA7E-CD3B-3EDF-5DD967C42C77}" dt="2025-02-21T16:26:15.022" v="202"/>
        <pc:sldMkLst>
          <pc:docMk/>
          <pc:sldMk cId="1105610437" sldId="268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4.885" v="38"/>
        <pc:sldMkLst>
          <pc:docMk/>
          <pc:sldMk cId="2215554830" sldId="269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838" v="36"/>
        <pc:sldMkLst>
          <pc:docMk/>
          <pc:sldMk cId="3842570437" sldId="270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087" v="34"/>
        <pc:sldMkLst>
          <pc:docMk/>
          <pc:sldMk cId="1108363778" sldId="271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3:57.416" v="33"/>
        <pc:sldMkLst>
          <pc:docMk/>
          <pc:sldMk cId="2224434557" sldId="272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134" v="35"/>
        <pc:sldMkLst>
          <pc:docMk/>
          <pc:sldMk cId="986477362" sldId="273"/>
        </pc:sldMkLst>
      </pc:sldChg>
    </pc:docChg>
  </pc:docChgLst>
  <pc:docChgLst>
    <pc:chgData name="Srinivasa Reddy, Shashank reddy" userId="S::qn1833ep@go.minnstate.edu::5f8d5532-cbd8-40c0-aa18-97830f20e260" providerId="AD" clId="Web-{EEB066B7-D41F-B2DA-D373-F09D4300E200}"/>
    <pc:docChg chg="modSld">
      <pc:chgData name="Srinivasa Reddy, Shashank reddy" userId="S::qn1833ep@go.minnstate.edu::5f8d5532-cbd8-40c0-aa18-97830f20e260" providerId="AD" clId="Web-{EEB066B7-D41F-B2DA-D373-F09D4300E200}" dt="2025-04-01T19:28:28.788" v="0" actId="1076"/>
      <pc:docMkLst>
        <pc:docMk/>
      </pc:docMkLst>
      <pc:sldChg chg="modSp">
        <pc:chgData name="Srinivasa Reddy, Shashank reddy" userId="S::qn1833ep@go.minnstate.edu::5f8d5532-cbd8-40c0-aa18-97830f20e260" providerId="AD" clId="Web-{EEB066B7-D41F-B2DA-D373-F09D4300E200}" dt="2025-04-01T19:28:28.788" v="0" actId="1076"/>
        <pc:sldMkLst>
          <pc:docMk/>
          <pc:sldMk cId="1656249528" sldId="273"/>
        </pc:sldMkLst>
        <pc:picChg chg="mod">
          <ac:chgData name="Srinivasa Reddy, Shashank reddy" userId="S::qn1833ep@go.minnstate.edu::5f8d5532-cbd8-40c0-aa18-97830f20e260" providerId="AD" clId="Web-{EEB066B7-D41F-B2DA-D373-F09D4300E200}" dt="2025-04-01T19:28:28.788" v="0" actId="1076"/>
          <ac:picMkLst>
            <pc:docMk/>
            <pc:sldMk cId="1656249528" sldId="273"/>
            <ac:picMk id="4" creationId="{9D97BADF-57F1-970E-0764-ACAA77644D31}"/>
          </ac:picMkLst>
        </pc:picChg>
      </pc:sldChg>
    </pc:docChg>
  </pc:docChgLst>
  <pc:docChgLst>
    <pc:chgData clId="Web-{87C06292-1DAC-6B06-D1BF-913DCCB5227D}"/>
    <pc:docChg chg="modSld">
      <pc:chgData name="" userId="" providerId="" clId="Web-{87C06292-1DAC-6B06-D1BF-913DCCB5227D}" dt="2025-02-28T17:30:19.909" v="2" actId="20577"/>
      <pc:docMkLst>
        <pc:docMk/>
      </pc:docMkLst>
      <pc:sldChg chg="modSp">
        <pc:chgData name="" userId="" providerId="" clId="Web-{87C06292-1DAC-6B06-D1BF-913DCCB5227D}" dt="2025-02-28T17:30:19.909" v="2" actId="20577"/>
        <pc:sldMkLst>
          <pc:docMk/>
          <pc:sldMk cId="109857222" sldId="256"/>
        </pc:sldMkLst>
        <pc:spChg chg="mod">
          <ac:chgData name="" userId="" providerId="" clId="Web-{87C06292-1DAC-6B06-D1BF-913DCCB5227D}" dt="2025-02-28T17:30:19.9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Lakku, Sai Keertana R" userId="S::kb7924tj@go.minnstate.edu::aa713373-d62e-42be-a5fb-296135668942" providerId="AD" clId="Web-{13F4CB66-695E-CDA0-669C-9BE6A8A311A6}"/>
    <pc:docChg chg="addSld delSld modSld sldOrd">
      <pc:chgData name="Lakku, Sai Keertana R" userId="S::kb7924tj@go.minnstate.edu::aa713373-d62e-42be-a5fb-296135668942" providerId="AD" clId="Web-{13F4CB66-695E-CDA0-669C-9BE6A8A311A6}" dt="2025-03-21T16:28:29.058" v="871" actId="20577"/>
      <pc:docMkLst>
        <pc:docMk/>
      </pc:docMkLst>
      <pc:sldChg chg="addSp delSp modSp">
        <pc:chgData name="Lakku, Sai Keertana R" userId="S::kb7924tj@go.minnstate.edu::aa713373-d62e-42be-a5fb-296135668942" providerId="AD" clId="Web-{13F4CB66-695E-CDA0-669C-9BE6A8A311A6}" dt="2025-03-21T15:52:48.532" v="46"/>
        <pc:sldMkLst>
          <pc:docMk/>
          <pc:sldMk cId="886379872" sldId="257"/>
        </pc:sldMkLst>
        <pc:spChg chg="mod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3" creationId="{518BB9FA-DF38-50E2-4D72-3ADA2A08B9C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0" creationId="{B87E4204-E93C-417B-9ED0-F81552DE87E4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2" creationId="{068E4A00-82CC-4AD0-B631-F820AEE40F36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4" creationId="{463665DF-25B8-4EE2-8F85-921EF38BE2D0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16" creationId="{B3378DC2-950E-4B63-B833-32DE4719A85C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1" creationId="{F747F1B4-B831-4277-8AB0-32767F7EB7BF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3" creationId="{D80CFA21-AB7C-4BEB-9BFF-05764FBBF3C6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5" creationId="{12F7E335-851A-4CAE-B09F-E657819D4600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2:48.532" v="46"/>
          <ac:spMkLst>
            <pc:docMk/>
            <pc:sldMk cId="886379872" sldId="257"/>
            <ac:spMk id="27" creationId="{10B541F0-7F6E-402E-84D8-CF96EACA5FBC}"/>
          </ac:spMkLst>
        </pc:spChg>
        <pc:graphicFrameChg chg="mod ord modGraphic">
          <ac:chgData name="Lakku, Sai Keertana R" userId="S::kb7924tj@go.minnstate.edu::aa713373-d62e-42be-a5fb-296135668942" providerId="AD" clId="Web-{13F4CB66-695E-CDA0-669C-9BE6A8A311A6}" dt="2025-03-21T15:52:48.532" v="46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Lakku, Sai Keertana R" userId="S::kb7924tj@go.minnstate.edu::aa713373-d62e-42be-a5fb-296135668942" providerId="AD" clId="Web-{13F4CB66-695E-CDA0-669C-9BE6A8A311A6}" dt="2025-03-21T16:09:08.909" v="552" actId="20577"/>
        <pc:sldMkLst>
          <pc:docMk/>
          <pc:sldMk cId="2639385583" sldId="260"/>
        </pc:sldMkLst>
        <pc:spChg chg="mod">
          <ac:chgData name="Lakku, Sai Keertana R" userId="S::kb7924tj@go.minnstate.edu::aa713373-d62e-42be-a5fb-296135668942" providerId="AD" clId="Web-{13F4CB66-695E-CDA0-669C-9BE6A8A311A6}" dt="2025-03-21T16:09:08.909" v="552" actId="20577"/>
          <ac:spMkLst>
            <pc:docMk/>
            <pc:sldMk cId="2639385583" sldId="260"/>
            <ac:spMk id="2" creationId="{F2ECA33D-9372-9927-F8E7-2A49143B39C6}"/>
          </ac:spMkLst>
        </pc:spChg>
      </pc:sldChg>
      <pc:sldChg chg="addSp delSp modSp mod ord setBg setClrOvrMap">
        <pc:chgData name="Lakku, Sai Keertana R" userId="S::kb7924tj@go.minnstate.edu::aa713373-d62e-42be-a5fb-296135668942" providerId="AD" clId="Web-{13F4CB66-695E-CDA0-669C-9BE6A8A311A6}" dt="2025-03-21T16:28:29.058" v="871" actId="20577"/>
        <pc:sldMkLst>
          <pc:docMk/>
          <pc:sldMk cId="1656249528" sldId="273"/>
        </pc:sldMkLst>
        <pc:spChg chg="mod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3" creationId="{BB07757D-9A61-C17B-6695-738B0FAB9965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6:10:43.788" v="561"/>
          <ac:spMkLst>
            <pc:docMk/>
            <pc:sldMk cId="1656249528" sldId="273"/>
            <ac:spMk id="8" creationId="{35EFA3AB-2126-396C-6F0E-D0360CAE6F8B}"/>
          </ac:spMkLst>
        </pc:spChg>
        <pc:spChg chg="add mod">
          <ac:chgData name="Lakku, Sai Keertana R" userId="S::kb7924tj@go.minnstate.edu::aa713373-d62e-42be-a5fb-296135668942" providerId="AD" clId="Web-{13F4CB66-695E-CDA0-669C-9BE6A8A311A6}" dt="2025-03-21T16:28:29.058" v="871" actId="20577"/>
          <ac:spMkLst>
            <pc:docMk/>
            <pc:sldMk cId="1656249528" sldId="273"/>
            <ac:spMk id="10" creationId="{D0080BD7-D8BB-B9E7-39AA-F7C33D7AEDBC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13" creationId="{4AC0CD9D-7610-4620-93B4-798CCD9AB58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19" creationId="{DE4D62F9-188E-4530-84C2-24BDEE4BEB82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1" creationId="{D67CA421-FA2B-47ED-A101-F8BBEBB2976B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3" creationId="{12425D82-CD5E-45A4-9542-70951E59F2D1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31.247" v="66"/>
          <ac:spMkLst>
            <pc:docMk/>
            <pc:sldMk cId="1656249528" sldId="273"/>
            <ac:spMk id="25" creationId="{221DB897-A621-4D5F-AC81-91199AC4370E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26.778" v="64"/>
          <ac:spMkLst>
            <pc:docMk/>
            <pc:sldMk cId="1656249528" sldId="273"/>
            <ac:spMk id="34" creationId="{989BE678-777B-482A-A616-FEDC47B162E5}"/>
          </ac:spMkLst>
        </pc:spChg>
        <pc:spChg chg="add del">
          <ac:chgData name="Lakku, Sai Keertana R" userId="S::kb7924tj@go.minnstate.edu::aa713373-d62e-42be-a5fb-296135668942" providerId="AD" clId="Web-{13F4CB66-695E-CDA0-669C-9BE6A8A311A6}" dt="2025-03-21T15:58:26.778" v="64"/>
          <ac:spMkLst>
            <pc:docMk/>
            <pc:sldMk cId="1656249528" sldId="273"/>
            <ac:spMk id="40" creationId="{D28BE0C3-2102-4820-B88B-A448B1840D14}"/>
          </ac:spMkLst>
        </pc:spChg>
        <pc:graphicFrameChg chg="add mod modGraphic">
          <ac:chgData name="Lakku, Sai Keertana R" userId="S::kb7924tj@go.minnstate.edu::aa713373-d62e-42be-a5fb-296135668942" providerId="AD" clId="Web-{13F4CB66-695E-CDA0-669C-9BE6A8A311A6}" dt="2025-03-21T16:27:22.103" v="849" actId="1076"/>
          <ac:graphicFrameMkLst>
            <pc:docMk/>
            <pc:sldMk cId="1656249528" sldId="273"/>
            <ac:graphicFrameMk id="5" creationId="{AB044439-8608-7924-B83B-ECBD38F2645E}"/>
          </ac:graphicFrameMkLst>
        </pc:graphicFrameChg>
        <pc:graphicFrameChg chg="add mod modGraphic">
          <ac:chgData name="Lakku, Sai Keertana R" userId="S::kb7924tj@go.minnstate.edu::aa713373-d62e-42be-a5fb-296135668942" providerId="AD" clId="Web-{13F4CB66-695E-CDA0-669C-9BE6A8A311A6}" dt="2025-03-21T16:27:40.260" v="865"/>
          <ac:graphicFrameMkLst>
            <pc:docMk/>
            <pc:sldMk cId="1656249528" sldId="273"/>
            <ac:graphicFrameMk id="12" creationId="{4061E4D3-28DD-20AC-AC20-9E6F9ABE05F4}"/>
          </ac:graphicFrameMkLst>
        </pc:graphicFrameChg>
        <pc:picChg chg="add del mod">
          <ac:chgData name="Lakku, Sai Keertana R" userId="S::kb7924tj@go.minnstate.edu::aa713373-d62e-42be-a5fb-296135668942" providerId="AD" clId="Web-{13F4CB66-695E-CDA0-669C-9BE6A8A311A6}" dt="2025-03-21T16:03:34.679" v="296"/>
          <ac:picMkLst>
            <pc:docMk/>
            <pc:sldMk cId="1656249528" sldId="273"/>
            <ac:picMk id="4" creationId="{9E31FAAB-6511-163C-3039-50D9895F8C18}"/>
          </ac:picMkLst>
        </pc:picChg>
        <pc:picChg chg="add del mod">
          <ac:chgData name="Lakku, Sai Keertana R" userId="S::kb7924tj@go.minnstate.edu::aa713373-d62e-42be-a5fb-296135668942" providerId="AD" clId="Web-{13F4CB66-695E-CDA0-669C-9BE6A8A311A6}" dt="2025-03-21T16:09:57.427" v="554"/>
          <ac:picMkLst>
            <pc:docMk/>
            <pc:sldMk cId="1656249528" sldId="273"/>
            <ac:picMk id="6" creationId="{9407BD8E-DD55-7C68-BDF0-51C3E4EA3DD9}"/>
          </ac:picMkLst>
        </pc:picChg>
        <pc:picChg chg="add del mod">
          <ac:chgData name="Lakku, Sai Keertana R" userId="S::kb7924tj@go.minnstate.edu::aa713373-d62e-42be-a5fb-296135668942" providerId="AD" clId="Web-{13F4CB66-695E-CDA0-669C-9BE6A8A311A6}" dt="2025-03-21T16:26:20.054" v="830"/>
          <ac:picMkLst>
            <pc:docMk/>
            <pc:sldMk cId="1656249528" sldId="273"/>
            <ac:picMk id="7" creationId="{16C96141-AA10-A915-5157-FF1B2332C10B}"/>
          </ac:picMkLst>
        </pc:picChg>
        <pc:picChg chg="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1" creationId="{7C268552-D473-46ED-B1B8-422042C4DEF1}"/>
          </ac:picMkLst>
        </pc:picChg>
        <pc:picChg chg="add 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5" creationId="{B9238B3E-24AA-439A-B527-6C5DF6D72145}"/>
          </ac:picMkLst>
        </pc:picChg>
        <pc:picChg chg="add del">
          <ac:chgData name="Lakku, Sai Keertana R" userId="S::kb7924tj@go.minnstate.edu::aa713373-d62e-42be-a5fb-296135668942" providerId="AD" clId="Web-{13F4CB66-695E-CDA0-669C-9BE6A8A311A6}" dt="2025-03-21T15:58:31.247" v="66"/>
          <ac:picMkLst>
            <pc:docMk/>
            <pc:sldMk cId="1656249528" sldId="273"/>
            <ac:picMk id="17" creationId="{69F01145-BEA3-4CBF-AA21-10077B948CA8}"/>
          </ac:picMkLst>
        </pc:picChg>
        <pc:picChg chg="del">
          <ac:chgData name="Lakku, Sai Keertana R" userId="S::kb7924tj@go.minnstate.edu::aa713373-d62e-42be-a5fb-296135668942" providerId="AD" clId="Web-{13F4CB66-695E-CDA0-669C-9BE6A8A311A6}" dt="2025-03-21T15:58:26.778" v="64"/>
          <ac:picMkLst>
            <pc:docMk/>
            <pc:sldMk cId="1656249528" sldId="273"/>
            <ac:picMk id="36" creationId="{CF1EB4BD-9C7E-4AA3-9681-C7EB0DA6250B}"/>
          </ac:picMkLst>
        </pc:picChg>
      </pc:sldChg>
      <pc:sldChg chg="modSp">
        <pc:chgData name="Lakku, Sai Keertana R" userId="S::kb7924tj@go.minnstate.edu::aa713373-d62e-42be-a5fb-296135668942" providerId="AD" clId="Web-{13F4CB66-695E-CDA0-669C-9BE6A8A311A6}" dt="2025-03-21T15:49:25.665" v="1" actId="20577"/>
        <pc:sldMkLst>
          <pc:docMk/>
          <pc:sldMk cId="893194236" sldId="274"/>
        </pc:sldMkLst>
        <pc:spChg chg="mod">
          <ac:chgData name="Lakku, Sai Keertana R" userId="S::kb7924tj@go.minnstate.edu::aa713373-d62e-42be-a5fb-296135668942" providerId="AD" clId="Web-{13F4CB66-695E-CDA0-669C-9BE6A8A311A6}" dt="2025-03-21T15:49:25.665" v="1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modSp">
        <pc:chgData name="Lakku, Sai Keertana R" userId="S::kb7924tj@go.minnstate.edu::aa713373-d62e-42be-a5fb-296135668942" providerId="AD" clId="Web-{13F4CB66-695E-CDA0-669C-9BE6A8A311A6}" dt="2025-03-21T15:50:40.480" v="28" actId="20577"/>
        <pc:sldMkLst>
          <pc:docMk/>
          <pc:sldMk cId="401840768" sldId="275"/>
        </pc:sldMkLst>
        <pc:spChg chg="mod">
          <ac:chgData name="Lakku, Sai Keertana R" userId="S::kb7924tj@go.minnstate.edu::aa713373-d62e-42be-a5fb-296135668942" providerId="AD" clId="Web-{13F4CB66-695E-CDA0-669C-9BE6A8A311A6}" dt="2025-03-21T15:50:40.480" v="28" actId="20577"/>
          <ac:spMkLst>
            <pc:docMk/>
            <pc:sldMk cId="401840768" sldId="275"/>
            <ac:spMk id="2" creationId="{3EB6FC04-BAAA-F161-D2CC-CF6F439C9A15}"/>
          </ac:spMkLst>
        </pc:spChg>
        <pc:graphicFrameChg chg="mod modGraphic">
          <ac:chgData name="Lakku, Sai Keertana R" userId="S::kb7924tj@go.minnstate.edu::aa713373-d62e-42be-a5fb-296135668942" providerId="AD" clId="Web-{13F4CB66-695E-CDA0-669C-9BE6A8A311A6}" dt="2025-03-21T15:50:25.011" v="13"/>
          <ac:graphicFrameMkLst>
            <pc:docMk/>
            <pc:sldMk cId="401840768" sldId="275"/>
            <ac:graphicFrameMk id="10" creationId="{E2B6541C-7721-1340-B555-5E4B4D6B0B2E}"/>
          </ac:graphicFrameMkLst>
        </pc:graphicFrameChg>
      </pc:sldChg>
      <pc:sldChg chg="modSp new del">
        <pc:chgData name="Lakku, Sai Keertana R" userId="S::kb7924tj@go.minnstate.edu::aa713373-d62e-42be-a5fb-296135668942" providerId="AD" clId="Web-{13F4CB66-695E-CDA0-669C-9BE6A8A311A6}" dt="2025-03-21T16:12:04.994" v="585"/>
        <pc:sldMkLst>
          <pc:docMk/>
          <pc:sldMk cId="1934876581" sldId="277"/>
        </pc:sldMkLst>
        <pc:spChg chg="mod">
          <ac:chgData name="Lakku, Sai Keertana R" userId="S::kb7924tj@go.minnstate.edu::aa713373-d62e-42be-a5fb-296135668942" providerId="AD" clId="Web-{13F4CB66-695E-CDA0-669C-9BE6A8A311A6}" dt="2025-03-21T16:07:17.421" v="495" actId="20577"/>
          <ac:spMkLst>
            <pc:docMk/>
            <pc:sldMk cId="1934876581" sldId="277"/>
            <ac:spMk id="2" creationId="{DAFE9434-2048-4025-D916-38325B838809}"/>
          </ac:spMkLst>
        </pc:spChg>
        <pc:spChg chg="mod">
          <ac:chgData name="Lakku, Sai Keertana R" userId="S::kb7924tj@go.minnstate.edu::aa713373-d62e-42be-a5fb-296135668942" providerId="AD" clId="Web-{13F4CB66-695E-CDA0-669C-9BE6A8A311A6}" dt="2025-03-21T16:08:53.565" v="551" actId="20577"/>
          <ac:spMkLst>
            <pc:docMk/>
            <pc:sldMk cId="1934876581" sldId="277"/>
            <ac:spMk id="3" creationId="{415F14D9-93E4-568F-B46C-BA9F0397D605}"/>
          </ac:spMkLst>
        </pc:spChg>
      </pc:sldChg>
    </pc:docChg>
  </pc:docChgLst>
  <pc:docChgLst>
    <pc:chgData name="Hjulberg, Andrew S" userId="S::hi6397ef@go.minnstate.edu::55255bf8-79f2-42d3-80cc-139b63d0776c" providerId="AD" clId="Web-{376CB649-3097-89C8-559B-AA01E4D4941F}"/>
    <pc:docChg chg="addSld delSld modSld sldOrd">
      <pc:chgData name="Hjulberg, Andrew S" userId="S::hi6397ef@go.minnstate.edu::55255bf8-79f2-42d3-80cc-139b63d0776c" providerId="AD" clId="Web-{376CB649-3097-89C8-559B-AA01E4D4941F}" dt="2025-02-28T17:24:34.060" v="337"/>
      <pc:docMkLst>
        <pc:docMk/>
      </pc:docMkLst>
      <pc:sldChg chg="modSp">
        <pc:chgData name="Hjulberg, Andrew S" userId="S::hi6397ef@go.minnstate.edu::55255bf8-79f2-42d3-80cc-139b63d0776c" providerId="AD" clId="Web-{376CB649-3097-89C8-559B-AA01E4D4941F}" dt="2025-02-28T16:22:23.532" v="67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376CB649-3097-89C8-559B-AA01E4D4941F}" dt="2025-02-28T16:22:23.532" v="67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del">
        <pc:chgData name="Hjulberg, Andrew S" userId="S::hi6397ef@go.minnstate.edu::55255bf8-79f2-42d3-80cc-139b63d0776c" providerId="AD" clId="Web-{376CB649-3097-89C8-559B-AA01E4D4941F}" dt="2025-02-28T17:12:37.375" v="224"/>
        <pc:sldMkLst>
          <pc:docMk/>
          <pc:sldMk cId="38658698" sldId="258"/>
        </pc:sldMkLst>
      </pc:sldChg>
      <pc:sldChg chg="modSp">
        <pc:chgData name="Hjulberg, Andrew S" userId="S::hi6397ef@go.minnstate.edu::55255bf8-79f2-42d3-80cc-139b63d0776c" providerId="AD" clId="Web-{376CB649-3097-89C8-559B-AA01E4D4941F}" dt="2025-02-28T17:14:43.577" v="334" actId="20577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376CB649-3097-89C8-559B-AA01E4D4941F}" dt="2025-02-28T17:14:43.577" v="334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del">
        <pc:chgData name="Hjulberg, Andrew S" userId="S::hi6397ef@go.minnstate.edu::55255bf8-79f2-42d3-80cc-139b63d0776c" providerId="AD" clId="Web-{376CB649-3097-89C8-559B-AA01E4D4941F}" dt="2025-02-28T17:12:48.375" v="225"/>
        <pc:sldMkLst>
          <pc:docMk/>
          <pc:sldMk cId="3503842829" sldId="272"/>
        </pc:sldMkLst>
      </pc:sldChg>
      <pc:sldChg chg="addSp delSp modSp">
        <pc:chgData name="Hjulberg, Andrew S" userId="S::hi6397ef@go.minnstate.edu::55255bf8-79f2-42d3-80cc-139b63d0776c" providerId="AD" clId="Web-{376CB649-3097-89C8-559B-AA01E4D4941F}" dt="2025-02-28T17:21:15.717" v="336"/>
        <pc:sldMkLst>
          <pc:docMk/>
          <pc:sldMk cId="1656249528" sldId="273"/>
        </pc:sldMkLst>
        <pc:spChg chg="mod">
          <ac:chgData name="Hjulberg, Andrew S" userId="S::hi6397ef@go.minnstate.edu::55255bf8-79f2-42d3-80cc-139b63d0776c" providerId="AD" clId="Web-{376CB649-3097-89C8-559B-AA01E4D4941F}" dt="2025-02-28T16:22:51.158" v="76" actId="20577"/>
          <ac:spMkLst>
            <pc:docMk/>
            <pc:sldMk cId="1656249528" sldId="273"/>
            <ac:spMk id="2" creationId="{7ADE7BEE-0CC5-93A6-E221-8066FAB3E767}"/>
          </ac:spMkLst>
        </pc:spChg>
        <pc:spChg chg="del mod">
          <ac:chgData name="Hjulberg, Andrew S" userId="S::hi6397ef@go.minnstate.edu::55255bf8-79f2-42d3-80cc-139b63d0776c" providerId="AD" clId="Web-{376CB649-3097-89C8-559B-AA01E4D4941F}" dt="2025-02-28T17:20:34.248" v="335"/>
          <ac:spMkLst>
            <pc:docMk/>
            <pc:sldMk cId="1656249528" sldId="273"/>
            <ac:spMk id="3" creationId="{46A343F2-B698-48D2-FC3A-44822BF5DE6B}"/>
          </ac:spMkLst>
        </pc:spChg>
        <pc:spChg chg="del mod">
          <ac:chgData name="Hjulberg, Andrew S" userId="S::hi6397ef@go.minnstate.edu::55255bf8-79f2-42d3-80cc-139b63d0776c" providerId="AD" clId="Web-{376CB649-3097-89C8-559B-AA01E4D4941F}" dt="2025-02-28T16:23:04.627" v="87"/>
          <ac:spMkLst>
            <pc:docMk/>
            <pc:sldMk cId="1656249528" sldId="273"/>
            <ac:spMk id="6" creationId="{517CD70C-E249-1C4A-7A66-32A36B4BB5CC}"/>
          </ac:spMkLst>
        </pc:spChg>
        <pc:spChg chg="del">
          <ac:chgData name="Hjulberg, Andrew S" userId="S::hi6397ef@go.minnstate.edu::55255bf8-79f2-42d3-80cc-139b63d0776c" providerId="AD" clId="Web-{376CB649-3097-89C8-559B-AA01E4D4941F}" dt="2025-02-28T16:23:06.549" v="88"/>
          <ac:spMkLst>
            <pc:docMk/>
            <pc:sldMk cId="1656249528" sldId="273"/>
            <ac:spMk id="7" creationId="{037204CA-53E4-FFCF-ECFA-2F596608CD9D}"/>
          </ac:spMkLst>
        </pc:spChg>
        <pc:picChg chg="add mod">
          <ac:chgData name="Hjulberg, Andrew S" userId="S::hi6397ef@go.minnstate.edu::55255bf8-79f2-42d3-80cc-139b63d0776c" providerId="AD" clId="Web-{376CB649-3097-89C8-559B-AA01E4D4941F}" dt="2025-02-28T17:21:15.717" v="336"/>
          <ac:picMkLst>
            <pc:docMk/>
            <pc:sldMk cId="1656249528" sldId="273"/>
            <ac:picMk id="4" creationId="{3CE9554B-8A7F-5658-1146-1B2D8E79C2FD}"/>
          </ac:picMkLst>
        </pc:picChg>
      </pc:sldChg>
      <pc:sldChg chg="modSp add ord replId">
        <pc:chgData name="Hjulberg, Andrew S" userId="S::hi6397ef@go.minnstate.edu::55255bf8-79f2-42d3-80cc-139b63d0776c" providerId="AD" clId="Web-{376CB649-3097-89C8-559B-AA01E4D4941F}" dt="2025-02-28T17:24:34.060" v="33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376CB649-3097-89C8-559B-AA01E4D4941F}" dt="2025-02-28T16:24:05.395" v="105" actId="20577"/>
          <ac:spMkLst>
            <pc:docMk/>
            <pc:sldMk cId="893194236" sldId="274"/>
            <ac:spMk id="2" creationId="{FBE08AF8-5DFC-680F-363D-9939D6AB4E40}"/>
          </ac:spMkLst>
        </pc:spChg>
        <pc:spChg chg="mod">
          <ac:chgData name="Hjulberg, Andrew S" userId="S::hi6397ef@go.minnstate.edu::55255bf8-79f2-42d3-80cc-139b63d0776c" providerId="AD" clId="Web-{376CB649-3097-89C8-559B-AA01E4D4941F}" dt="2025-02-28T16:26:23.713" v="223" actId="20577"/>
          <ac:spMkLst>
            <pc:docMk/>
            <pc:sldMk cId="893194236" sldId="274"/>
            <ac:spMk id="3" creationId="{C5BA3A65-7E07-E196-7479-E250D272D1AE}"/>
          </ac:spMkLst>
        </pc:spChg>
      </pc:sldChg>
    </pc:docChg>
  </pc:docChgLst>
  <pc:docChgLst>
    <pc:chgData name="Wilkins, Graham C" userId="S::bh5884is@go.minnstate.edu::d858373d-d4a5-4d5a-af0d-fcf67a33b3d5" providerId="AD" clId="Web-{F469CC04-FB1E-2DAA-4F04-B64666841111}"/>
    <pc:docChg chg="modSld">
      <pc:chgData name="Wilkins, Graham C" userId="S::bh5884is@go.minnstate.edu::d858373d-d4a5-4d5a-af0d-fcf67a33b3d5" providerId="AD" clId="Web-{F469CC04-FB1E-2DAA-4F04-B64666841111}" dt="2025-04-23T15:41:43.722" v="36" actId="20577"/>
      <pc:docMkLst>
        <pc:docMk/>
      </pc:docMkLst>
      <pc:sldChg chg="modSp">
        <pc:chgData name="Wilkins, Graham C" userId="S::bh5884is@go.minnstate.edu::d858373d-d4a5-4d5a-af0d-fcf67a33b3d5" providerId="AD" clId="Web-{F469CC04-FB1E-2DAA-4F04-B64666841111}" dt="2025-04-23T15:41:43.722" v="36" actId="20577"/>
        <pc:sldMkLst>
          <pc:docMk/>
          <pc:sldMk cId="1656249528" sldId="273"/>
        </pc:sldMkLst>
        <pc:spChg chg="mod">
          <ac:chgData name="Wilkins, Graham C" userId="S::bh5884is@go.minnstate.edu::d858373d-d4a5-4d5a-af0d-fcf67a33b3d5" providerId="AD" clId="Web-{F469CC04-FB1E-2DAA-4F04-B64666841111}" dt="2025-04-23T15:41:43.722" v="36" actId="20577"/>
          <ac:spMkLst>
            <pc:docMk/>
            <pc:sldMk cId="1656249528" sldId="273"/>
            <ac:spMk id="7" creationId="{6F03BDD9-CE3A-6749-97AA-6DFBEAEE1CAE}"/>
          </ac:spMkLst>
        </pc:spChg>
      </pc:sldChg>
    </pc:docChg>
  </pc:docChgLst>
  <pc:docChgLst>
    <pc:chgData name="Hjulberg, Andrew S" userId="S::hi6397ef@go.minnstate.edu::55255bf8-79f2-42d3-80cc-139b63d0776c" providerId="AD" clId="Web-{EC2EBB38-317D-B8A7-503F-CD041CCF43A0}"/>
    <pc:docChg chg="delSld modSld sldOrd">
      <pc:chgData name="Hjulberg, Andrew S" userId="S::hi6397ef@go.minnstate.edu::55255bf8-79f2-42d3-80cc-139b63d0776c" providerId="AD" clId="Web-{EC2EBB38-317D-B8A7-503F-CD041CCF43A0}" dt="2025-03-26T16:37:07.440" v="160" actId="1076"/>
      <pc:docMkLst>
        <pc:docMk/>
      </pc:docMkLst>
      <pc:sldChg chg="modSp">
        <pc:chgData name="Hjulberg, Andrew S" userId="S::hi6397ef@go.minnstate.edu::55255bf8-79f2-42d3-80cc-139b63d0776c" providerId="AD" clId="Web-{EC2EBB38-317D-B8A7-503F-CD041CCF43A0}" dt="2025-03-26T15:11:12.094" v="0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EC2EBB38-317D-B8A7-503F-CD041CCF43A0}" dt="2025-03-26T15:11:12.094" v="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EC2EBB38-317D-B8A7-503F-CD041CCF43A0}" dt="2025-03-26T16:08:12.194" v="146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EC2EBB38-317D-B8A7-503F-CD041CCF43A0}" dt="2025-03-26T16:08:12.194" v="146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S::hi6397ef@go.minnstate.edu::55255bf8-79f2-42d3-80cc-139b63d0776c" providerId="AD" clId="Web-{EC2EBB38-317D-B8A7-503F-CD041CCF43A0}" dt="2025-03-26T15:18:16.147" v="110" actId="20577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EC2EBB38-317D-B8A7-503F-CD041CCF43A0}" dt="2025-03-26T15:18:16.147" v="110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addSp delSp modSp ord">
        <pc:chgData name="Hjulberg, Andrew S" userId="S::hi6397ef@go.minnstate.edu::55255bf8-79f2-42d3-80cc-139b63d0776c" providerId="AD" clId="Web-{EC2EBB38-317D-B8A7-503F-CD041CCF43A0}" dt="2025-03-26T16:37:07.440" v="160" actId="1076"/>
        <pc:sldMkLst>
          <pc:docMk/>
          <pc:sldMk cId="1656249528" sldId="273"/>
        </pc:sldMkLst>
        <pc:graphicFrameChg chg="del">
          <ac:chgData name="Hjulberg, Andrew S" userId="S::hi6397ef@go.minnstate.edu::55255bf8-79f2-42d3-80cc-139b63d0776c" providerId="AD" clId="Web-{EC2EBB38-317D-B8A7-503F-CD041CCF43A0}" dt="2025-03-26T16:36:32.391" v="156"/>
          <ac:graphicFrameMkLst>
            <pc:docMk/>
            <pc:sldMk cId="1656249528" sldId="273"/>
            <ac:graphicFrameMk id="12" creationId="{4061E4D3-28DD-20AC-AC20-9E6F9ABE05F4}"/>
          </ac:graphicFrameMkLst>
        </pc:graphicFrameChg>
        <pc:picChg chg="add mod">
          <ac:chgData name="Hjulberg, Andrew S" userId="S::hi6397ef@go.minnstate.edu::55255bf8-79f2-42d3-80cc-139b63d0776c" providerId="AD" clId="Web-{EC2EBB38-317D-B8A7-503F-CD041CCF43A0}" dt="2025-03-26T16:37:07.440" v="160" actId="1076"/>
          <ac:picMkLst>
            <pc:docMk/>
            <pc:sldMk cId="1656249528" sldId="273"/>
            <ac:picMk id="4" creationId="{9D97BADF-57F1-970E-0764-ACAA77644D31}"/>
          </ac:picMkLst>
        </pc:picChg>
      </pc:sldChg>
      <pc:sldChg chg="modSp">
        <pc:chgData name="Hjulberg, Andrew S" userId="S::hi6397ef@go.minnstate.edu::55255bf8-79f2-42d3-80cc-139b63d0776c" providerId="AD" clId="Web-{EC2EBB38-317D-B8A7-503F-CD041CCF43A0}" dt="2025-03-26T15:13:34.711" v="98" actId="2057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EC2EBB38-317D-B8A7-503F-CD041CCF43A0}" dt="2025-03-26T15:12:07.972" v="13" actId="20577"/>
          <ac:spMkLst>
            <pc:docMk/>
            <pc:sldMk cId="893194236" sldId="274"/>
            <ac:spMk id="2" creationId="{FBE08AF8-5DFC-680F-363D-9939D6AB4E40}"/>
          </ac:spMkLst>
        </pc:spChg>
        <pc:spChg chg="mod">
          <ac:chgData name="Hjulberg, Andrew S" userId="S::hi6397ef@go.minnstate.edu::55255bf8-79f2-42d3-80cc-139b63d0776c" providerId="AD" clId="Web-{EC2EBB38-317D-B8A7-503F-CD041CCF43A0}" dt="2025-03-26T15:13:34.711" v="98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delSp modSp">
        <pc:chgData name="Hjulberg, Andrew S" userId="S::hi6397ef@go.minnstate.edu::55255bf8-79f2-42d3-80cc-139b63d0776c" providerId="AD" clId="Web-{EC2EBB38-317D-B8A7-503F-CD041CCF43A0}" dt="2025-03-26T16:09:41.573" v="155"/>
        <pc:sldMkLst>
          <pc:docMk/>
          <pc:sldMk cId="401840768" sldId="275"/>
        </pc:sldMkLst>
        <pc:spChg chg="mod">
          <ac:chgData name="Hjulberg, Andrew S" userId="S::hi6397ef@go.minnstate.edu::55255bf8-79f2-42d3-80cc-139b63d0776c" providerId="AD" clId="Web-{EC2EBB38-317D-B8A7-503F-CD041CCF43A0}" dt="2025-03-26T16:08:57.946" v="154" actId="20577"/>
          <ac:spMkLst>
            <pc:docMk/>
            <pc:sldMk cId="401840768" sldId="275"/>
            <ac:spMk id="2" creationId="{3EB6FC04-BAAA-F161-D2CC-CF6F439C9A15}"/>
          </ac:spMkLst>
        </pc:spChg>
        <pc:graphicFrameChg chg="del">
          <ac:chgData name="Hjulberg, Andrew S" userId="S::hi6397ef@go.minnstate.edu::55255bf8-79f2-42d3-80cc-139b63d0776c" providerId="AD" clId="Web-{EC2EBB38-317D-B8A7-503F-CD041CCF43A0}" dt="2025-03-26T16:09:41.573" v="155"/>
          <ac:graphicFrameMkLst>
            <pc:docMk/>
            <pc:sldMk cId="401840768" sldId="275"/>
            <ac:graphicFrameMk id="10" creationId="{E2B6541C-7721-1340-B555-5E4B4D6B0B2E}"/>
          </ac:graphicFrameMkLst>
        </pc:graphicFrameChg>
      </pc:sldChg>
      <pc:sldChg chg="del">
        <pc:chgData name="Hjulberg, Andrew S" userId="S::hi6397ef@go.minnstate.edu::55255bf8-79f2-42d3-80cc-139b63d0776c" providerId="AD" clId="Web-{EC2EBB38-317D-B8A7-503F-CD041CCF43A0}" dt="2025-03-26T16:08:45.586" v="148"/>
        <pc:sldMkLst>
          <pc:docMk/>
          <pc:sldMk cId="1993179087" sldId="276"/>
        </pc:sldMkLst>
      </pc:sldChg>
    </pc:docChg>
  </pc:docChgLst>
  <pc:docChgLst>
    <pc:chgData name="Lakku, Sai Keertana R" userId="S::kb7924tj@go.minnstate.edu::aa713373-d62e-42be-a5fb-296135668942" providerId="AD" clId="Web-{55809949-4BA6-31A0-30FC-BD82EA129E1F}"/>
    <pc:docChg chg="addSld delSld modSld">
      <pc:chgData name="Lakku, Sai Keertana R" userId="S::kb7924tj@go.minnstate.edu::aa713373-d62e-42be-a5fb-296135668942" providerId="AD" clId="Web-{55809949-4BA6-31A0-30FC-BD82EA129E1F}" dt="2025-02-21T16:41:10.613" v="434" actId="20577"/>
      <pc:docMkLst>
        <pc:docMk/>
      </pc:docMkLst>
      <pc:sldChg chg="modSp">
        <pc:chgData name="Lakku, Sai Keertana R" userId="S::kb7924tj@go.minnstate.edu::aa713373-d62e-42be-a5fb-296135668942" providerId="AD" clId="Web-{55809949-4BA6-31A0-30FC-BD82EA129E1F}" dt="2025-02-21T16:41:10.613" v="434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55809949-4BA6-31A0-30FC-BD82EA129E1F}" dt="2025-02-21T16:41:10.613" v="434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55809949-4BA6-31A0-30FC-BD82EA129E1F}" dt="2025-02-21T16:39:34.876" v="414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2" creationId="{688AC3B9-2A52-B51A-D8EE-90A85703DD3C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0" creationId="{4E78424C-6FD0-41F8-9CAA-5DC19C42359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2" creationId="{DD136760-57DC-4301-8BEA-B71AD2D13905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4" creationId="{BDC58DEA-1307-4F44-AD47-E613D8B76A89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6" creationId="{C99B912D-1E4B-42AF-A2BE-CFEFEC916EE7}"/>
          </ac:spMkLst>
        </pc:spChg>
      </pc:sldChg>
      <pc:sldChg chg="modSp del">
        <pc:chgData name="Lakku, Sai Keertana R" userId="S::kb7924tj@go.minnstate.edu::aa713373-d62e-42be-a5fb-296135668942" providerId="AD" clId="Web-{55809949-4BA6-31A0-30FC-BD82EA129E1F}" dt="2025-02-21T16:30:02.022" v="58"/>
        <pc:sldMkLst>
          <pc:docMk/>
          <pc:sldMk cId="3481272266" sldId="266"/>
        </pc:sldMkLst>
      </pc:sldChg>
      <pc:sldChg chg="modSp">
        <pc:chgData name="Lakku, Sai Keertana R" userId="S::kb7924tj@go.minnstate.edu::aa713373-d62e-42be-a5fb-296135668942" providerId="AD" clId="Web-{55809949-4BA6-31A0-30FC-BD82EA129E1F}" dt="2025-02-21T16:32:59.947" v="28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55809949-4BA6-31A0-30FC-BD82EA129E1F}" dt="2025-02-21T16:32:59.947" v="28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modSp">
        <pc:chgData name="Lakku, Sai Keertana R" userId="S::kb7924tj@go.minnstate.edu::aa713373-d62e-42be-a5fb-296135668942" providerId="AD" clId="Web-{55809949-4BA6-31A0-30FC-BD82EA129E1F}" dt="2025-02-21T16:29:21.912" v="52" actId="20577"/>
        <pc:sldMkLst>
          <pc:docMk/>
          <pc:sldMk cId="1105610437" sldId="268"/>
        </pc:sldMkLst>
      </pc:sldChg>
      <pc:sldChg chg="new del">
        <pc:chgData name="Lakku, Sai Keertana R" userId="S::kb7924tj@go.minnstate.edu::aa713373-d62e-42be-a5fb-296135668942" providerId="AD" clId="Web-{55809949-4BA6-31A0-30FC-BD82EA129E1F}" dt="2025-02-21T16:27:20.159" v="1"/>
        <pc:sldMkLst>
          <pc:docMk/>
          <pc:sldMk cId="1086306751" sldId="269"/>
        </pc:sldMkLst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39:54.158" v="415"/>
        <pc:sldMkLst>
          <pc:docMk/>
          <pc:sldMk cId="1258313468" sldId="269"/>
        </pc:sldMkLst>
        <pc:spChg chg="mo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2" creationId="{802D1CA8-4AF4-EE92-811B-E41F68602FF1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39:54.158" v="415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modSp new">
        <pc:chgData name="Lakku, Sai Keertana R" userId="S::kb7924tj@go.minnstate.edu::aa713373-d62e-42be-a5fb-296135668942" providerId="AD" clId="Web-{55809949-4BA6-31A0-30FC-BD82EA129E1F}" dt="2025-02-21T16:32:51.744" v="280" actId="20577"/>
        <pc:sldMkLst>
          <pc:docMk/>
          <pc:sldMk cId="3515090267" sldId="270"/>
        </pc:sldMkLst>
        <pc:spChg chg="mod">
          <ac:chgData name="Lakku, Sai Keertana R" userId="S::kb7924tj@go.minnstate.edu::aa713373-d62e-42be-a5fb-296135668942" providerId="AD" clId="Web-{55809949-4BA6-31A0-30FC-BD82EA129E1F}" dt="2025-02-21T16:32:51.744" v="280" actId="20577"/>
          <ac:spMkLst>
            <pc:docMk/>
            <pc:sldMk cId="3515090267" sldId="270"/>
            <ac:spMk id="2" creationId="{EA09EF9F-3A87-3E44-CB5B-EDCC40297D43}"/>
          </ac:spMkLst>
        </pc:spChg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40:25.237" v="416"/>
        <pc:sldMkLst>
          <pc:docMk/>
          <pc:sldMk cId="1340975371" sldId="271"/>
        </pc:sldMkLst>
        <pc:spChg chg="mo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2" creationId="{E58A1520-60AF-0E6B-03F1-3A8E2623E3E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40:25.237" v="416"/>
          <ac:graphicFrameMkLst>
            <pc:docMk/>
            <pc:sldMk cId="1340975371" sldId="271"/>
            <ac:graphicFrameMk id="5" creationId="{D7A5384F-0122-3104-7460-473A31760BA4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64159B3A-8EC3-1548-AB78-74344C4AE6CE}"/>
    <pc:docChg chg="addSld delSld modSld sldOrd">
      <pc:chgData name="Wilkins, Graham C" userId="S::bh5884is@go.minnstate.edu::d858373d-d4a5-4d5a-af0d-fcf67a33b3d5" providerId="AD" clId="Web-{64159B3A-8EC3-1548-AB78-74344C4AE6CE}" dt="2025-02-28T17:29:58.939" v="370"/>
      <pc:docMkLst>
        <pc:docMk/>
      </pc:docMkLst>
      <pc:sldChg chg="modSp">
        <pc:chgData name="Wilkins, Graham C" userId="S::bh5884is@go.minnstate.edu::d858373d-d4a5-4d5a-af0d-fcf67a33b3d5" providerId="AD" clId="Web-{64159B3A-8EC3-1548-AB78-74344C4AE6CE}" dt="2025-02-28T17:24:56.491" v="205" actId="20577"/>
        <pc:sldMkLst>
          <pc:docMk/>
          <pc:sldMk cId="886379872" sldId="257"/>
        </pc:sldMkLst>
        <pc:graphicFrameChg chg="modGraphic">
          <ac:chgData name="Wilkins, Graham C" userId="S::bh5884is@go.minnstate.edu::d858373d-d4a5-4d5a-af0d-fcf67a33b3d5" providerId="AD" clId="Web-{64159B3A-8EC3-1548-AB78-74344C4AE6CE}" dt="2025-02-28T17:24:56.491" v="205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 ord">
        <pc:chgData name="Wilkins, Graham C" userId="S::bh5884is@go.minnstate.edu::d858373d-d4a5-4d5a-af0d-fcf67a33b3d5" providerId="AD" clId="Web-{64159B3A-8EC3-1548-AB78-74344C4AE6CE}" dt="2025-02-28T17:29:36.782" v="348" actId="20577"/>
        <pc:sldMkLst>
          <pc:docMk/>
          <pc:sldMk cId="1987320157" sldId="267"/>
        </pc:sldMkLst>
        <pc:spChg chg="mod">
          <ac:chgData name="Wilkins, Graham C" userId="S::bh5884is@go.minnstate.edu::d858373d-d4a5-4d5a-af0d-fcf67a33b3d5" providerId="AD" clId="Web-{64159B3A-8EC3-1548-AB78-74344C4AE6CE}" dt="2025-02-28T17:29:05.063" v="315" actId="20577"/>
          <ac:spMkLst>
            <pc:docMk/>
            <pc:sldMk cId="1987320157" sldId="267"/>
            <ac:spMk id="2" creationId="{97BAABD8-7260-4DFE-68DB-0632582C632D}"/>
          </ac:spMkLst>
        </pc:spChg>
        <pc:spChg chg="mod">
          <ac:chgData name="Wilkins, Graham C" userId="S::bh5884is@go.minnstate.edu::d858373d-d4a5-4d5a-af0d-fcf67a33b3d5" providerId="AD" clId="Web-{64159B3A-8EC3-1548-AB78-74344C4AE6CE}" dt="2025-02-28T17:29:36.782" v="348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del">
        <pc:chgData name="Wilkins, Graham C" userId="S::bh5884is@go.minnstate.edu::d858373d-d4a5-4d5a-af0d-fcf67a33b3d5" providerId="AD" clId="Web-{64159B3A-8EC3-1548-AB78-74344C4AE6CE}" dt="2025-02-28T17:00:46.813" v="0"/>
        <pc:sldMkLst>
          <pc:docMk/>
          <pc:sldMk cId="3515090267" sldId="270"/>
        </pc:sldMkLst>
      </pc:sldChg>
      <pc:sldChg chg="del">
        <pc:chgData name="Wilkins, Graham C" userId="S::bh5884is@go.minnstate.edu::d858373d-d4a5-4d5a-af0d-fcf67a33b3d5" providerId="AD" clId="Web-{64159B3A-8EC3-1548-AB78-74344C4AE6CE}" dt="2025-02-28T17:00:48.719" v="1"/>
        <pc:sldMkLst>
          <pc:docMk/>
          <pc:sldMk cId="1340975371" sldId="271"/>
        </pc:sldMkLst>
      </pc:sldChg>
      <pc:sldChg chg="addSp delSp modSp new">
        <pc:chgData name="Wilkins, Graham C" userId="S::bh5884is@go.minnstate.edu::d858373d-d4a5-4d5a-af0d-fcf67a33b3d5" providerId="AD" clId="Web-{64159B3A-8EC3-1548-AB78-74344C4AE6CE}" dt="2025-02-28T17:23:58.270" v="117" actId="14100"/>
        <pc:sldMkLst>
          <pc:docMk/>
          <pc:sldMk cId="401840768" sldId="275"/>
        </pc:sldMkLst>
        <pc:spChg chg="mod">
          <ac:chgData name="Wilkins, Graham C" userId="S::bh5884is@go.minnstate.edu::d858373d-d4a5-4d5a-af0d-fcf67a33b3d5" providerId="AD" clId="Web-{64159B3A-8EC3-1548-AB78-74344C4AE6CE}" dt="2025-02-28T17:13:04.496" v="74" actId="20577"/>
          <ac:spMkLst>
            <pc:docMk/>
            <pc:sldMk cId="401840768" sldId="275"/>
            <ac:spMk id="2" creationId="{3EB6FC04-BAAA-F161-D2CC-CF6F439C9A15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08:47.393" v="3"/>
          <ac:spMkLst>
            <pc:docMk/>
            <pc:sldMk cId="401840768" sldId="275"/>
            <ac:spMk id="3" creationId="{6F83B398-1AD6-7017-7723-9C1A1EEEA1D5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3:46.473" v="111" actId="20577"/>
          <ac:spMkLst>
            <pc:docMk/>
            <pc:sldMk cId="401840768" sldId="275"/>
            <ac:spMk id="7" creationId="{6077AC48-BA9A-E26D-5B16-7578A2A2EB0B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3:58.270" v="117" actId="14100"/>
          <ac:spMkLst>
            <pc:docMk/>
            <pc:sldMk cId="401840768" sldId="275"/>
            <ac:spMk id="8" creationId="{A90DCF66-5BF6-0F5B-D13C-AEC37C82769C}"/>
          </ac:spMkLst>
        </pc:spChg>
        <pc:picChg chg="add mod ord">
          <ac:chgData name="Wilkins, Graham C" userId="S::bh5884is@go.minnstate.edu::d858373d-d4a5-4d5a-af0d-fcf67a33b3d5" providerId="AD" clId="Web-{64159B3A-8EC3-1548-AB78-74344C4AE6CE}" dt="2025-02-28T17:16:59.817" v="101" actId="14100"/>
          <ac:picMkLst>
            <pc:docMk/>
            <pc:sldMk cId="401840768" sldId="275"/>
            <ac:picMk id="4" creationId="{448E08A2-9CC6-254A-374C-EB9E6914CC7E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6:55.567" v="99" actId="14100"/>
          <ac:picMkLst>
            <pc:docMk/>
            <pc:sldMk cId="401840768" sldId="275"/>
            <ac:picMk id="5" creationId="{6A5363CA-460A-FF24-F57B-F2E5720B633A}"/>
          </ac:picMkLst>
        </pc:picChg>
      </pc:sldChg>
      <pc:sldChg chg="addSp delSp modSp new">
        <pc:chgData name="Wilkins, Graham C" userId="S::bh5884is@go.minnstate.edu::d858373d-d4a5-4d5a-af0d-fcf67a33b3d5" providerId="AD" clId="Web-{64159B3A-8EC3-1548-AB78-74344C4AE6CE}" dt="2025-02-28T17:24:07.552" v="119"/>
        <pc:sldMkLst>
          <pc:docMk/>
          <pc:sldMk cId="4168929902" sldId="276"/>
        </pc:sldMkLst>
        <pc:spChg chg="mod">
          <ac:chgData name="Wilkins, Graham C" userId="S::bh5884is@go.minnstate.edu::d858373d-d4a5-4d5a-af0d-fcf67a33b3d5" providerId="AD" clId="Web-{64159B3A-8EC3-1548-AB78-74344C4AE6CE}" dt="2025-02-28T17:13:30.372" v="86" actId="14100"/>
          <ac:spMkLst>
            <pc:docMk/>
            <pc:sldMk cId="4168929902" sldId="276"/>
            <ac:spMk id="2" creationId="{3A947105-7D2A-E830-EE7F-E416842FDEE4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11:39.556" v="57"/>
          <ac:spMkLst>
            <pc:docMk/>
            <pc:sldMk cId="4168929902" sldId="276"/>
            <ac:spMk id="3" creationId="{18D0C8DF-B480-26D9-2E60-79DAA1167776}"/>
          </ac:spMkLst>
        </pc:spChg>
        <pc:spChg chg="add del mod">
          <ac:chgData name="Wilkins, Graham C" userId="S::bh5884is@go.minnstate.edu::d858373d-d4a5-4d5a-af0d-fcf67a33b3d5" providerId="AD" clId="Web-{64159B3A-8EC3-1548-AB78-74344C4AE6CE}" dt="2025-02-28T17:16:39.973" v="94"/>
          <ac:spMkLst>
            <pc:docMk/>
            <pc:sldMk cId="4168929902" sldId="276"/>
            <ac:spMk id="7" creationId="{6B3EE8B4-DAE5-4780-4432-C0D953C1DAF3}"/>
          </ac:spMkLst>
        </pc:spChg>
        <pc:spChg chg="add">
          <ac:chgData name="Wilkins, Graham C" userId="S::bh5884is@go.minnstate.edu::d858373d-d4a5-4d5a-af0d-fcf67a33b3d5" providerId="AD" clId="Web-{64159B3A-8EC3-1548-AB78-74344C4AE6CE}" dt="2025-02-28T17:24:07.536" v="118"/>
          <ac:spMkLst>
            <pc:docMk/>
            <pc:sldMk cId="4168929902" sldId="276"/>
            <ac:spMk id="9" creationId="{687004A1-EE7B-234F-1EE6-93037565BE2B}"/>
          </ac:spMkLst>
        </pc:spChg>
        <pc:spChg chg="add">
          <ac:chgData name="Wilkins, Graham C" userId="S::bh5884is@go.minnstate.edu::d858373d-d4a5-4d5a-af0d-fcf67a33b3d5" providerId="AD" clId="Web-{64159B3A-8EC3-1548-AB78-74344C4AE6CE}" dt="2025-02-28T17:24:07.552" v="119"/>
          <ac:spMkLst>
            <pc:docMk/>
            <pc:sldMk cId="4168929902" sldId="276"/>
            <ac:spMk id="11" creationId="{765B3B5E-5AE2-B14D-9D4B-983E86C0F11C}"/>
          </ac:spMkLst>
        </pc:spChg>
        <pc:picChg chg="add mod">
          <ac:chgData name="Wilkins, Graham C" userId="S::bh5884is@go.minnstate.edu::d858373d-d4a5-4d5a-af0d-fcf67a33b3d5" providerId="AD" clId="Web-{64159B3A-8EC3-1548-AB78-74344C4AE6CE}" dt="2025-02-28T17:12:04.947" v="63" actId="14100"/>
          <ac:picMkLst>
            <pc:docMk/>
            <pc:sldMk cId="4168929902" sldId="276"/>
            <ac:picMk id="4" creationId="{C94739E7-ABB8-213B-651F-CA410C30A4F5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2:02.525" v="62" actId="1076"/>
          <ac:picMkLst>
            <pc:docMk/>
            <pc:sldMk cId="4168929902" sldId="276"/>
            <ac:picMk id="5" creationId="{BAB3F4F4-2AD0-6F01-26E7-4086FD9B8BC3}"/>
          </ac:picMkLst>
        </pc:picChg>
      </pc:sldChg>
      <pc:sldChg chg="addSp delSp modSp new">
        <pc:chgData name="Wilkins, Graham C" userId="S::bh5884is@go.minnstate.edu::d858373d-d4a5-4d5a-af0d-fcf67a33b3d5" providerId="AD" clId="Web-{64159B3A-8EC3-1548-AB78-74344C4AE6CE}" dt="2025-02-28T17:28:44.812" v="310" actId="1076"/>
        <pc:sldMkLst>
          <pc:docMk/>
          <pc:sldMk cId="3273053664" sldId="277"/>
        </pc:sldMkLst>
        <pc:spChg chg="mod">
          <ac:chgData name="Wilkins, Graham C" userId="S::bh5884is@go.minnstate.edu::d858373d-d4a5-4d5a-af0d-fcf67a33b3d5" providerId="AD" clId="Web-{64159B3A-8EC3-1548-AB78-74344C4AE6CE}" dt="2025-02-28T17:24:31.756" v="161" actId="20577"/>
          <ac:spMkLst>
            <pc:docMk/>
            <pc:sldMk cId="3273053664" sldId="277"/>
            <ac:spMk id="2" creationId="{2F10C5DD-05A8-2437-33E3-AED0D9720D31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16:24.097" v="92"/>
          <ac:spMkLst>
            <pc:docMk/>
            <pc:sldMk cId="3273053664" sldId="277"/>
            <ac:spMk id="3" creationId="{D8F6224C-D7F3-C5DD-56A2-F33AD227EEB2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8:33.936" v="289" actId="20577"/>
          <ac:spMkLst>
            <pc:docMk/>
            <pc:sldMk cId="3273053664" sldId="277"/>
            <ac:spMk id="8" creationId="{B0A20924-784F-1448-9D0D-0EA3DDC0ADA4}"/>
          </ac:spMkLst>
        </pc:spChg>
        <pc:spChg chg="add del mod">
          <ac:chgData name="Wilkins, Graham C" userId="S::bh5884is@go.minnstate.edu::d858373d-d4a5-4d5a-af0d-fcf67a33b3d5" providerId="AD" clId="Web-{64159B3A-8EC3-1548-AB78-74344C4AE6CE}" dt="2025-02-28T17:28:31.514" v="288"/>
          <ac:spMkLst>
            <pc:docMk/>
            <pc:sldMk cId="3273053664" sldId="277"/>
            <ac:spMk id="10" creationId="{8094D909-0ACB-3D19-0ADB-FB3B72D9447C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8:44.812" v="310" actId="1076"/>
          <ac:spMkLst>
            <pc:docMk/>
            <pc:sldMk cId="3273053664" sldId="277"/>
            <ac:spMk id="11" creationId="{4110D6CC-5486-E90F-79C8-E5628EF62ABB}"/>
          </ac:spMkLst>
        </pc:spChg>
        <pc:picChg chg="add mod ord">
          <ac:chgData name="Wilkins, Graham C" userId="S::bh5884is@go.minnstate.edu::d858373d-d4a5-4d5a-af0d-fcf67a33b3d5" providerId="AD" clId="Web-{64159B3A-8EC3-1548-AB78-74344C4AE6CE}" dt="2025-02-28T17:16:25.363" v="93" actId="1076"/>
          <ac:picMkLst>
            <pc:docMk/>
            <pc:sldMk cId="3273053664" sldId="277"/>
            <ac:picMk id="4" creationId="{4DF34ACB-364E-F7A2-3102-E8646AA9BBFC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6:45.207" v="96" actId="1076"/>
          <ac:picMkLst>
            <pc:docMk/>
            <pc:sldMk cId="3273053664" sldId="277"/>
            <ac:picMk id="6" creationId="{CDBFF1CC-BAAD-4ABC-F244-842708F371DB}"/>
          </ac:picMkLst>
        </pc:picChg>
      </pc:sldChg>
      <pc:sldChg chg="modSp add del replId">
        <pc:chgData name="Wilkins, Graham C" userId="S::bh5884is@go.minnstate.edu::d858373d-d4a5-4d5a-af0d-fcf67a33b3d5" providerId="AD" clId="Web-{64159B3A-8EC3-1548-AB78-74344C4AE6CE}" dt="2025-02-28T17:29:58.939" v="370"/>
        <pc:sldMkLst>
          <pc:docMk/>
          <pc:sldMk cId="3060660367" sldId="278"/>
        </pc:sldMkLst>
        <pc:spChg chg="mod">
          <ac:chgData name="Wilkins, Graham C" userId="S::bh5884is@go.minnstate.edu::d858373d-d4a5-4d5a-af0d-fcf67a33b3d5" providerId="AD" clId="Web-{64159B3A-8EC3-1548-AB78-74344C4AE6CE}" dt="2025-02-28T17:29:56.846" v="369" actId="20577"/>
          <ac:spMkLst>
            <pc:docMk/>
            <pc:sldMk cId="3060660367" sldId="278"/>
            <ac:spMk id="4" creationId="{8EDDE56B-E950-2D20-EBBA-B3CAD92EA217}"/>
          </ac:spMkLst>
        </pc:spChg>
      </pc:sldChg>
    </pc:docChg>
  </pc:docChgLst>
  <pc:docChgLst>
    <pc:chgData name="Srinivasa Reddy, Shashank reddy" userId="S::qn1833ep@go.minnstate.edu::5f8d5532-cbd8-40c0-aa18-97830f20e260" providerId="AD" clId="Web-{7F68ABDE-D9CA-E551-DBB2-2C078D1481C3}"/>
    <pc:docChg chg="modSld">
      <pc:chgData name="Srinivasa Reddy, Shashank reddy" userId="S::qn1833ep@go.minnstate.edu::5f8d5532-cbd8-40c0-aa18-97830f20e260" providerId="AD" clId="Web-{7F68ABDE-D9CA-E551-DBB2-2C078D1481C3}" dt="2025-04-04T16:26:33.242" v="68" actId="20577"/>
      <pc:docMkLst>
        <pc:docMk/>
      </pc:docMkLst>
      <pc:sldChg chg="delSp modSp">
        <pc:chgData name="Srinivasa Reddy, Shashank reddy" userId="S::qn1833ep@go.minnstate.edu::5f8d5532-cbd8-40c0-aa18-97830f20e260" providerId="AD" clId="Web-{7F68ABDE-D9CA-E551-DBB2-2C078D1481C3}" dt="2025-04-04T16:17:51.975" v="54"/>
        <pc:sldMkLst>
          <pc:docMk/>
          <pc:sldMk cId="401840768" sldId="275"/>
        </pc:sldMkLst>
        <pc:spChg chg="mod">
          <ac:chgData name="Srinivasa Reddy, Shashank reddy" userId="S::qn1833ep@go.minnstate.edu::5f8d5532-cbd8-40c0-aa18-97830f20e260" providerId="AD" clId="Web-{7F68ABDE-D9CA-E551-DBB2-2C078D1481C3}" dt="2025-04-04T16:00:37.550" v="0" actId="20577"/>
          <ac:spMkLst>
            <pc:docMk/>
            <pc:sldMk cId="401840768" sldId="275"/>
            <ac:spMk id="3" creationId="{28EC074C-A5CF-98CF-574C-DC35FC12E44B}"/>
          </ac:spMkLst>
        </pc:spChg>
        <pc:spChg chg="del mod">
          <ac:chgData name="Srinivasa Reddy, Shashank reddy" userId="S::qn1833ep@go.minnstate.edu::5f8d5532-cbd8-40c0-aa18-97830f20e260" providerId="AD" clId="Web-{7F68ABDE-D9CA-E551-DBB2-2C078D1481C3}" dt="2025-04-04T16:17:51.975" v="54"/>
          <ac:spMkLst>
            <pc:docMk/>
            <pc:sldMk cId="401840768" sldId="275"/>
            <ac:spMk id="988" creationId="{2761B5EE-4776-46A5-56B2-AD14F95BDDCD}"/>
          </ac:spMkLst>
        </pc:spChg>
        <pc:graphicFrameChg chg="modGraphic">
          <ac:chgData name="Srinivasa Reddy, Shashank reddy" userId="S::qn1833ep@go.minnstate.edu::5f8d5532-cbd8-40c0-aa18-97830f20e260" providerId="AD" clId="Web-{7F68ABDE-D9CA-E551-DBB2-2C078D1481C3}" dt="2025-04-04T16:17:24.819" v="52" actId="20577"/>
          <ac:graphicFrameMkLst>
            <pc:docMk/>
            <pc:sldMk cId="401840768" sldId="275"/>
            <ac:graphicFrameMk id="32" creationId="{30A8635A-E7E5-1E6F-F2BA-A213A75CB5F7}"/>
          </ac:graphicFrameMkLst>
        </pc:graphicFrameChg>
      </pc:sldChg>
      <pc:sldChg chg="addSp delSp modSp">
        <pc:chgData name="Srinivasa Reddy, Shashank reddy" userId="S::qn1833ep@go.minnstate.edu::5f8d5532-cbd8-40c0-aa18-97830f20e260" providerId="AD" clId="Web-{7F68ABDE-D9CA-E551-DBB2-2C078D1481C3}" dt="2025-04-04T16:26:33.242" v="68" actId="20577"/>
        <pc:sldMkLst>
          <pc:docMk/>
          <pc:sldMk cId="3527744105" sldId="278"/>
        </pc:sldMkLst>
        <pc:spChg chg="mod">
          <ac:chgData name="Srinivasa Reddy, Shashank reddy" userId="S::qn1833ep@go.minnstate.edu::5f8d5532-cbd8-40c0-aa18-97830f20e260" providerId="AD" clId="Web-{7F68ABDE-D9CA-E551-DBB2-2C078D1481C3}" dt="2025-04-04T16:26:33.242" v="68" actId="20577"/>
          <ac:spMkLst>
            <pc:docMk/>
            <pc:sldMk cId="3527744105" sldId="278"/>
            <ac:spMk id="3" creationId="{0BDB1C9D-2287-4F40-FE5D-B4414C3B939A}"/>
          </ac:spMkLst>
        </pc:spChg>
        <pc:spChg chg="add del">
          <ac:chgData name="Srinivasa Reddy, Shashank reddy" userId="S::qn1833ep@go.minnstate.edu::5f8d5532-cbd8-40c0-aa18-97830f20e260" providerId="AD" clId="Web-{7F68ABDE-D9CA-E551-DBB2-2C078D1481C3}" dt="2025-04-04T16:25:30.664" v="56"/>
          <ac:spMkLst>
            <pc:docMk/>
            <pc:sldMk cId="3527744105" sldId="278"/>
            <ac:spMk id="4" creationId="{7D011B50-C42F-11F9-0237-00757B5581C3}"/>
          </ac:spMkLst>
        </pc:spChg>
        <pc:spChg chg="add mod">
          <ac:chgData name="Srinivasa Reddy, Shashank reddy" userId="S::qn1833ep@go.minnstate.edu::5f8d5532-cbd8-40c0-aa18-97830f20e260" providerId="AD" clId="Web-{7F68ABDE-D9CA-E551-DBB2-2C078D1481C3}" dt="2025-04-04T16:26:27.586" v="66" actId="1076"/>
          <ac:spMkLst>
            <pc:docMk/>
            <pc:sldMk cId="3527744105" sldId="278"/>
            <ac:spMk id="6" creationId="{0BCDEF71-B9B1-67A2-90AB-C0A2C812AA7E}"/>
          </ac:spMkLst>
        </pc:spChg>
      </pc:sldChg>
    </pc:docChg>
  </pc:docChgLst>
  <pc:docChgLst>
    <pc:chgData name="Srinivasa Reddy, Shashank reddy" userId="S::qn1833ep@go.minnstate.edu::5f8d5532-cbd8-40c0-aa18-97830f20e260" providerId="AD" clId="Web-{C8060422-C3F0-BE59-8305-B28CD494688C}"/>
    <pc:docChg chg="addSld delSld modSld">
      <pc:chgData name="Srinivasa Reddy, Shashank reddy" userId="S::qn1833ep@go.minnstate.edu::5f8d5532-cbd8-40c0-aa18-97830f20e260" providerId="AD" clId="Web-{C8060422-C3F0-BE59-8305-B28CD494688C}" dt="2025-03-28T15:24:34.646" v="376" actId="20577"/>
      <pc:docMkLst>
        <pc:docMk/>
      </pc:docMkLst>
      <pc:sldChg chg="modSp">
        <pc:chgData name="Srinivasa Reddy, Shashank reddy" userId="S::qn1833ep@go.minnstate.edu::5f8d5532-cbd8-40c0-aa18-97830f20e260" providerId="AD" clId="Web-{C8060422-C3F0-BE59-8305-B28CD494688C}" dt="2025-03-28T15:23:59.067" v="373" actId="20577"/>
        <pc:sldMkLst>
          <pc:docMk/>
          <pc:sldMk cId="1258313468" sldId="269"/>
        </pc:sldMkLst>
        <pc:spChg chg="mod">
          <ac:chgData name="Srinivasa Reddy, Shashank reddy" userId="S::qn1833ep@go.minnstate.edu::5f8d5532-cbd8-40c0-aa18-97830f20e260" providerId="AD" clId="Web-{C8060422-C3F0-BE59-8305-B28CD494688C}" dt="2025-03-28T15:23:59.067" v="373" actId="20577"/>
          <ac:spMkLst>
            <pc:docMk/>
            <pc:sldMk cId="1258313468" sldId="269"/>
            <ac:spMk id="6" creationId="{F460C7CA-C74A-47C3-E8E1-675A2D2DFD09}"/>
          </ac:spMkLst>
        </pc:spChg>
      </pc:sldChg>
      <pc:sldChg chg="addSp delSp modSp mod setBg setClrOvrMap">
        <pc:chgData name="Srinivasa Reddy, Shashank reddy" userId="S::qn1833ep@go.minnstate.edu::5f8d5532-cbd8-40c0-aa18-97830f20e260" providerId="AD" clId="Web-{C8060422-C3F0-BE59-8305-B28CD494688C}" dt="2025-03-28T15:24:34.646" v="376" actId="20577"/>
        <pc:sldMkLst>
          <pc:docMk/>
          <pc:sldMk cId="401840768" sldId="275"/>
        </pc:sldMkLst>
        <pc:spChg chg="mo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" creationId="{3EB6FC04-BAAA-F161-D2CC-CF6F439C9A15}"/>
          </ac:spMkLst>
        </pc:spChg>
        <pc:spChg chg="mod">
          <ac:chgData name="Srinivasa Reddy, Shashank reddy" userId="S::qn1833ep@go.minnstate.edu::5f8d5532-cbd8-40c0-aa18-97830f20e260" providerId="AD" clId="Web-{C8060422-C3F0-BE59-8305-B28CD494688C}" dt="2025-03-28T15:24:03.207" v="374" actId="20577"/>
          <ac:spMkLst>
            <pc:docMk/>
            <pc:sldMk cId="401840768" sldId="275"/>
            <ac:spMk id="3" creationId="{28EC074C-A5CF-98CF-574C-DC35FC12E44B}"/>
          </ac:spMkLst>
        </pc:spChg>
        <pc:spChg chg="add del mod">
          <ac:chgData name="Srinivasa Reddy, Shashank reddy" userId="S::qn1833ep@go.minnstate.edu::5f8d5532-cbd8-40c0-aa18-97830f20e260" providerId="AD" clId="Web-{C8060422-C3F0-BE59-8305-B28CD494688C}" dt="2025-03-27T19:42:43.488" v="153"/>
          <ac:spMkLst>
            <pc:docMk/>
            <pc:sldMk cId="401840768" sldId="275"/>
            <ac:spMk id="4" creationId="{0F24E42C-C15F-DA9A-8303-BDD4D972FC5B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1" creationId="{4E78424C-6FD0-41F8-9CAA-5DC19C42359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2" creationId="{DD136760-57DC-4301-8BEA-B71AD2D13905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4" creationId="{BDC58DEA-1307-4F44-AD47-E613D8B76A89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14.004" v="146"/>
          <ac:spMkLst>
            <pc:docMk/>
            <pc:sldMk cId="401840768" sldId="275"/>
            <ac:spMk id="16" creationId="{C99B912D-1E4B-42AF-A2BE-CFEFEC916EE7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0" creationId="{F747F1B4-B831-4277-8AB0-32767F7EB7B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1" creationId="{D80CFA21-AB7C-4BEB-9BFF-05764FBBF3C6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2" creationId="{12F7E335-851A-4CAE-B09F-E657819D4600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7T19:42:36.566" v="150"/>
          <ac:spMkLst>
            <pc:docMk/>
            <pc:sldMk cId="401840768" sldId="275"/>
            <ac:spMk id="23" creationId="{10B541F0-7F6E-402E-84D8-CF96EACA5FB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8" creationId="{F747F1B4-B831-4277-8AB0-32767F7EB7BF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29" creationId="{D80CFA21-AB7C-4BEB-9BFF-05764FBBF3C6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0" creationId="{12F7E335-851A-4CAE-B09F-E657819D4600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1" creationId="{10B541F0-7F6E-402E-84D8-CF96EACA5FB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1:55:11.457" v="169"/>
          <ac:spMkLst>
            <pc:docMk/>
            <pc:sldMk cId="401840768" sldId="275"/>
            <ac:spMk id="35" creationId="{D2236FAB-CEB5-356E-760F-284D1192362F}"/>
          </ac:spMkLst>
        </pc:spChg>
        <pc:spChg chg="add del mod">
          <ac:chgData name="Srinivasa Reddy, Shashank reddy" userId="S::qn1833ep@go.minnstate.edu::5f8d5532-cbd8-40c0-aa18-97830f20e260" providerId="AD" clId="Web-{C8060422-C3F0-BE59-8305-B28CD494688C}" dt="2025-03-28T12:08:49.002" v="249"/>
          <ac:spMkLst>
            <pc:docMk/>
            <pc:sldMk cId="401840768" sldId="275"/>
            <ac:spMk id="36" creationId="{A586D533-223B-8EA3-B0D9-1A98A6C15040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7" creationId="{4E78424C-6FD0-41F8-9CAA-5DC19C42359F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39" creationId="{DD136760-57DC-4301-8BEA-B71AD2D13905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41" creationId="{BDC58DEA-1307-4F44-AD47-E613D8B76A89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5:17:46.630" v="324"/>
          <ac:spMkLst>
            <pc:docMk/>
            <pc:sldMk cId="401840768" sldId="275"/>
            <ac:spMk id="43" creationId="{C99B912D-1E4B-42AF-A2BE-CFEFEC916EE7}"/>
          </ac:spMkLst>
        </pc:spChg>
        <pc:spChg chg="add mod">
          <ac:chgData name="Srinivasa Reddy, Shashank reddy" userId="S::qn1833ep@go.minnstate.edu::5f8d5532-cbd8-40c0-aa18-97830f20e260" providerId="AD" clId="Web-{C8060422-C3F0-BE59-8305-B28CD494688C}" dt="2025-03-28T15:23:00.111" v="371" actId="1076"/>
          <ac:spMkLst>
            <pc:docMk/>
            <pc:sldMk cId="401840768" sldId="275"/>
            <ac:spMk id="988" creationId="{2761B5EE-4776-46A5-56B2-AD14F95BDDCD}"/>
          </ac:spMkLst>
        </pc:spChg>
        <pc:graphicFrameChg chg="add del">
          <ac:chgData name="Srinivasa Reddy, Shashank reddy" userId="S::qn1833ep@go.minnstate.edu::5f8d5532-cbd8-40c0-aa18-97830f20e260" providerId="AD" clId="Web-{C8060422-C3F0-BE59-8305-B28CD494688C}" dt="2025-03-27T19:42:14.004" v="146"/>
          <ac:graphicFrameMkLst>
            <pc:docMk/>
            <pc:sldMk cId="401840768" sldId="275"/>
            <ac:graphicFrameMk id="13" creationId="{3CBD1CCC-25DF-76FE-4707-4352BD2BBA2C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23.644" v="148"/>
          <ac:graphicFrameMkLst>
            <pc:docMk/>
            <pc:sldMk cId="401840768" sldId="275"/>
            <ac:graphicFrameMk id="18" creationId="{DD4F60BD-3697-4696-53EF-85961AAA66C1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36.566" v="150"/>
          <ac:graphicFrameMkLst>
            <pc:docMk/>
            <pc:sldMk cId="401840768" sldId="275"/>
            <ac:graphicFrameMk id="24" creationId="{30A8635A-E7E5-1E6F-F2BA-A213A75CB5F7}"/>
          </ac:graphicFrameMkLst>
        </pc:graphicFrameChg>
        <pc:graphicFrameChg chg="add del">
          <ac:chgData name="Srinivasa Reddy, Shashank reddy" userId="S::qn1833ep@go.minnstate.edu::5f8d5532-cbd8-40c0-aa18-97830f20e260" providerId="AD" clId="Web-{C8060422-C3F0-BE59-8305-B28CD494688C}" dt="2025-03-27T19:42:43.441" v="152"/>
          <ac:graphicFrameMkLst>
            <pc:docMk/>
            <pc:sldMk cId="401840768" sldId="275"/>
            <ac:graphicFrameMk id="26" creationId="{B4C181F6-1896-DD8B-D4EB-F1E7AB3D2609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5:24:34.646" v="376" actId="20577"/>
          <ac:graphicFrameMkLst>
            <pc:docMk/>
            <pc:sldMk cId="401840768" sldId="275"/>
            <ac:graphicFrameMk id="32" creationId="{30A8635A-E7E5-1E6F-F2BA-A213A75CB5F7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1:58:36.862" v="210"/>
          <ac:graphicFrameMkLst>
            <pc:docMk/>
            <pc:sldMk cId="401840768" sldId="275"/>
            <ac:graphicFrameMk id="50" creationId="{5962AFF4-8A9D-D70E-C1EF-061B52473A08}"/>
          </ac:graphicFrameMkLst>
        </pc:graphicFrameChg>
        <pc:graphicFrameChg chg="add del mod modGraphic">
          <ac:chgData name="Srinivasa Reddy, Shashank reddy" userId="S::qn1833ep@go.minnstate.edu::5f8d5532-cbd8-40c0-aa18-97830f20e260" providerId="AD" clId="Web-{C8060422-C3F0-BE59-8305-B28CD494688C}" dt="2025-03-28T12:08:44.096" v="247"/>
          <ac:graphicFrameMkLst>
            <pc:docMk/>
            <pc:sldMk cId="401840768" sldId="275"/>
            <ac:graphicFrameMk id="184" creationId="{EA302DCA-5093-9B88-16DC-C95EE5D05E4E}"/>
          </ac:graphicFrameMkLst>
        </pc:graphicFrameChg>
        <pc:picChg chg="add mod">
          <ac:chgData name="Srinivasa Reddy, Shashank reddy" userId="S::qn1833ep@go.minnstate.edu::5f8d5532-cbd8-40c0-aa18-97830f20e260" providerId="AD" clId="Web-{C8060422-C3F0-BE59-8305-B28CD494688C}" dt="2025-03-28T12:08:57.127" v="251" actId="1076"/>
          <ac:picMkLst>
            <pc:docMk/>
            <pc:sldMk cId="401840768" sldId="275"/>
            <ac:picMk id="188" creationId="{4DAD31B7-A61A-FC1E-1C1C-B6AFF45BFC57}"/>
          </ac:picMkLst>
        </pc:picChg>
        <pc:picChg chg="add mod">
          <ac:chgData name="Srinivasa Reddy, Shashank reddy" userId="S::qn1833ep@go.minnstate.edu::5f8d5532-cbd8-40c0-aa18-97830f20e260" providerId="AD" clId="Web-{C8060422-C3F0-BE59-8305-B28CD494688C}" dt="2025-03-28T12:08:58.955" v="252" actId="1076"/>
          <ac:picMkLst>
            <pc:docMk/>
            <pc:sldMk cId="401840768" sldId="275"/>
            <ac:picMk id="189" creationId="{115EB99F-115F-2690-F36D-72C366D09D1C}"/>
          </ac:picMkLst>
        </pc:picChg>
      </pc:sldChg>
      <pc:sldChg chg="addSp delSp modSp add del mod replId setBg setClrOvrMap">
        <pc:chgData name="Srinivasa Reddy, Shashank reddy" userId="S::qn1833ep@go.minnstate.edu::5f8d5532-cbd8-40c0-aa18-97830f20e260" providerId="AD" clId="Web-{C8060422-C3F0-BE59-8305-B28CD494688C}" dt="2025-03-28T15:23:45.581" v="372"/>
        <pc:sldMkLst>
          <pc:docMk/>
          <pc:sldMk cId="2139809473" sldId="276"/>
        </pc:sldMkLst>
        <pc:spChg chg="mo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" creationId="{573AD977-AB01-2EDA-73EE-2B783FF06D4B}"/>
          </ac:spMkLst>
        </pc:spChg>
        <pc:spChg chg="mo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" creationId="{CA71B766-BD54-AD95-ADB6-7CDFFFE8CDB9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8" creationId="{A17BD42C-700A-EAAA-C4BD-7D5F6337235C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29" creationId="{0117900B-F2EF-D5B7-4AAA-6449D57B4C25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0" creationId="{CF9A13FB-419A-E888-7259-6A8F8C51E4BE}"/>
          </ac:spMkLst>
        </pc:spChg>
        <pc:spChg chg="add del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31" creationId="{79CE6DEC-832D-B5D8-E5D8-F792E0547EA6}"/>
          </ac:spMkLst>
        </pc:spChg>
        <pc:spChg chg="del mod">
          <ac:chgData name="Srinivasa Reddy, Shashank reddy" userId="S::qn1833ep@go.minnstate.edu::5f8d5532-cbd8-40c0-aa18-97830f20e260" providerId="AD" clId="Web-{C8060422-C3F0-BE59-8305-B28CD494688C}" dt="2025-03-28T12:05:57.785" v="227"/>
          <ac:spMkLst>
            <pc:docMk/>
            <pc:sldMk cId="2139809473" sldId="276"/>
            <ac:spMk id="36" creationId="{2A45D4D8-B14C-7533-6A52-DA8CF7F9147D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86" creationId="{F747F1B4-B831-4277-8AB0-32767F7EB7BF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1" creationId="{D80CFA21-AB7C-4BEB-9BFF-05764FBBF3C6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3" creationId="{12F7E335-851A-4CAE-B09F-E657819D4600}"/>
          </ac:spMkLst>
        </pc:spChg>
        <pc:spChg chg="add">
          <ac:chgData name="Srinivasa Reddy, Shashank reddy" userId="S::qn1833ep@go.minnstate.edu::5f8d5532-cbd8-40c0-aa18-97830f20e260" providerId="AD" clId="Web-{C8060422-C3F0-BE59-8305-B28CD494688C}" dt="2025-03-28T12:06:44.581" v="237"/>
          <ac:spMkLst>
            <pc:docMk/>
            <pc:sldMk cId="2139809473" sldId="276"/>
            <ac:spMk id="195" creationId="{10B541F0-7F6E-402E-84D8-CF96EACA5FBC}"/>
          </ac:spMkLst>
        </pc:spChg>
        <pc:graphicFrameChg chg="del">
          <ac:chgData name="Srinivasa Reddy, Shashank reddy" userId="S::qn1833ep@go.minnstate.edu::5f8d5532-cbd8-40c0-aa18-97830f20e260" providerId="AD" clId="Web-{C8060422-C3F0-BE59-8305-B28CD494688C}" dt="2025-03-28T12:05:52.597" v="225"/>
          <ac:graphicFrameMkLst>
            <pc:docMk/>
            <pc:sldMk cId="2139809473" sldId="276"/>
            <ac:graphicFrameMk id="32" creationId="{54D925BD-05CF-F2DD-C13B-46D3C9AAAF63}"/>
          </ac:graphicFrameMkLst>
        </pc:graphicFrameChg>
        <pc:graphicFrameChg chg="mod modGraphic">
          <ac:chgData name="Srinivasa Reddy, Shashank reddy" userId="S::qn1833ep@go.minnstate.edu::5f8d5532-cbd8-40c0-aa18-97830f20e260" providerId="AD" clId="Web-{C8060422-C3F0-BE59-8305-B28CD494688C}" dt="2025-03-28T15:04:34.552" v="274"/>
          <ac:graphicFrameMkLst>
            <pc:docMk/>
            <pc:sldMk cId="2139809473" sldId="276"/>
            <ac:graphicFrameMk id="184" creationId="{F2AF92F0-6286-E001-E1D2-78A757B709AB}"/>
          </ac:graphicFrameMkLst>
        </pc:graphicFrameChg>
        <pc:picChg chg="del mod">
          <ac:chgData name="Srinivasa Reddy, Shashank reddy" userId="S::qn1833ep@go.minnstate.edu::5f8d5532-cbd8-40c0-aa18-97830f20e260" providerId="AD" clId="Web-{C8060422-C3F0-BE59-8305-B28CD494688C}" dt="2025-03-28T12:06:10.300" v="233"/>
          <ac:picMkLst>
            <pc:docMk/>
            <pc:sldMk cId="2139809473" sldId="276"/>
            <ac:picMk id="188" creationId="{121D234A-3127-0941-657E-ADD9EF79DD08}"/>
          </ac:picMkLst>
        </pc:picChg>
        <pc:picChg chg="del mod">
          <ac:chgData name="Srinivasa Reddy, Shashank reddy" userId="S::qn1833ep@go.minnstate.edu::5f8d5532-cbd8-40c0-aa18-97830f20e260" providerId="AD" clId="Web-{C8060422-C3F0-BE59-8305-B28CD494688C}" dt="2025-03-28T12:06:08.019" v="231"/>
          <ac:picMkLst>
            <pc:docMk/>
            <pc:sldMk cId="2139809473" sldId="276"/>
            <ac:picMk id="189" creationId="{B76E71FD-03A4-BBF6-43DD-846A3C6B196F}"/>
          </ac:picMkLst>
        </pc:picChg>
      </pc:sldChg>
    </pc:docChg>
  </pc:docChgLst>
  <pc:docChgLst>
    <pc:chgData clId="Web-{21C7DA03-CA7E-CD3B-3EDF-5DD967C42C77}"/>
    <pc:docChg chg="modSld">
      <pc:chgData name="" userId="" providerId="" clId="Web-{21C7DA03-CA7E-CD3B-3EDF-5DD967C42C77}" dt="2025-02-21T16:12:25.209" v="2" actId="20577"/>
      <pc:docMkLst>
        <pc:docMk/>
      </pc:docMkLst>
      <pc:sldChg chg="modSp">
        <pc:chgData name="" userId="" providerId="" clId="Web-{21C7DA03-CA7E-CD3B-3EDF-5DD967C42C77}" dt="2025-02-21T16:12:25.209" v="2" actId="20577"/>
        <pc:sldMkLst>
          <pc:docMk/>
          <pc:sldMk cId="109857222" sldId="256"/>
        </pc:sldMkLst>
        <pc:spChg chg="mod">
          <ac:chgData name="" userId="" providerId="" clId="Web-{21C7DA03-CA7E-CD3B-3EDF-5DD967C42C77}" dt="2025-02-21T16:12:25.2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Hjulberg, Andrew S" userId="S::hi6397ef@go.minnstate.edu::55255bf8-79f2-42d3-80cc-139b63d0776c" providerId="AD" clId="Web-{87C06292-1DAC-6B06-D1BF-913DCCB5227D}"/>
    <pc:docChg chg="modSld">
      <pc:chgData name="Hjulberg, Andrew S" userId="S::hi6397ef@go.minnstate.edu::55255bf8-79f2-42d3-80cc-139b63d0776c" providerId="AD" clId="Web-{87C06292-1DAC-6B06-D1BF-913DCCB5227D}" dt="2025-02-28T17:30:24.971" v="2" actId="20577"/>
      <pc:docMkLst>
        <pc:docMk/>
      </pc:docMkLst>
      <pc:sldChg chg="modSp">
        <pc:chgData name="Hjulberg, Andrew S" userId="S::hi6397ef@go.minnstate.edu::55255bf8-79f2-42d3-80cc-139b63d0776c" providerId="AD" clId="Web-{87C06292-1DAC-6B06-D1BF-913DCCB5227D}" dt="2025-02-28T17:30:24.971" v="2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87C06292-1DAC-6B06-D1BF-913DCCB5227D}" dt="2025-02-28T17:30:24.971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Lakku, Sai Keertana R" userId="S::kb7924tj@go.minnstate.edu::aa713373-d62e-42be-a5fb-296135668942" providerId="AD" clId="Web-{0123EC3D-3BB0-52C3-C8DB-E95146AB2338}"/>
    <pc:docChg chg="modSld">
      <pc:chgData name="Lakku, Sai Keertana R" userId="S::kb7924tj@go.minnstate.edu::aa713373-d62e-42be-a5fb-296135668942" providerId="AD" clId="Web-{0123EC3D-3BB0-52C3-C8DB-E95146AB2338}" dt="2025-03-28T16:19:55.937" v="123" actId="1076"/>
      <pc:docMkLst>
        <pc:docMk/>
      </pc:docMkLst>
      <pc:sldChg chg="modSp">
        <pc:chgData name="Lakku, Sai Keertana R" userId="S::kb7924tj@go.minnstate.edu::aa713373-d62e-42be-a5fb-296135668942" providerId="AD" clId="Web-{0123EC3D-3BB0-52C3-C8DB-E95146AB2338}" dt="2025-03-28T16:19:55.937" v="123" actId="1076"/>
        <pc:sldMkLst>
          <pc:docMk/>
          <pc:sldMk cId="893194236" sldId="274"/>
        </pc:sldMkLst>
        <pc:picChg chg="mod">
          <ac:chgData name="Lakku, Sai Keertana R" userId="S::kb7924tj@go.minnstate.edu::aa713373-d62e-42be-a5fb-296135668942" providerId="AD" clId="Web-{0123EC3D-3BB0-52C3-C8DB-E95146AB2338}" dt="2025-03-28T16:19:55.937" v="123" actId="1076"/>
          <ac:picMkLst>
            <pc:docMk/>
            <pc:sldMk cId="893194236" sldId="274"/>
            <ac:picMk id="8" creationId="{D7CF06B1-5685-17BF-BD1A-E7E02255C33F}"/>
          </ac:picMkLst>
        </pc:picChg>
      </pc:sldChg>
      <pc:sldChg chg="modSp">
        <pc:chgData name="Lakku, Sai Keertana R" userId="S::kb7924tj@go.minnstate.edu::aa713373-d62e-42be-a5fb-296135668942" providerId="AD" clId="Web-{0123EC3D-3BB0-52C3-C8DB-E95146AB2338}" dt="2025-03-28T16:18:41.620" v="119"/>
        <pc:sldMkLst>
          <pc:docMk/>
          <pc:sldMk cId="2540521633" sldId="277"/>
        </pc:sldMkLst>
        <pc:graphicFrameChg chg="mod modGraphic">
          <ac:chgData name="Lakku, Sai Keertana R" userId="S::kb7924tj@go.minnstate.edu::aa713373-d62e-42be-a5fb-296135668942" providerId="AD" clId="Web-{0123EC3D-3BB0-52C3-C8DB-E95146AB2338}" dt="2025-03-28T16:18:41.620" v="119"/>
          <ac:graphicFrameMkLst>
            <pc:docMk/>
            <pc:sldMk cId="2540521633" sldId="277"/>
            <ac:graphicFrameMk id="6" creationId="{E8C4FCBE-AB17-F054-AA9D-2771819AF527}"/>
          </ac:graphicFrameMkLst>
        </pc:graphicFrameChg>
      </pc:sldChg>
    </pc:docChg>
  </pc:docChgLst>
  <pc:docChgLst>
    <pc:chgData name="Hjulberg, Andrew S" userId="55255bf8-79f2-42d3-80cc-139b63d0776c" providerId="ADAL" clId="{BF91F376-D513-407B-90DF-F66CF7546839}"/>
    <pc:docChg chg="custSel addSld modSld sldOrd">
      <pc:chgData name="Hjulberg, Andrew S" userId="55255bf8-79f2-42d3-80cc-139b63d0776c" providerId="ADAL" clId="{BF91F376-D513-407B-90DF-F66CF7546839}" dt="2025-03-21T15:54:34.060" v="141"/>
      <pc:docMkLst>
        <pc:docMk/>
      </pc:docMkLst>
      <pc:sldChg chg="modSp">
        <pc:chgData name="Hjulberg, Andrew S" userId="55255bf8-79f2-42d3-80cc-139b63d0776c" providerId="ADAL" clId="{BF91F376-D513-407B-90DF-F66CF7546839}" dt="2025-03-21T15:54:02.674" v="140"/>
        <pc:sldMkLst>
          <pc:docMk/>
          <pc:sldMk cId="886379872" sldId="257"/>
        </pc:sldMkLst>
        <pc:graphicFrameChg chg="mod">
          <ac:chgData name="Hjulberg, Andrew S" userId="55255bf8-79f2-42d3-80cc-139b63d0776c" providerId="ADAL" clId="{BF91F376-D513-407B-90DF-F66CF7546839}" dt="2025-03-21T15:54:02.674" v="14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 mod">
        <pc:chgData name="Hjulberg, Andrew S" userId="55255bf8-79f2-42d3-80cc-139b63d0776c" providerId="ADAL" clId="{BF91F376-D513-407B-90DF-F66CF7546839}" dt="2025-03-21T15:54:34.060" v="141"/>
        <pc:sldMkLst>
          <pc:docMk/>
          <pc:sldMk cId="1258313468" sldId="269"/>
        </pc:sldMkLst>
        <pc:graphicFrameChg chg="add mod">
          <ac:chgData name="Hjulberg, Andrew S" userId="55255bf8-79f2-42d3-80cc-139b63d0776c" providerId="ADAL" clId="{BF91F376-D513-407B-90DF-F66CF7546839}" dt="2025-03-21T15:54:34.060" v="141"/>
          <ac:graphicFrameMkLst>
            <pc:docMk/>
            <pc:sldMk cId="1258313468" sldId="269"/>
            <ac:graphicFrameMk id="5" creationId="{635C2A7D-A2CA-3FC7-C810-CE0225A50F5B}"/>
          </ac:graphicFrameMkLst>
        </pc:graphicFrameChg>
        <pc:picChg chg="add del mod">
          <ac:chgData name="Hjulberg, Andrew S" userId="55255bf8-79f2-42d3-80cc-139b63d0776c" providerId="ADAL" clId="{BF91F376-D513-407B-90DF-F66CF7546839}" dt="2025-03-19T15:38:33.278" v="2" actId="21"/>
          <ac:picMkLst>
            <pc:docMk/>
            <pc:sldMk cId="1258313468" sldId="269"/>
            <ac:picMk id="4" creationId="{B404D528-2AD9-F19E-84A4-8479A7EE7449}"/>
          </ac:picMkLst>
        </pc:picChg>
      </pc:sldChg>
      <pc:sldChg chg="modSp add mod ord">
        <pc:chgData name="Hjulberg, Andrew S" userId="55255bf8-79f2-42d3-80cc-139b63d0776c" providerId="ADAL" clId="{BF91F376-D513-407B-90DF-F66CF7546839}" dt="2025-03-19T16:00:46.577" v="138" actId="20577"/>
        <pc:sldMkLst>
          <pc:docMk/>
          <pc:sldMk cId="1993179087" sldId="276"/>
        </pc:sldMkLst>
        <pc:spChg chg="mod">
          <ac:chgData name="Hjulberg, Andrew S" userId="55255bf8-79f2-42d3-80cc-139b63d0776c" providerId="ADAL" clId="{BF91F376-D513-407B-90DF-F66CF7546839}" dt="2025-03-19T15:59:50.656" v="29" actId="20577"/>
          <ac:spMkLst>
            <pc:docMk/>
            <pc:sldMk cId="1993179087" sldId="276"/>
            <ac:spMk id="2" creationId="{49C1FF65-261C-CCF6-A3D2-CEFEC608E079}"/>
          </ac:spMkLst>
        </pc:spChg>
        <pc:spChg chg="mod">
          <ac:chgData name="Hjulberg, Andrew S" userId="55255bf8-79f2-42d3-80cc-139b63d0776c" providerId="ADAL" clId="{BF91F376-D513-407B-90DF-F66CF7546839}" dt="2025-03-19T16:00:46.577" v="138" actId="20577"/>
          <ac:spMkLst>
            <pc:docMk/>
            <pc:sldMk cId="1993179087" sldId="276"/>
            <ac:spMk id="3" creationId="{DB5172F2-3E63-AAF5-65C0-36067AFB5F54}"/>
          </ac:spMkLst>
        </pc:spChg>
      </pc:sldChg>
    </pc:docChg>
  </pc:docChgLst>
  <pc:docChgLst>
    <pc:chgData name="Hjulberg, Andrew S" userId="S::hi6397ef@go.minnstate.edu::55255bf8-79f2-42d3-80cc-139b63d0776c" providerId="AD" clId="Web-{EF1A6D5F-665E-057D-4E7B-7E7BC612AC41}"/>
    <pc:docChg chg="modSld">
      <pc:chgData name="Hjulberg, Andrew S" userId="S::hi6397ef@go.minnstate.edu::55255bf8-79f2-42d3-80cc-139b63d0776c" providerId="AD" clId="Web-{EF1A6D5F-665E-057D-4E7B-7E7BC612AC41}" dt="2025-03-21T16:02:00.433" v="7" actId="20577"/>
      <pc:docMkLst>
        <pc:docMk/>
      </pc:docMkLst>
      <pc:sldChg chg="modSp">
        <pc:chgData name="Hjulberg, Andrew S" userId="S::hi6397ef@go.minnstate.edu::55255bf8-79f2-42d3-80cc-139b63d0776c" providerId="AD" clId="Web-{EF1A6D5F-665E-057D-4E7B-7E7BC612AC41}" dt="2025-03-21T15:52:16.802" v="3" actId="20577"/>
        <pc:sldMkLst>
          <pc:docMk/>
          <pc:sldMk cId="886379872" sldId="257"/>
        </pc:sldMkLst>
        <pc:spChg chg="mod">
          <ac:chgData name="Hjulberg, Andrew S" userId="S::hi6397ef@go.minnstate.edu::55255bf8-79f2-42d3-80cc-139b63d0776c" providerId="AD" clId="Web-{EF1A6D5F-665E-057D-4E7B-7E7BC612AC41}" dt="2025-03-21T15:52:16.802" v="3" actId="20577"/>
          <ac:spMkLst>
            <pc:docMk/>
            <pc:sldMk cId="886379872" sldId="257"/>
            <ac:spMk id="3" creationId="{518BB9FA-DF38-50E2-4D72-3ADA2A08B9C1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5:52:08.068" v="2" actId="20577"/>
        <pc:sldMkLst>
          <pc:docMk/>
          <pc:sldMk cId="1258313468" sldId="269"/>
        </pc:sldMkLst>
        <pc:spChg chg="mod">
          <ac:chgData name="Hjulberg, Andrew S" userId="S::hi6397ef@go.minnstate.edu::55255bf8-79f2-42d3-80cc-139b63d0776c" providerId="AD" clId="Web-{EF1A6D5F-665E-057D-4E7B-7E7BC612AC41}" dt="2025-03-21T15:52:08.068" v="2" actId="20577"/>
          <ac:spMkLst>
            <pc:docMk/>
            <pc:sldMk cId="1258313468" sldId="269"/>
            <ac:spMk id="6" creationId="{F460C7CA-C74A-47C3-E8E1-675A2D2DFD09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6:01:52.729" v="5" actId="20577"/>
        <pc:sldMkLst>
          <pc:docMk/>
          <pc:sldMk cId="401840768" sldId="275"/>
        </pc:sldMkLst>
        <pc:spChg chg="mod">
          <ac:chgData name="Hjulberg, Andrew S" userId="S::hi6397ef@go.minnstate.edu::55255bf8-79f2-42d3-80cc-139b63d0776c" providerId="AD" clId="Web-{EF1A6D5F-665E-057D-4E7B-7E7BC612AC41}" dt="2025-03-21T16:01:52.729" v="5" actId="20577"/>
          <ac:spMkLst>
            <pc:docMk/>
            <pc:sldMk cId="401840768" sldId="275"/>
            <ac:spMk id="3" creationId="{28EC074C-A5CF-98CF-574C-DC35FC12E44B}"/>
          </ac:spMkLst>
        </pc:spChg>
      </pc:sldChg>
      <pc:sldChg chg="modSp">
        <pc:chgData name="Hjulberg, Andrew S" userId="S::hi6397ef@go.minnstate.edu::55255bf8-79f2-42d3-80cc-139b63d0776c" providerId="AD" clId="Web-{EF1A6D5F-665E-057D-4E7B-7E7BC612AC41}" dt="2025-03-21T16:02:00.433" v="7" actId="20577"/>
        <pc:sldMkLst>
          <pc:docMk/>
          <pc:sldMk cId="1993179087" sldId="276"/>
        </pc:sldMkLst>
        <pc:spChg chg="mod">
          <ac:chgData name="Hjulberg, Andrew S" userId="S::hi6397ef@go.minnstate.edu::55255bf8-79f2-42d3-80cc-139b63d0776c" providerId="AD" clId="Web-{EF1A6D5F-665E-057D-4E7B-7E7BC612AC41}" dt="2025-03-21T16:02:00.433" v="7" actId="20577"/>
          <ac:spMkLst>
            <pc:docMk/>
            <pc:sldMk cId="1993179087" sldId="276"/>
            <ac:spMk id="5" creationId="{B9C43766-19B1-0C6D-882D-062474674ACD}"/>
          </ac:spMkLst>
        </pc:spChg>
      </pc:sldChg>
    </pc:docChg>
  </pc:docChgLst>
  <pc:docChgLst>
    <pc:chgData name="Hjulberg, Andrew S" userId="S::hi6397ef@go.minnstate.edu::55255bf8-79f2-42d3-80cc-139b63d0776c" providerId="AD" clId="Web-{DA280D64-8C6E-6FD6-99FB-9D715F437396}"/>
    <pc:docChg chg="modSld">
      <pc:chgData name="Hjulberg, Andrew S" userId="S::hi6397ef@go.minnstate.edu::55255bf8-79f2-42d3-80cc-139b63d0776c" providerId="AD" clId="Web-{DA280D64-8C6E-6FD6-99FB-9D715F437396}" dt="2025-03-28T16:12:53.305" v="54" actId="20577"/>
      <pc:docMkLst>
        <pc:docMk/>
      </pc:docMkLst>
      <pc:sldChg chg="modSp">
        <pc:chgData name="Hjulberg, Andrew S" userId="S::hi6397ef@go.minnstate.edu::55255bf8-79f2-42d3-80cc-139b63d0776c" providerId="AD" clId="Web-{DA280D64-8C6E-6FD6-99FB-9D715F437396}" dt="2025-03-28T16:12:53.305" v="54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DA280D64-8C6E-6FD6-99FB-9D715F437396}" dt="2025-03-28T16:12:53.305" v="54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E4AFC085-4835-9007-136D-92024C244A86}"/>
    <pc:docChg chg="addSld delSld modSld">
      <pc:chgData name="Lakku, Sai Keertana R" userId="S::kb7924tj@go.minnstate.edu::aa713373-d62e-42be-a5fb-296135668942" providerId="AD" clId="Web-{E4AFC085-4835-9007-136D-92024C244A86}" dt="2025-04-11T16:30:08.677" v="459" actId="1076"/>
      <pc:docMkLst>
        <pc:docMk/>
      </pc:docMkLst>
      <pc:sldChg chg="modSp">
        <pc:chgData name="Lakku, Sai Keertana R" userId="S::kb7924tj@go.minnstate.edu::aa713373-d62e-42be-a5fb-296135668942" providerId="AD" clId="Web-{E4AFC085-4835-9007-136D-92024C244A86}" dt="2025-04-11T16:17:56.031" v="340"/>
        <pc:sldMkLst>
          <pc:docMk/>
          <pc:sldMk cId="1656249528" sldId="273"/>
        </pc:sldMkLst>
        <pc:graphicFrameChg chg="modGraphic">
          <ac:chgData name="Lakku, Sai Keertana R" userId="S::kb7924tj@go.minnstate.edu::aa713373-d62e-42be-a5fb-296135668942" providerId="AD" clId="Web-{E4AFC085-4835-9007-136D-92024C244A86}" dt="2025-04-11T16:17:56.031" v="340"/>
          <ac:graphicFrameMkLst>
            <pc:docMk/>
            <pc:sldMk cId="1656249528" sldId="273"/>
            <ac:graphicFrameMk id="4" creationId="{EB1ADC5A-C0BA-CB5F-53A2-04A660092BCE}"/>
          </ac:graphicFrameMkLst>
        </pc:graphicFrameChg>
      </pc:sldChg>
      <pc:sldChg chg="addSp delSp modSp del">
        <pc:chgData name="Lakku, Sai Keertana R" userId="S::kb7924tj@go.minnstate.edu::aa713373-d62e-42be-a5fb-296135668942" providerId="AD" clId="Web-{E4AFC085-4835-9007-136D-92024C244A86}" dt="2025-04-11T16:21:23.950" v="425"/>
        <pc:sldMkLst>
          <pc:docMk/>
          <pc:sldMk cId="2540521633" sldId="277"/>
        </pc:sldMkLst>
        <pc:graphicFrameChg chg="add del mod modGraphic">
          <ac:chgData name="Lakku, Sai Keertana R" userId="S::kb7924tj@go.minnstate.edu::aa713373-d62e-42be-a5fb-296135668942" providerId="AD" clId="Web-{E4AFC085-4835-9007-136D-92024C244A86}" dt="2025-04-11T16:19:12.171" v="400"/>
          <ac:graphicFrameMkLst>
            <pc:docMk/>
            <pc:sldMk cId="2540521633" sldId="277"/>
            <ac:graphicFrameMk id="7" creationId="{4C7EC97B-AC29-1CD5-5EA3-0D84708243B1}"/>
          </ac:graphicFrameMkLst>
        </pc:graphicFrameChg>
        <pc:graphicFrameChg chg="add del mod modGraphic">
          <ac:chgData name="Lakku, Sai Keertana R" userId="S::kb7924tj@go.minnstate.edu::aa713373-d62e-42be-a5fb-296135668942" providerId="AD" clId="Web-{E4AFC085-4835-9007-136D-92024C244A86}" dt="2025-04-11T16:19:30.093" v="404"/>
          <ac:graphicFrameMkLst>
            <pc:docMk/>
            <pc:sldMk cId="2540521633" sldId="277"/>
            <ac:graphicFrameMk id="9" creationId="{0FF96CB2-8B3A-4A2A-C0E9-84B92FCF8C24}"/>
          </ac:graphicFrameMkLst>
        </pc:graphicFrameChg>
      </pc:sldChg>
      <pc:sldChg chg="addSp delSp modSp new">
        <pc:chgData name="Lakku, Sai Keertana R" userId="S::kb7924tj@go.minnstate.edu::aa713373-d62e-42be-a5fb-296135668942" providerId="AD" clId="Web-{E4AFC085-4835-9007-136D-92024C244A86}" dt="2025-04-11T16:30:08.677" v="459" actId="1076"/>
        <pc:sldMkLst>
          <pc:docMk/>
          <pc:sldMk cId="1520249469" sldId="280"/>
        </pc:sldMkLst>
        <pc:spChg chg="mod">
          <ac:chgData name="Lakku, Sai Keertana R" userId="S::kb7924tj@go.minnstate.edu::aa713373-d62e-42be-a5fb-296135668942" providerId="AD" clId="Web-{E4AFC085-4835-9007-136D-92024C244A86}" dt="2025-04-11T16:21:20.435" v="424" actId="20577"/>
          <ac:spMkLst>
            <pc:docMk/>
            <pc:sldMk cId="1520249469" sldId="280"/>
            <ac:spMk id="2" creationId="{B7E46195-ED03-5482-C7E2-F6D0CE4EF688}"/>
          </ac:spMkLst>
        </pc:spChg>
        <pc:spChg chg="del mod">
          <ac:chgData name="Lakku, Sai Keertana R" userId="S::kb7924tj@go.minnstate.edu::aa713373-d62e-42be-a5fb-296135668942" providerId="AD" clId="Web-{E4AFC085-4835-9007-136D-92024C244A86}" dt="2025-04-11T16:11:59.224" v="6"/>
          <ac:spMkLst>
            <pc:docMk/>
            <pc:sldMk cId="1520249469" sldId="280"/>
            <ac:spMk id="3" creationId="{D465D519-24A0-494A-C014-78FD9820C643}"/>
          </ac:spMkLst>
        </pc:spChg>
        <pc:graphicFrameChg chg="add mod ord modGraphic">
          <ac:chgData name="Lakku, Sai Keertana R" userId="S::kb7924tj@go.minnstate.edu::aa713373-d62e-42be-a5fb-296135668942" providerId="AD" clId="Web-{E4AFC085-4835-9007-136D-92024C244A86}" dt="2025-04-11T16:30:08.677" v="459" actId="1076"/>
          <ac:graphicFrameMkLst>
            <pc:docMk/>
            <pc:sldMk cId="1520249469" sldId="280"/>
            <ac:graphicFrameMk id="5" creationId="{7DE467A1-480A-FDED-EE63-634DF0E151AC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ED6D62BC-C094-EAB1-19FD-54C3B9552612}"/>
    <pc:docChg chg="modSld">
      <pc:chgData name="Wilkins, Graham C" userId="S::bh5884is@go.minnstate.edu::d858373d-d4a5-4d5a-af0d-fcf67a33b3d5" providerId="AD" clId="Web-{ED6D62BC-C094-EAB1-19FD-54C3B9552612}" dt="2025-04-11T16:34:47.170" v="356"/>
      <pc:docMkLst>
        <pc:docMk/>
      </pc:docMkLst>
      <pc:sldChg chg="modSp">
        <pc:chgData name="Wilkins, Graham C" userId="S::bh5884is@go.minnstate.edu::d858373d-d4a5-4d5a-af0d-fcf67a33b3d5" providerId="AD" clId="Web-{ED6D62BC-C094-EAB1-19FD-54C3B9552612}" dt="2025-04-11T16:23:19.352" v="151" actId="20577"/>
        <pc:sldMkLst>
          <pc:docMk/>
          <pc:sldMk cId="1258313468" sldId="269"/>
        </pc:sldMkLst>
        <pc:graphicFrameChg chg="modGraphic">
          <ac:chgData name="Wilkins, Graham C" userId="S::bh5884is@go.minnstate.edu::d858373d-d4a5-4d5a-af0d-fcf67a33b3d5" providerId="AD" clId="Web-{ED6D62BC-C094-EAB1-19FD-54C3B9552612}" dt="2025-04-11T16:23:19.352" v="151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modSp">
        <pc:chgData name="Wilkins, Graham C" userId="S::bh5884is@go.minnstate.edu::d858373d-d4a5-4d5a-af0d-fcf67a33b3d5" providerId="AD" clId="Web-{ED6D62BC-C094-EAB1-19FD-54C3B9552612}" dt="2025-04-11T16:19:50.148" v="9"/>
        <pc:sldMkLst>
          <pc:docMk/>
          <pc:sldMk cId="3527744105" sldId="278"/>
        </pc:sldMkLst>
        <pc:graphicFrameChg chg="mod modGraphic">
          <ac:chgData name="Wilkins, Graham C" userId="S::bh5884is@go.minnstate.edu::d858373d-d4a5-4d5a-af0d-fcf67a33b3d5" providerId="AD" clId="Web-{ED6D62BC-C094-EAB1-19FD-54C3B9552612}" dt="2025-04-11T16:19:50.148" v="9"/>
          <ac:graphicFrameMkLst>
            <pc:docMk/>
            <pc:sldMk cId="3527744105" sldId="278"/>
            <ac:graphicFrameMk id="7" creationId="{8870527C-F4AC-F23D-09EC-920F85FB9532}"/>
          </ac:graphicFrameMkLst>
        </pc:graphicFrameChg>
      </pc:sldChg>
      <pc:sldChg chg="modSp">
        <pc:chgData name="Wilkins, Graham C" userId="S::bh5884is@go.minnstate.edu::d858373d-d4a5-4d5a-af0d-fcf67a33b3d5" providerId="AD" clId="Web-{ED6D62BC-C094-EAB1-19FD-54C3B9552612}" dt="2025-04-11T16:34:47.170" v="356"/>
        <pc:sldMkLst>
          <pc:docMk/>
          <pc:sldMk cId="1520249469" sldId="280"/>
        </pc:sldMkLst>
        <pc:spChg chg="mod">
          <ac:chgData name="Wilkins, Graham C" userId="S::bh5884is@go.minnstate.edu::d858373d-d4a5-4d5a-af0d-fcf67a33b3d5" providerId="AD" clId="Web-{ED6D62BC-C094-EAB1-19FD-54C3B9552612}" dt="2025-04-11T16:24:40.822" v="172" actId="14100"/>
          <ac:spMkLst>
            <pc:docMk/>
            <pc:sldMk cId="1520249469" sldId="280"/>
            <ac:spMk id="2" creationId="{B7E46195-ED03-5482-C7E2-F6D0CE4EF688}"/>
          </ac:spMkLst>
        </pc:spChg>
        <pc:graphicFrameChg chg="mod modGraphic">
          <ac:chgData name="Wilkins, Graham C" userId="S::bh5884is@go.minnstate.edu::d858373d-d4a5-4d5a-af0d-fcf67a33b3d5" providerId="AD" clId="Web-{ED6D62BC-C094-EAB1-19FD-54C3B9552612}" dt="2025-04-11T16:34:47.170" v="356"/>
          <ac:graphicFrameMkLst>
            <pc:docMk/>
            <pc:sldMk cId="1520249469" sldId="280"/>
            <ac:graphicFrameMk id="5" creationId="{7DE467A1-480A-FDED-EE63-634DF0E151AC}"/>
          </ac:graphicFrameMkLst>
        </pc:graphicFrameChg>
      </pc:sldChg>
    </pc:docChg>
  </pc:docChgLst>
  <pc:docChgLst>
    <pc:chgData name="Hjulberg, Andrew S" userId="55255bf8-79f2-42d3-80cc-139b63d0776c" providerId="ADAL" clId="{94625910-3C73-4EBF-A180-80385751170D}"/>
    <pc:docChg chg="custSel addSld delSld modSld sldOrd">
      <pc:chgData name="Hjulberg, Andrew S" userId="55255bf8-79f2-42d3-80cc-139b63d0776c" providerId="ADAL" clId="{94625910-3C73-4EBF-A180-80385751170D}" dt="2025-03-28T16:13:26.726" v="61"/>
      <pc:docMkLst>
        <pc:docMk/>
      </pc:docMkLst>
      <pc:sldChg chg="modSp">
        <pc:chgData name="Hjulberg, Andrew S" userId="55255bf8-79f2-42d3-80cc-139b63d0776c" providerId="ADAL" clId="{94625910-3C73-4EBF-A180-80385751170D}" dt="2025-03-28T16:13:26.726" v="61"/>
        <pc:sldMkLst>
          <pc:docMk/>
          <pc:sldMk cId="886379872" sldId="257"/>
        </pc:sldMkLst>
        <pc:graphicFrameChg chg="mod">
          <ac:chgData name="Hjulberg, Andrew S" userId="55255bf8-79f2-42d3-80cc-139b63d0776c" providerId="ADAL" clId="{94625910-3C73-4EBF-A180-80385751170D}" dt="2025-03-28T16:13:26.726" v="61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55255bf8-79f2-42d3-80cc-139b63d0776c" providerId="ADAL" clId="{94625910-3C73-4EBF-A180-80385751170D}" dt="2025-03-28T15:20:34.031" v="55"/>
        <pc:sldMkLst>
          <pc:docMk/>
          <pc:sldMk cId="1258313468" sldId="269"/>
        </pc:sldMkLst>
        <pc:graphicFrameChg chg="mod">
          <ac:chgData name="Hjulberg, Andrew S" userId="55255bf8-79f2-42d3-80cc-139b63d0776c" providerId="ADAL" clId="{94625910-3C73-4EBF-A180-80385751170D}" dt="2025-03-28T15:20:34.031" v="55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delSp modSp mod ord">
        <pc:chgData name="Hjulberg, Andrew S" userId="55255bf8-79f2-42d3-80cc-139b63d0776c" providerId="ADAL" clId="{94625910-3C73-4EBF-A180-80385751170D}" dt="2025-03-28T15:23:29.623" v="59"/>
        <pc:sldMkLst>
          <pc:docMk/>
          <pc:sldMk cId="401840768" sldId="275"/>
        </pc:sldMkLst>
        <pc:graphicFrameChg chg="mod">
          <ac:chgData name="Hjulberg, Andrew S" userId="55255bf8-79f2-42d3-80cc-139b63d0776c" providerId="ADAL" clId="{94625910-3C73-4EBF-A180-80385751170D}" dt="2025-03-28T15:22:25.266" v="57"/>
          <ac:graphicFrameMkLst>
            <pc:docMk/>
            <pc:sldMk cId="401840768" sldId="275"/>
            <ac:graphicFrameMk id="32" creationId="{30A8635A-E7E5-1E6F-F2BA-A213A75CB5F7}"/>
          </ac:graphicFrameMkLst>
        </pc:graphicFrameChg>
        <pc:picChg chg="del">
          <ac:chgData name="Hjulberg, Andrew S" userId="55255bf8-79f2-42d3-80cc-139b63d0776c" providerId="ADAL" clId="{94625910-3C73-4EBF-A180-80385751170D}" dt="2025-03-28T15:06:39.012" v="4" actId="478"/>
          <ac:picMkLst>
            <pc:docMk/>
            <pc:sldMk cId="401840768" sldId="275"/>
            <ac:picMk id="188" creationId="{4DAD31B7-A61A-FC1E-1C1C-B6AFF45BFC57}"/>
          </ac:picMkLst>
        </pc:picChg>
        <pc:picChg chg="del">
          <ac:chgData name="Hjulberg, Andrew S" userId="55255bf8-79f2-42d3-80cc-139b63d0776c" providerId="ADAL" clId="{94625910-3C73-4EBF-A180-80385751170D}" dt="2025-03-28T15:05:56.348" v="1" actId="478"/>
          <ac:picMkLst>
            <pc:docMk/>
            <pc:sldMk cId="401840768" sldId="275"/>
            <ac:picMk id="189" creationId="{115EB99F-115F-2690-F36D-72C366D09D1C}"/>
          </ac:picMkLst>
        </pc:picChg>
      </pc:sldChg>
      <pc:sldChg chg="modSp add del mod">
        <pc:chgData name="Hjulberg, Andrew S" userId="55255bf8-79f2-42d3-80cc-139b63d0776c" providerId="ADAL" clId="{94625910-3C73-4EBF-A180-80385751170D}" dt="2025-03-28T15:15:12.870" v="53" actId="47"/>
        <pc:sldMkLst>
          <pc:docMk/>
          <pc:sldMk cId="3845435871" sldId="278"/>
        </pc:sldMkLst>
        <pc:spChg chg="mod">
          <ac:chgData name="Hjulberg, Andrew S" userId="55255bf8-79f2-42d3-80cc-139b63d0776c" providerId="ADAL" clId="{94625910-3C73-4EBF-A180-80385751170D}" dt="2025-03-28T15:12:25.165" v="51" actId="20577"/>
          <ac:spMkLst>
            <pc:docMk/>
            <pc:sldMk cId="3845435871" sldId="278"/>
            <ac:spMk id="2" creationId="{742A56FD-AC6D-43BC-D52D-5A2328DB2B70}"/>
          </ac:spMkLst>
        </pc:spChg>
        <pc:spChg chg="mod">
          <ac:chgData name="Hjulberg, Andrew S" userId="55255bf8-79f2-42d3-80cc-139b63d0776c" providerId="ADAL" clId="{94625910-3C73-4EBF-A180-80385751170D}" dt="2025-03-28T15:12:28.954" v="52" actId="20577"/>
          <ac:spMkLst>
            <pc:docMk/>
            <pc:sldMk cId="3845435871" sldId="278"/>
            <ac:spMk id="3" creationId="{0ED42546-4A98-2A16-A147-B18D58A05FE6}"/>
          </ac:spMkLst>
        </pc:spChg>
      </pc:sldChg>
    </pc:docChg>
  </pc:docChgLst>
  <pc:docChgLst>
    <pc:chgData clId="Web-{E8BF3C9E-686E-3C2F-FCA8-36F681141EA4}"/>
    <pc:docChg chg="modSld">
      <pc:chgData name="" userId="" providerId="" clId="Web-{E8BF3C9E-686E-3C2F-FCA8-36F681141EA4}" dt="2025-04-23T15:31:16.950" v="0" actId="20577"/>
      <pc:docMkLst>
        <pc:docMk/>
      </pc:docMkLst>
      <pc:sldChg chg="modSp">
        <pc:chgData name="" userId="" providerId="" clId="Web-{E8BF3C9E-686E-3C2F-FCA8-36F681141EA4}" dt="2025-04-23T15:31:16.950" v="0" actId="20577"/>
        <pc:sldMkLst>
          <pc:docMk/>
          <pc:sldMk cId="109857222" sldId="256"/>
        </pc:sldMkLst>
        <pc:spChg chg="mod">
          <ac:chgData name="" userId="" providerId="" clId="Web-{E8BF3C9E-686E-3C2F-FCA8-36F681141EA4}" dt="2025-04-23T15:31:16.950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Hjulberg, Andrew S" userId="S::hi6397ef@go.minnstate.edu::55255bf8-79f2-42d3-80cc-139b63d0776c" providerId="AD" clId="Web-{E8BF3C9E-686E-3C2F-FCA8-36F681141EA4}"/>
    <pc:docChg chg="addSld delSld modSld">
      <pc:chgData name="Hjulberg, Andrew S" userId="S::hi6397ef@go.minnstate.edu::55255bf8-79f2-42d3-80cc-139b63d0776c" providerId="AD" clId="Web-{E8BF3C9E-686E-3C2F-FCA8-36F681141EA4}" dt="2025-04-23T16:00:54.365" v="203"/>
      <pc:docMkLst>
        <pc:docMk/>
      </pc:docMkLst>
      <pc:sldChg chg="del">
        <pc:chgData name="Hjulberg, Andrew S" userId="S::hi6397ef@go.minnstate.edu::55255bf8-79f2-42d3-80cc-139b63d0776c" providerId="AD" clId="Web-{E8BF3C9E-686E-3C2F-FCA8-36F681141EA4}" dt="2025-04-23T15:31:31.637" v="0"/>
        <pc:sldMkLst>
          <pc:docMk/>
          <pc:sldMk cId="886379872" sldId="257"/>
        </pc:sldMkLst>
      </pc:sldChg>
      <pc:sldChg chg="del">
        <pc:chgData name="Hjulberg, Andrew S" userId="S::hi6397ef@go.minnstate.edu::55255bf8-79f2-42d3-80cc-139b63d0776c" providerId="AD" clId="Web-{E8BF3C9E-686E-3C2F-FCA8-36F681141EA4}" dt="2025-04-23T15:32:46.997" v="10"/>
        <pc:sldMkLst>
          <pc:docMk/>
          <pc:sldMk cId="1258313468" sldId="269"/>
        </pc:sldMkLst>
      </pc:sldChg>
      <pc:sldChg chg="addSp delSp modSp">
        <pc:chgData name="Hjulberg, Andrew S" userId="S::hi6397ef@go.minnstate.edu::55255bf8-79f2-42d3-80cc-139b63d0776c" providerId="AD" clId="Web-{E8BF3C9E-686E-3C2F-FCA8-36F681141EA4}" dt="2025-04-23T15:56:34.254" v="198" actId="14100"/>
        <pc:sldMkLst>
          <pc:docMk/>
          <pc:sldMk cId="1656249528" sldId="273"/>
        </pc:sldMkLst>
        <pc:spChg chg="mod">
          <ac:chgData name="Hjulberg, Andrew S" userId="S::hi6397ef@go.minnstate.edu::55255bf8-79f2-42d3-80cc-139b63d0776c" providerId="AD" clId="Web-{E8BF3C9E-686E-3C2F-FCA8-36F681141EA4}" dt="2025-04-23T15:31:44.137" v="4" actId="20577"/>
          <ac:spMkLst>
            <pc:docMk/>
            <pc:sldMk cId="1656249528" sldId="273"/>
            <ac:spMk id="2" creationId="{7ADE7BEE-0CC5-93A6-E221-8066FAB3E767}"/>
          </ac:spMkLst>
        </pc:spChg>
        <pc:spChg chg="add mod">
          <ac:chgData name="Hjulberg, Andrew S" userId="S::hi6397ef@go.minnstate.edu::55255bf8-79f2-42d3-80cc-139b63d0776c" providerId="AD" clId="Web-{E8BF3C9E-686E-3C2F-FCA8-36F681141EA4}" dt="2025-04-23T15:56:34.254" v="198" actId="14100"/>
          <ac:spMkLst>
            <pc:docMk/>
            <pc:sldMk cId="1656249528" sldId="273"/>
            <ac:spMk id="7" creationId="{6F03BDD9-CE3A-6749-97AA-6DFBEAEE1CAE}"/>
          </ac:spMkLst>
        </pc:spChg>
        <pc:spChg chg="del">
          <ac:chgData name="Hjulberg, Andrew S" userId="S::hi6397ef@go.minnstate.edu::55255bf8-79f2-42d3-80cc-139b63d0776c" providerId="AD" clId="Web-{E8BF3C9E-686E-3C2F-FCA8-36F681141EA4}" dt="2025-04-23T15:31:52.887" v="6"/>
          <ac:spMkLst>
            <pc:docMk/>
            <pc:sldMk cId="1656249528" sldId="273"/>
            <ac:spMk id="11" creationId="{FFA504A8-8380-1007-4C4B-6E97878B7344}"/>
          </ac:spMkLst>
        </pc:spChg>
        <pc:graphicFrameChg chg="del">
          <ac:chgData name="Hjulberg, Andrew S" userId="S::hi6397ef@go.minnstate.edu::55255bf8-79f2-42d3-80cc-139b63d0776c" providerId="AD" clId="Web-{E8BF3C9E-686E-3C2F-FCA8-36F681141EA4}" dt="2025-04-23T15:31:47.231" v="5"/>
          <ac:graphicFrameMkLst>
            <pc:docMk/>
            <pc:sldMk cId="1656249528" sldId="273"/>
            <ac:graphicFrameMk id="4" creationId="{EB1ADC5A-C0BA-CB5F-53A2-04A660092BCE}"/>
          </ac:graphicFrameMkLst>
        </pc:graphicFrameChg>
      </pc:sldChg>
      <pc:sldChg chg="modSp add del replId">
        <pc:chgData name="Hjulberg, Andrew S" userId="S::hi6397ef@go.minnstate.edu::55255bf8-79f2-42d3-80cc-139b63d0776c" providerId="AD" clId="Web-{E8BF3C9E-686E-3C2F-FCA8-36F681141EA4}" dt="2025-04-23T15:53:43.738" v="170"/>
        <pc:sldMkLst>
          <pc:docMk/>
          <pc:sldMk cId="299159797" sldId="274"/>
        </pc:sldMkLst>
        <pc:spChg chg="mod">
          <ac:chgData name="Hjulberg, Andrew S" userId="S::hi6397ef@go.minnstate.edu::55255bf8-79f2-42d3-80cc-139b63d0776c" providerId="AD" clId="Web-{E8BF3C9E-686E-3C2F-FCA8-36F681141EA4}" dt="2025-04-23T15:33:08.434" v="22" actId="20577"/>
          <ac:spMkLst>
            <pc:docMk/>
            <pc:sldMk cId="299159797" sldId="274"/>
            <ac:spMk id="2" creationId="{6A947D95-70CD-1A73-F625-2C9D59D711B4}"/>
          </ac:spMkLst>
        </pc:spChg>
        <pc:spChg chg="mod">
          <ac:chgData name="Hjulberg, Andrew S" userId="S::hi6397ef@go.minnstate.edu::55255bf8-79f2-42d3-80cc-139b63d0776c" providerId="AD" clId="Web-{E8BF3C9E-686E-3C2F-FCA8-36F681141EA4}" dt="2025-04-23T15:37:39.655" v="164" actId="20577"/>
          <ac:spMkLst>
            <pc:docMk/>
            <pc:sldMk cId="299159797" sldId="274"/>
            <ac:spMk id="7" creationId="{8544FDC7-615C-E3C8-5A7B-135A3442D56D}"/>
          </ac:spMkLst>
        </pc:spChg>
      </pc:sldChg>
      <pc:sldChg chg="delSp modSp add del replId">
        <pc:chgData name="Hjulberg, Andrew S" userId="S::hi6397ef@go.minnstate.edu::55255bf8-79f2-42d3-80cc-139b63d0776c" providerId="AD" clId="Web-{E8BF3C9E-686E-3C2F-FCA8-36F681141EA4}" dt="2025-04-23T16:00:54.365" v="203"/>
        <pc:sldMkLst>
          <pc:docMk/>
          <pc:sldMk cId="965612540" sldId="274"/>
        </pc:sldMkLst>
        <pc:spChg chg="del mod">
          <ac:chgData name="Hjulberg, Andrew S" userId="S::hi6397ef@go.minnstate.edu::55255bf8-79f2-42d3-80cc-139b63d0776c" providerId="AD" clId="Web-{E8BF3C9E-686E-3C2F-FCA8-36F681141EA4}" dt="2025-04-23T16:00:15.521" v="202"/>
          <ac:spMkLst>
            <pc:docMk/>
            <pc:sldMk cId="965612540" sldId="274"/>
            <ac:spMk id="7" creationId="{29E3CFBC-16E1-9105-A5FA-E51A6D1A2930}"/>
          </ac:spMkLst>
        </pc:spChg>
      </pc:sldChg>
      <pc:sldChg chg="del">
        <pc:chgData name="Hjulberg, Andrew S" userId="S::hi6397ef@go.minnstate.edu::55255bf8-79f2-42d3-80cc-139b63d0776c" providerId="AD" clId="Web-{E8BF3C9E-686E-3C2F-FCA8-36F681141EA4}" dt="2025-04-23T15:32:40.809" v="8"/>
        <pc:sldMkLst>
          <pc:docMk/>
          <pc:sldMk cId="401840768" sldId="275"/>
        </pc:sldMkLst>
      </pc:sldChg>
      <pc:sldChg chg="del">
        <pc:chgData name="Hjulberg, Andrew S" userId="S::hi6397ef@go.minnstate.edu::55255bf8-79f2-42d3-80cc-139b63d0776c" providerId="AD" clId="Web-{E8BF3C9E-686E-3C2F-FCA8-36F681141EA4}" dt="2025-04-23T15:32:44.059" v="9"/>
        <pc:sldMkLst>
          <pc:docMk/>
          <pc:sldMk cId="2131881099" sldId="279"/>
        </pc:sldMkLst>
      </pc:sldChg>
      <pc:sldChg chg="del">
        <pc:chgData name="Hjulberg, Andrew S" userId="S::hi6397ef@go.minnstate.edu::55255bf8-79f2-42d3-80cc-139b63d0776c" providerId="AD" clId="Web-{E8BF3C9E-686E-3C2F-FCA8-36F681141EA4}" dt="2025-04-23T15:32:37.731" v="7"/>
        <pc:sldMkLst>
          <pc:docMk/>
          <pc:sldMk cId="1520249469" sldId="280"/>
        </pc:sldMkLst>
      </pc:sldChg>
    </pc:docChg>
  </pc:docChgLst>
  <pc:docChgLst>
    <pc:chgData name="Hjulberg, Andrew S" userId="55255bf8-79f2-42d3-80cc-139b63d0776c" providerId="ADAL" clId="{5EA2D171-AE30-4D2E-B4BB-B798C51FEC36}"/>
    <pc:docChg chg="undo custSel addSld delSld modSld">
      <pc:chgData name="Hjulberg, Andrew S" userId="55255bf8-79f2-42d3-80cc-139b63d0776c" providerId="ADAL" clId="{5EA2D171-AE30-4D2E-B4BB-B798C51FEC36}" dt="2025-04-11T16:26:50.757" v="897" actId="20577"/>
      <pc:docMkLst>
        <pc:docMk/>
      </pc:docMkLst>
      <pc:sldChg chg="modSp">
        <pc:chgData name="Hjulberg, Andrew S" userId="55255bf8-79f2-42d3-80cc-139b63d0776c" providerId="ADAL" clId="{5EA2D171-AE30-4D2E-B4BB-B798C51FEC36}" dt="2025-04-11T15:58:56.827" v="48"/>
        <pc:sldMkLst>
          <pc:docMk/>
          <pc:sldMk cId="886379872" sldId="257"/>
        </pc:sldMkLst>
        <pc:graphicFrameChg chg="mod">
          <ac:chgData name="Hjulberg, Andrew S" userId="55255bf8-79f2-42d3-80cc-139b63d0776c" providerId="ADAL" clId="{5EA2D171-AE30-4D2E-B4BB-B798C51FEC36}" dt="2025-04-11T15:58:56.827" v="48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55255bf8-79f2-42d3-80cc-139b63d0776c" providerId="ADAL" clId="{5EA2D171-AE30-4D2E-B4BB-B798C51FEC36}" dt="2025-04-11T16:23:37.686" v="872"/>
        <pc:sldMkLst>
          <pc:docMk/>
          <pc:sldMk cId="1258313468" sldId="269"/>
        </pc:sldMkLst>
        <pc:graphicFrameChg chg="mod">
          <ac:chgData name="Hjulberg, Andrew S" userId="55255bf8-79f2-42d3-80cc-139b63d0776c" providerId="ADAL" clId="{5EA2D171-AE30-4D2E-B4BB-B798C51FEC36}" dt="2025-04-11T16:23:37.686" v="872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addSp delSp modSp mod">
        <pc:chgData name="Hjulberg, Andrew S" userId="55255bf8-79f2-42d3-80cc-139b63d0776c" providerId="ADAL" clId="{5EA2D171-AE30-4D2E-B4BB-B798C51FEC36}" dt="2025-04-11T16:26:50.757" v="897" actId="20577"/>
        <pc:sldMkLst>
          <pc:docMk/>
          <pc:sldMk cId="1656249528" sldId="273"/>
        </pc:sldMkLst>
        <pc:spChg chg="mod">
          <ac:chgData name="Hjulberg, Andrew S" userId="55255bf8-79f2-42d3-80cc-139b63d0776c" providerId="ADAL" clId="{5EA2D171-AE30-4D2E-B4BB-B798C51FEC36}" dt="2025-04-11T16:26:50.757" v="897" actId="20577"/>
          <ac:spMkLst>
            <pc:docMk/>
            <pc:sldMk cId="1656249528" sldId="273"/>
            <ac:spMk id="11" creationId="{FFA504A8-8380-1007-4C4B-6E97878B7344}"/>
          </ac:spMkLst>
        </pc:spChg>
        <pc:graphicFrameChg chg="add mod modGraphic">
          <ac:chgData name="Hjulberg, Andrew S" userId="55255bf8-79f2-42d3-80cc-139b63d0776c" providerId="ADAL" clId="{5EA2D171-AE30-4D2E-B4BB-B798C51FEC36}" dt="2025-04-11T16:22:21.077" v="871" actId="1036"/>
          <ac:graphicFrameMkLst>
            <pc:docMk/>
            <pc:sldMk cId="1656249528" sldId="273"/>
            <ac:graphicFrameMk id="4" creationId="{EB1ADC5A-C0BA-CB5F-53A2-04A660092BCE}"/>
          </ac:graphicFrameMkLst>
        </pc:graphicFrameChg>
        <pc:graphicFrameChg chg="del modGraphic">
          <ac:chgData name="Hjulberg, Andrew S" userId="55255bf8-79f2-42d3-80cc-139b63d0776c" providerId="ADAL" clId="{5EA2D171-AE30-4D2E-B4BB-B798C51FEC36}" dt="2025-04-11T16:09:22.726" v="408" actId="21"/>
          <ac:graphicFrameMkLst>
            <pc:docMk/>
            <pc:sldMk cId="1656249528" sldId="273"/>
            <ac:graphicFrameMk id="5" creationId="{EDD9A119-3DD9-0300-6BBF-93FBEC116511}"/>
          </ac:graphicFrameMkLst>
        </pc:graphicFrameChg>
        <pc:graphicFrameChg chg="del">
          <ac:chgData name="Hjulberg, Andrew S" userId="55255bf8-79f2-42d3-80cc-139b63d0776c" providerId="ADAL" clId="{5EA2D171-AE30-4D2E-B4BB-B798C51FEC36}" dt="2025-04-11T16:06:17.167" v="405" actId="21"/>
          <ac:graphicFrameMkLst>
            <pc:docMk/>
            <pc:sldMk cId="1656249528" sldId="273"/>
            <ac:graphicFrameMk id="7" creationId="{14BD47D5-B20B-DB48-C6CB-CE6027817652}"/>
          </ac:graphicFrameMkLst>
        </pc:graphicFrameChg>
        <pc:graphicFrameChg chg="del">
          <ac:chgData name="Hjulberg, Andrew S" userId="55255bf8-79f2-42d3-80cc-139b63d0776c" providerId="ADAL" clId="{5EA2D171-AE30-4D2E-B4BB-B798C51FEC36}" dt="2025-04-11T16:06:23.651" v="406" actId="21"/>
          <ac:graphicFrameMkLst>
            <pc:docMk/>
            <pc:sldMk cId="1656249528" sldId="273"/>
            <ac:graphicFrameMk id="8" creationId="{48A7AAB1-EBD5-E686-3497-D8ACE2787863}"/>
          </ac:graphicFrameMkLst>
        </pc:graphicFrameChg>
      </pc:sldChg>
      <pc:sldChg chg="delSp mod">
        <pc:chgData name="Hjulberg, Andrew S" userId="55255bf8-79f2-42d3-80cc-139b63d0776c" providerId="ADAL" clId="{5EA2D171-AE30-4D2E-B4BB-B798C51FEC36}" dt="2025-04-11T16:04:21.388" v="404" actId="21"/>
        <pc:sldMkLst>
          <pc:docMk/>
          <pc:sldMk cId="2540521633" sldId="277"/>
        </pc:sldMkLst>
        <pc:graphicFrameChg chg="del">
          <ac:chgData name="Hjulberg, Andrew S" userId="55255bf8-79f2-42d3-80cc-139b63d0776c" providerId="ADAL" clId="{5EA2D171-AE30-4D2E-B4BB-B798C51FEC36}" dt="2025-04-11T16:04:17.481" v="403" actId="21"/>
          <ac:graphicFrameMkLst>
            <pc:docMk/>
            <pc:sldMk cId="2540521633" sldId="277"/>
            <ac:graphicFrameMk id="5" creationId="{16CBDFA9-66AB-1AE9-3361-56160F5DE90F}"/>
          </ac:graphicFrameMkLst>
        </pc:graphicFrameChg>
        <pc:graphicFrameChg chg="del">
          <ac:chgData name="Hjulberg, Andrew S" userId="55255bf8-79f2-42d3-80cc-139b63d0776c" providerId="ADAL" clId="{5EA2D171-AE30-4D2E-B4BB-B798C51FEC36}" dt="2025-04-11T16:04:21.388" v="404" actId="21"/>
          <ac:graphicFrameMkLst>
            <pc:docMk/>
            <pc:sldMk cId="2540521633" sldId="277"/>
            <ac:graphicFrameMk id="6" creationId="{943EB639-7647-6DAC-492F-F356E724BDD6}"/>
          </ac:graphicFrameMkLst>
        </pc:graphicFrameChg>
      </pc:sldChg>
      <pc:sldChg chg="del">
        <pc:chgData name="Hjulberg, Andrew S" userId="55255bf8-79f2-42d3-80cc-139b63d0776c" providerId="ADAL" clId="{5EA2D171-AE30-4D2E-B4BB-B798C51FEC36}" dt="2025-04-11T16:22:12.013" v="863" actId="2696"/>
        <pc:sldMkLst>
          <pc:docMk/>
          <pc:sldMk cId="3527744105" sldId="278"/>
        </pc:sldMkLst>
      </pc:sldChg>
      <pc:sldChg chg="addSp delSp modSp add mod">
        <pc:chgData name="Hjulberg, Andrew S" userId="55255bf8-79f2-42d3-80cc-139b63d0776c" providerId="ADAL" clId="{5EA2D171-AE30-4D2E-B4BB-B798C51FEC36}" dt="2025-04-11T16:02:47.297" v="402" actId="20577"/>
        <pc:sldMkLst>
          <pc:docMk/>
          <pc:sldMk cId="2131881099" sldId="279"/>
        </pc:sldMkLst>
        <pc:spChg chg="mo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2" creationId="{B82EE193-4C0D-11CE-971B-1C00C818B096}"/>
          </ac:spMkLst>
        </pc:spChg>
        <pc:spChg chg="del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37" creationId="{AB28F694-1868-9EA1-D5A3-30E5803DA3F5}"/>
          </ac:spMkLst>
        </pc:spChg>
        <pc:spChg chg="del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39" creationId="{A3ACF637-42C2-EF65-9882-F2CE0752ADB8}"/>
          </ac:spMkLst>
        </pc:spChg>
        <pc:spChg chg="del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41" creationId="{9C6EDA17-8C95-004A-3B88-7616EC5F2D8E}"/>
          </ac:spMkLst>
        </pc:spChg>
        <pc:spChg chg="del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43" creationId="{00469AE9-2236-A17D-3793-FEF63DE38AAA}"/>
          </ac:spMkLst>
        </pc:spChg>
        <pc:spChg chg="ad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48" creationId="{47AEA421-5F29-4BA7-9360-2501B5987921}"/>
          </ac:spMkLst>
        </pc:spChg>
        <pc:spChg chg="ad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50" creationId="{9348F0CB-4904-4DEF-BDD4-ADEC2DCCCBD7}"/>
          </ac:spMkLst>
        </pc:spChg>
        <pc:spChg chg="ad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52" creationId="{1583E1B8-79B3-49BB-8704-58E4AB1AF213}"/>
          </ac:spMkLst>
        </pc:spChg>
        <pc:spChg chg="add">
          <ac:chgData name="Hjulberg, Andrew S" userId="55255bf8-79f2-42d3-80cc-139b63d0776c" providerId="ADAL" clId="{5EA2D171-AE30-4D2E-B4BB-B798C51FEC36}" dt="2025-04-11T16:02:34.151" v="397" actId="26606"/>
          <ac:spMkLst>
            <pc:docMk/>
            <pc:sldMk cId="2131881099" sldId="279"/>
            <ac:spMk id="54" creationId="{7BB34D5F-2B87-438E-8236-69C6068D47A4}"/>
          </ac:spMkLst>
        </pc:spChg>
        <pc:graphicFrameChg chg="mod modGraphic">
          <ac:chgData name="Hjulberg, Andrew S" userId="55255bf8-79f2-42d3-80cc-139b63d0776c" providerId="ADAL" clId="{5EA2D171-AE30-4D2E-B4BB-B798C51FEC36}" dt="2025-04-11T16:02:47.297" v="402" actId="20577"/>
          <ac:graphicFrameMkLst>
            <pc:docMk/>
            <pc:sldMk cId="2131881099" sldId="279"/>
            <ac:graphicFrameMk id="32" creationId="{6548E9C0-8F7F-C19F-9BE0-B646CD445AD0}"/>
          </ac:graphicFrameMkLst>
        </pc:graphicFrameChg>
      </pc:sldChg>
      <pc:sldChg chg="modSp mod">
        <pc:chgData name="Hjulberg, Andrew S" userId="55255bf8-79f2-42d3-80cc-139b63d0776c" providerId="ADAL" clId="{5EA2D171-AE30-4D2E-B4BB-B798C51FEC36}" dt="2025-04-11T16:19:09.971" v="763"/>
        <pc:sldMkLst>
          <pc:docMk/>
          <pc:sldMk cId="1520249469" sldId="280"/>
        </pc:sldMkLst>
        <pc:graphicFrameChg chg="mod modGraphic">
          <ac:chgData name="Hjulberg, Andrew S" userId="55255bf8-79f2-42d3-80cc-139b63d0776c" providerId="ADAL" clId="{5EA2D171-AE30-4D2E-B4BB-B798C51FEC36}" dt="2025-04-11T16:19:09.971" v="763"/>
          <ac:graphicFrameMkLst>
            <pc:docMk/>
            <pc:sldMk cId="1520249469" sldId="280"/>
            <ac:graphicFrameMk id="5" creationId="{7DE467A1-480A-FDED-EE63-634DF0E151AC}"/>
          </ac:graphicFrameMkLst>
        </pc:graphicFrameChg>
      </pc:sldChg>
    </pc:docChg>
  </pc:docChgLst>
  <pc:docChgLst>
    <pc:chgData name="Wilkins, Graham C" userId="S::bh5884is@go.minnstate.edu::d858373d-d4a5-4d5a-af0d-fcf67a33b3d5" providerId="AD" clId="Web-{5E07993F-3858-6469-259A-C7CBA52D1D2D}"/>
    <pc:docChg chg="modSld">
      <pc:chgData name="Wilkins, Graham C" userId="S::bh5884is@go.minnstate.edu::d858373d-d4a5-4d5a-af0d-fcf67a33b3d5" providerId="AD" clId="Web-{5E07993F-3858-6469-259A-C7CBA52D1D2D}" dt="2025-04-04T16:32:00.128" v="305"/>
      <pc:docMkLst>
        <pc:docMk/>
      </pc:docMkLst>
      <pc:sldChg chg="modSp">
        <pc:chgData name="Wilkins, Graham C" userId="S::bh5884is@go.minnstate.edu::d858373d-d4a5-4d5a-af0d-fcf67a33b3d5" providerId="AD" clId="Web-{5E07993F-3858-6469-259A-C7CBA52D1D2D}" dt="2025-04-04T15:46:31.822" v="3" actId="20577"/>
        <pc:sldMkLst>
          <pc:docMk/>
          <pc:sldMk cId="109857222" sldId="256"/>
        </pc:sldMkLst>
        <pc:spChg chg="mod">
          <ac:chgData name="Wilkins, Graham C" userId="S::bh5884is@go.minnstate.edu::d858373d-d4a5-4d5a-af0d-fcf67a33b3d5" providerId="AD" clId="Web-{5E07993F-3858-6469-259A-C7CBA52D1D2D}" dt="2025-04-04T15:46:31.822" v="3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modSp">
        <pc:chgData name="Wilkins, Graham C" userId="S::bh5884is@go.minnstate.edu::d858373d-d4a5-4d5a-af0d-fcf67a33b3d5" providerId="AD" clId="Web-{5E07993F-3858-6469-259A-C7CBA52D1D2D}" dt="2025-04-04T16:18:08.953" v="108"/>
        <pc:sldMkLst>
          <pc:docMk/>
          <pc:sldMk cId="2540521633" sldId="277"/>
        </pc:sldMkLst>
        <pc:spChg chg="mod">
          <ac:chgData name="Wilkins, Graham C" userId="S::bh5884is@go.minnstate.edu::d858373d-d4a5-4d5a-af0d-fcf67a33b3d5" providerId="AD" clId="Web-{5E07993F-3858-6469-259A-C7CBA52D1D2D}" dt="2025-04-04T16:01:54.403" v="98" actId="20577"/>
          <ac:spMkLst>
            <pc:docMk/>
            <pc:sldMk cId="2540521633" sldId="277"/>
            <ac:spMk id="2" creationId="{84AF7AB2-53C1-7E36-F779-5C0AAEE69C2C}"/>
          </ac:spMkLst>
        </pc:spChg>
        <pc:graphicFrameChg chg="mod modGraphic">
          <ac:chgData name="Wilkins, Graham C" userId="S::bh5884is@go.minnstate.edu::d858373d-d4a5-4d5a-af0d-fcf67a33b3d5" providerId="AD" clId="Web-{5E07993F-3858-6469-259A-C7CBA52D1D2D}" dt="2025-04-04T16:18:08.953" v="108"/>
          <ac:graphicFrameMkLst>
            <pc:docMk/>
            <pc:sldMk cId="2540521633" sldId="277"/>
            <ac:graphicFrameMk id="5" creationId="{16CBDFA9-66AB-1AE9-3361-56160F5DE90F}"/>
          </ac:graphicFrameMkLst>
        </pc:graphicFrameChg>
        <pc:graphicFrameChg chg="add mod">
          <ac:chgData name="Wilkins, Graham C" userId="S::bh5884is@go.minnstate.edu::d858373d-d4a5-4d5a-af0d-fcf67a33b3d5" providerId="AD" clId="Web-{5E07993F-3858-6469-259A-C7CBA52D1D2D}" dt="2025-04-04T15:48:29.509" v="39" actId="1076"/>
          <ac:graphicFrameMkLst>
            <pc:docMk/>
            <pc:sldMk cId="2540521633" sldId="277"/>
            <ac:graphicFrameMk id="6" creationId="{943EB639-7647-6DAC-492F-F356E724BDD6}"/>
          </ac:graphicFrameMkLst>
        </pc:graphicFrameChg>
      </pc:sldChg>
      <pc:sldChg chg="addSp delSp modSp">
        <pc:chgData name="Wilkins, Graham C" userId="S::bh5884is@go.minnstate.edu::d858373d-d4a5-4d5a-af0d-fcf67a33b3d5" providerId="AD" clId="Web-{5E07993F-3858-6469-259A-C7CBA52D1D2D}" dt="2025-04-04T16:32:00.128" v="305"/>
        <pc:sldMkLst>
          <pc:docMk/>
          <pc:sldMk cId="3527744105" sldId="278"/>
        </pc:sldMkLst>
        <pc:spChg chg="del">
          <ac:chgData name="Wilkins, Graham C" userId="S::bh5884is@go.minnstate.edu::d858373d-d4a5-4d5a-af0d-fcf67a33b3d5" providerId="AD" clId="Web-{5E07993F-3858-6469-259A-C7CBA52D1D2D}" dt="2025-04-04T16:28:53.018" v="219"/>
          <ac:spMkLst>
            <pc:docMk/>
            <pc:sldMk cId="3527744105" sldId="278"/>
            <ac:spMk id="6" creationId="{0BCDEF71-B9B1-67A2-90AB-C0A2C812AA7E}"/>
          </ac:spMkLst>
        </pc:spChg>
        <pc:graphicFrameChg chg="add del mod modGraphic">
          <ac:chgData name="Wilkins, Graham C" userId="S::bh5884is@go.minnstate.edu::d858373d-d4a5-4d5a-af0d-fcf67a33b3d5" providerId="AD" clId="Web-{5E07993F-3858-6469-259A-C7CBA52D1D2D}" dt="2025-04-04T16:32:00.128" v="305"/>
          <ac:graphicFrameMkLst>
            <pc:docMk/>
            <pc:sldMk cId="3527744105" sldId="278"/>
            <ac:graphicFrameMk id="7" creationId="{8870527C-F4AC-F23D-09EC-920F85FB9532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6B371C3F-CE76-8439-2E4D-F8806D8D6F7F}"/>
    <pc:docChg chg="addSld modSld">
      <pc:chgData name="Lakku, Sai Keertana R" userId="S::kb7924tj@go.minnstate.edu::aa713373-d62e-42be-a5fb-296135668942" providerId="AD" clId="Web-{6B371C3F-CE76-8439-2E4D-F8806D8D6F7F}" dt="2025-04-23T16:02:45.652" v="7" actId="1076"/>
      <pc:docMkLst>
        <pc:docMk/>
      </pc:docMkLst>
      <pc:sldChg chg="addSp delSp modSp new">
        <pc:chgData name="Lakku, Sai Keertana R" userId="S::kb7924tj@go.minnstate.edu::aa713373-d62e-42be-a5fb-296135668942" providerId="AD" clId="Web-{6B371C3F-CE76-8439-2E4D-F8806D8D6F7F}" dt="2025-04-23T16:02:45.652" v="7" actId="1076"/>
        <pc:sldMkLst>
          <pc:docMk/>
          <pc:sldMk cId="3580123019" sldId="274"/>
        </pc:sldMkLst>
        <pc:spChg chg="mod">
          <ac:chgData name="Lakku, Sai Keertana R" userId="S::kb7924tj@go.minnstate.edu::aa713373-d62e-42be-a5fb-296135668942" providerId="AD" clId="Web-{6B371C3F-CE76-8439-2E4D-F8806D8D6F7F}" dt="2025-04-23T16:02:16.246" v="2" actId="20577"/>
          <ac:spMkLst>
            <pc:docMk/>
            <pc:sldMk cId="3580123019" sldId="274"/>
            <ac:spMk id="2" creationId="{0422220A-DEF1-FFEB-FB70-ECAB1A06A7C3}"/>
          </ac:spMkLst>
        </pc:spChg>
        <pc:spChg chg="del mod">
          <ac:chgData name="Lakku, Sai Keertana R" userId="S::kb7924tj@go.minnstate.edu::aa713373-d62e-42be-a5fb-296135668942" providerId="AD" clId="Web-{6B371C3F-CE76-8439-2E4D-F8806D8D6F7F}" dt="2025-04-23T16:02:19.496" v="4"/>
          <ac:spMkLst>
            <pc:docMk/>
            <pc:sldMk cId="3580123019" sldId="274"/>
            <ac:spMk id="3" creationId="{56BBBDD0-A41A-1EF2-F3B2-689E01164B08}"/>
          </ac:spMkLst>
        </pc:spChg>
        <pc:picChg chg="add mod">
          <ac:chgData name="Lakku, Sai Keertana R" userId="S::kb7924tj@go.minnstate.edu::aa713373-d62e-42be-a5fb-296135668942" providerId="AD" clId="Web-{6B371C3F-CE76-8439-2E4D-F8806D8D6F7F}" dt="2025-04-23T16:02:45.652" v="7" actId="1076"/>
          <ac:picMkLst>
            <pc:docMk/>
            <pc:sldMk cId="3580123019" sldId="274"/>
            <ac:picMk id="5" creationId="{3521E582-5247-8BB5-406B-6BA196D06F12}"/>
          </ac:picMkLst>
        </pc:picChg>
      </pc:sldChg>
    </pc:docChg>
  </pc:docChgLst>
  <pc:docChgLst>
    <pc:chgData name="Lakku, Sai Keertana R" userId="S::kb7924tj@go.minnstate.edu::aa713373-d62e-42be-a5fb-296135668942" providerId="AD" clId="Web-{5FCFB7A8-3333-63D4-C315-C35F022BF4F3}"/>
    <pc:docChg chg="addSld modSld">
      <pc:chgData name="Lakku, Sai Keertana R" userId="S::kb7924tj@go.minnstate.edu::aa713373-d62e-42be-a5fb-296135668942" providerId="AD" clId="Web-{5FCFB7A8-3333-63D4-C315-C35F022BF4F3}" dt="2025-04-23T16:10:49.966" v="11"/>
      <pc:docMkLst>
        <pc:docMk/>
      </pc:docMkLst>
      <pc:sldChg chg="addSp delSp modSp">
        <pc:chgData name="Lakku, Sai Keertana R" userId="S::kb7924tj@go.minnstate.edu::aa713373-d62e-42be-a5fb-296135668942" providerId="AD" clId="Web-{5FCFB7A8-3333-63D4-C315-C35F022BF4F3}" dt="2025-04-23T16:07:14.873" v="3" actId="1076"/>
        <pc:sldMkLst>
          <pc:docMk/>
          <pc:sldMk cId="3580123019" sldId="274"/>
        </pc:sldMkLst>
        <pc:picChg chg="add mod">
          <ac:chgData name="Lakku, Sai Keertana R" userId="S::kb7924tj@go.minnstate.edu::aa713373-d62e-42be-a5fb-296135668942" providerId="AD" clId="Web-{5FCFB7A8-3333-63D4-C315-C35F022BF4F3}" dt="2025-04-23T16:07:14.873" v="3" actId="1076"/>
          <ac:picMkLst>
            <pc:docMk/>
            <pc:sldMk cId="3580123019" sldId="274"/>
            <ac:picMk id="3" creationId="{7F36EC50-0CF4-C89B-B842-7E334FE734D5}"/>
          </ac:picMkLst>
        </pc:picChg>
        <pc:picChg chg="del">
          <ac:chgData name="Lakku, Sai Keertana R" userId="S::kb7924tj@go.minnstate.edu::aa713373-d62e-42be-a5fb-296135668942" providerId="AD" clId="Web-{5FCFB7A8-3333-63D4-C315-C35F022BF4F3}" dt="2025-04-23T16:06:50.810" v="0"/>
          <ac:picMkLst>
            <pc:docMk/>
            <pc:sldMk cId="3580123019" sldId="274"/>
            <ac:picMk id="5" creationId="{3521E582-5247-8BB5-406B-6BA196D06F12}"/>
          </ac:picMkLst>
        </pc:picChg>
      </pc:sldChg>
      <pc:sldChg chg="addSp delSp modSp new">
        <pc:chgData name="Lakku, Sai Keertana R" userId="S::kb7924tj@go.minnstate.edu::aa713373-d62e-42be-a5fb-296135668942" providerId="AD" clId="Web-{5FCFB7A8-3333-63D4-C315-C35F022BF4F3}" dt="2025-04-23T16:10:49.966" v="11"/>
        <pc:sldMkLst>
          <pc:docMk/>
          <pc:sldMk cId="634413027" sldId="275"/>
        </pc:sldMkLst>
        <pc:spChg chg="del mod">
          <ac:chgData name="Lakku, Sai Keertana R" userId="S::kb7924tj@go.minnstate.edu::aa713373-d62e-42be-a5fb-296135668942" providerId="AD" clId="Web-{5FCFB7A8-3333-63D4-C315-C35F022BF4F3}" dt="2025-04-23T16:10:49.966" v="11"/>
          <ac:spMkLst>
            <pc:docMk/>
            <pc:sldMk cId="634413027" sldId="275"/>
            <ac:spMk id="2" creationId="{F48A15CE-0660-DB16-9B63-7A7963352CA0}"/>
          </ac:spMkLst>
        </pc:spChg>
        <pc:spChg chg="del">
          <ac:chgData name="Lakku, Sai Keertana R" userId="S::kb7924tj@go.minnstate.edu::aa713373-d62e-42be-a5fb-296135668942" providerId="AD" clId="Web-{5FCFB7A8-3333-63D4-C315-C35F022BF4F3}" dt="2025-04-23T16:10:31.279" v="5"/>
          <ac:spMkLst>
            <pc:docMk/>
            <pc:sldMk cId="634413027" sldId="275"/>
            <ac:spMk id="3" creationId="{363625FC-2F05-9298-B7E8-5C9865912AC4}"/>
          </ac:spMkLst>
        </pc:spChg>
        <pc:picChg chg="add mod ord">
          <ac:chgData name="Lakku, Sai Keertana R" userId="S::kb7924tj@go.minnstate.edu::aa713373-d62e-42be-a5fb-296135668942" providerId="AD" clId="Web-{5FCFB7A8-3333-63D4-C315-C35F022BF4F3}" dt="2025-04-23T16:10:41.248" v="9" actId="1076"/>
          <ac:picMkLst>
            <pc:docMk/>
            <pc:sldMk cId="634413027" sldId="275"/>
            <ac:picMk id="5" creationId="{7D3219F7-A379-762F-AE86-8EBAD8D5AC42}"/>
          </ac:picMkLst>
        </pc:picChg>
      </pc:sldChg>
    </pc:docChg>
  </pc:docChgLst>
  <pc:docChgLst>
    <pc:chgData name="Wilkins, Graham C" userId="S::bh5884is@go.minnstate.edu::d858373d-d4a5-4d5a-af0d-fcf67a33b3d5" providerId="AD" clId="Web-{0E524FDB-1631-32BE-231A-71246D941B2B}"/>
    <pc:docChg chg="addSld modSld">
      <pc:chgData name="Wilkins, Graham C" userId="S::bh5884is@go.minnstate.edu::d858373d-d4a5-4d5a-af0d-fcf67a33b3d5" providerId="AD" clId="Web-{0E524FDB-1631-32BE-231A-71246D941B2B}" dt="2025-03-28T16:04:10.804" v="667" actId="20577"/>
      <pc:docMkLst>
        <pc:docMk/>
      </pc:docMkLst>
      <pc:sldChg chg="addSp delSp modSp">
        <pc:chgData name="Wilkins, Graham C" userId="S::bh5884is@go.minnstate.edu::d858373d-d4a5-4d5a-af0d-fcf67a33b3d5" providerId="AD" clId="Web-{0E524FDB-1631-32BE-231A-71246D941B2B}" dt="2025-03-28T15:18:07.513" v="660" actId="20577"/>
        <pc:sldMkLst>
          <pc:docMk/>
          <pc:sldMk cId="1656249528" sldId="273"/>
        </pc:sldMkLst>
        <pc:spChg chg="mod">
          <ac:chgData name="Wilkins, Graham C" userId="S::bh5884is@go.minnstate.edu::d858373d-d4a5-4d5a-af0d-fcf67a33b3d5" providerId="AD" clId="Web-{0E524FDB-1631-32BE-231A-71246D941B2B}" dt="2025-03-28T15:15:59.923" v="573" actId="20577"/>
          <ac:spMkLst>
            <pc:docMk/>
            <pc:sldMk cId="1656249528" sldId="273"/>
            <ac:spMk id="2" creationId="{7ADE7BEE-0CC5-93A6-E221-8066FAB3E767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5:14:56.577" v="524"/>
          <ac:spMkLst>
            <pc:docMk/>
            <pc:sldMk cId="1656249528" sldId="273"/>
            <ac:spMk id="6" creationId="{C4A66DC6-B15D-F636-3521-C5D6A8D79904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11.874" v="526"/>
          <ac:spMkLst>
            <pc:docMk/>
            <pc:sldMk cId="1656249528" sldId="273"/>
            <ac:spMk id="7" creationId="{973AC01A-E060-C2E6-B90A-82CE9209933A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18.640" v="528"/>
          <ac:spMkLst>
            <pc:docMk/>
            <pc:sldMk cId="1656249528" sldId="273"/>
            <ac:spMk id="8" creationId="{55195721-C89A-E70A-9A2B-C439EFC12D9B}"/>
          </ac:spMkLst>
        </pc:spChg>
        <pc:spChg chg="del">
          <ac:chgData name="Wilkins, Graham C" userId="S::bh5884is@go.minnstate.edu::d858373d-d4a5-4d5a-af0d-fcf67a33b3d5" providerId="AD" clId="Web-{0E524FDB-1631-32BE-231A-71246D941B2B}" dt="2025-03-28T15:14:38.701" v="521"/>
          <ac:spMkLst>
            <pc:docMk/>
            <pc:sldMk cId="1656249528" sldId="273"/>
            <ac:spMk id="10" creationId="{D0080BD7-D8BB-B9E7-39AA-F7C33D7AEDBC}"/>
          </ac:spMkLst>
        </pc:spChg>
        <pc:spChg chg="add mod">
          <ac:chgData name="Wilkins, Graham C" userId="S::bh5884is@go.minnstate.edu::d858373d-d4a5-4d5a-af0d-fcf67a33b3d5" providerId="AD" clId="Web-{0E524FDB-1631-32BE-231A-71246D941B2B}" dt="2025-03-28T15:18:07.513" v="660" actId="20577"/>
          <ac:spMkLst>
            <pc:docMk/>
            <pc:sldMk cId="1656249528" sldId="273"/>
            <ac:spMk id="11" creationId="{FFA504A8-8380-1007-4C4B-6E97878B7344}"/>
          </ac:spMkLst>
        </pc:spChg>
        <pc:spChg chg="add del">
          <ac:chgData name="Wilkins, Graham C" userId="S::bh5884is@go.minnstate.edu::d858373d-d4a5-4d5a-af0d-fcf67a33b3d5" providerId="AD" clId="Web-{0E524FDB-1631-32BE-231A-71246D941B2B}" dt="2025-03-28T15:15:31.719" v="531"/>
          <ac:spMkLst>
            <pc:docMk/>
            <pc:sldMk cId="1656249528" sldId="273"/>
            <ac:spMk id="13" creationId="{A864CFA4-5F27-C7EB-84E9-1F4F70C44FB0}"/>
          </ac:spMkLst>
        </pc:spChg>
        <pc:graphicFrameChg chg="add del mod modGraphic">
          <ac:chgData name="Wilkins, Graham C" userId="S::bh5884is@go.minnstate.edu::d858373d-d4a5-4d5a-af0d-fcf67a33b3d5" providerId="AD" clId="Web-{0E524FDB-1631-32BE-231A-71246D941B2B}" dt="2025-03-28T15:14:36.748" v="520"/>
          <ac:graphicFrameMkLst>
            <pc:docMk/>
            <pc:sldMk cId="1656249528" sldId="273"/>
            <ac:graphicFrameMk id="5" creationId="{AB044439-8608-7924-B83B-ECBD38F2645E}"/>
          </ac:graphicFrameMkLst>
        </pc:graphicFrameChg>
        <pc:picChg chg="mod">
          <ac:chgData name="Wilkins, Graham C" userId="S::bh5884is@go.minnstate.edu::d858373d-d4a5-4d5a-af0d-fcf67a33b3d5" providerId="AD" clId="Web-{0E524FDB-1631-32BE-231A-71246D941B2B}" dt="2025-03-28T15:14:48.217" v="523" actId="1076"/>
          <ac:picMkLst>
            <pc:docMk/>
            <pc:sldMk cId="1656249528" sldId="273"/>
            <ac:picMk id="4" creationId="{9D97BADF-57F1-970E-0764-ACAA77644D31}"/>
          </ac:picMkLst>
        </pc:picChg>
      </pc:sldChg>
      <pc:sldChg chg="addSp modSp mod setBg setClrOvrMap">
        <pc:chgData name="Wilkins, Graham C" userId="S::bh5884is@go.minnstate.edu::d858373d-d4a5-4d5a-af0d-fcf67a33b3d5" providerId="AD" clId="Web-{0E524FDB-1631-32BE-231A-71246D941B2B}" dt="2025-03-28T16:04:10.804" v="667" actId="20577"/>
        <pc:sldMkLst>
          <pc:docMk/>
          <pc:sldMk cId="893194236" sldId="274"/>
        </pc:sldMkLst>
        <pc:spChg chg="mo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2" creationId="{FBE08AF8-5DFC-680F-363D-9939D6AB4E40}"/>
          </ac:spMkLst>
        </pc:spChg>
        <pc:spChg chg="mod ord">
          <ac:chgData name="Wilkins, Graham C" userId="S::bh5884is@go.minnstate.edu::d858373d-d4a5-4d5a-af0d-fcf67a33b3d5" providerId="AD" clId="Web-{0E524FDB-1631-32BE-231A-71246D941B2B}" dt="2025-03-28T16:04:10.804" v="667" actId="20577"/>
          <ac:spMkLst>
            <pc:docMk/>
            <pc:sldMk cId="893194236" sldId="274"/>
            <ac:spMk id="3" creationId="{C5BA3A65-7E07-E196-7479-E250D272D1AE}"/>
          </ac:spMkLst>
        </pc:spChg>
        <pc:spChg chg="mo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4" creationId="{F65BD1C5-36B9-9982-9197-74BE064EC57C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1" creationId="{EE4E366E-272A-409E-840F-9A6A64A9E3FF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3" creationId="{A721560C-E4AB-4287-A29C-3F6916794CB9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5" creationId="{DF6CFF07-D953-4F9C-9A0E-E0A6AACB6158}"/>
          </ac:spMkLst>
        </pc:spChg>
        <pc:spChg chg="add">
          <ac:chgData name="Wilkins, Graham C" userId="S::bh5884is@go.minnstate.edu::d858373d-d4a5-4d5a-af0d-fcf67a33b3d5" providerId="AD" clId="Web-{0E524FDB-1631-32BE-231A-71246D941B2B}" dt="2025-03-28T16:03:57.959" v="666"/>
          <ac:spMkLst>
            <pc:docMk/>
            <pc:sldMk cId="893194236" sldId="274"/>
            <ac:spMk id="17" creationId="{DAA4FEEE-0B5F-41BF-825D-60F9FB089568}"/>
          </ac:spMkLst>
        </pc:spChg>
        <pc:picChg chg="add">
          <ac:chgData name="Wilkins, Graham C" userId="S::bh5884is@go.minnstate.edu::d858373d-d4a5-4d5a-af0d-fcf67a33b3d5" providerId="AD" clId="Web-{0E524FDB-1631-32BE-231A-71246D941B2B}" dt="2025-03-28T16:03:57.959" v="666"/>
          <ac:picMkLst>
            <pc:docMk/>
            <pc:sldMk cId="893194236" sldId="274"/>
            <ac:picMk id="8" creationId="{D7CF06B1-5685-17BF-BD1A-E7E02255C33F}"/>
          </ac:picMkLst>
        </pc:picChg>
      </pc:sldChg>
      <pc:sldChg chg="modSp">
        <pc:chgData name="Wilkins, Graham C" userId="S::bh5884is@go.minnstate.edu::d858373d-d4a5-4d5a-af0d-fcf67a33b3d5" providerId="AD" clId="Web-{0E524FDB-1631-32BE-231A-71246D941B2B}" dt="2025-03-28T15:19:30.408" v="665"/>
        <pc:sldMkLst>
          <pc:docMk/>
          <pc:sldMk cId="2139809473" sldId="276"/>
        </pc:sldMkLst>
        <pc:graphicFrameChg chg="modGraphic">
          <ac:chgData name="Wilkins, Graham C" userId="S::bh5884is@go.minnstate.edu::d858373d-d4a5-4d5a-af0d-fcf67a33b3d5" providerId="AD" clId="Web-{0E524FDB-1631-32BE-231A-71246D941B2B}" dt="2025-03-28T15:19:30.408" v="665"/>
          <ac:graphicFrameMkLst>
            <pc:docMk/>
            <pc:sldMk cId="2139809473" sldId="276"/>
            <ac:graphicFrameMk id="184" creationId="{F2AF92F0-6286-E001-E1D2-78A757B709AB}"/>
          </ac:graphicFrameMkLst>
        </pc:graphicFrameChg>
      </pc:sldChg>
      <pc:sldChg chg="addSp delSp modSp add replId">
        <pc:chgData name="Wilkins, Graham C" userId="S::bh5884is@go.minnstate.edu::d858373d-d4a5-4d5a-af0d-fcf67a33b3d5" providerId="AD" clId="Web-{0E524FDB-1631-32BE-231A-71246D941B2B}" dt="2025-03-28T15:18:25.561" v="662" actId="20577"/>
        <pc:sldMkLst>
          <pc:docMk/>
          <pc:sldMk cId="2540521633" sldId="277"/>
        </pc:sldMkLst>
        <pc:spChg chg="mod">
          <ac:chgData name="Wilkins, Graham C" userId="S::bh5884is@go.minnstate.edu::d858373d-d4a5-4d5a-af0d-fcf67a33b3d5" providerId="AD" clId="Web-{0E524FDB-1631-32BE-231A-71246D941B2B}" dt="2025-03-28T15:18:25.561" v="662" actId="20577"/>
          <ac:spMkLst>
            <pc:docMk/>
            <pc:sldMk cId="2540521633" sldId="277"/>
            <ac:spMk id="2" creationId="{84AF7AB2-53C1-7E36-F779-5C0AAEE69C2C}"/>
          </ac:spMkLst>
        </pc:spChg>
        <pc:spChg chg="del">
          <ac:chgData name="Wilkins, Graham C" userId="S::bh5884is@go.minnstate.edu::d858373d-d4a5-4d5a-af0d-fcf67a33b3d5" providerId="AD" clId="Web-{0E524FDB-1631-32BE-231A-71246D941B2B}" dt="2025-03-28T15:04:22.520" v="6"/>
          <ac:spMkLst>
            <pc:docMk/>
            <pc:sldMk cId="2540521633" sldId="277"/>
            <ac:spMk id="10" creationId="{0677A57E-00B3-2D99-69E0-BF0C40347388}"/>
          </ac:spMkLst>
        </pc:spChg>
        <pc:graphicFrameChg chg="del">
          <ac:chgData name="Wilkins, Graham C" userId="S::bh5884is@go.minnstate.edu::d858373d-d4a5-4d5a-af0d-fcf67a33b3d5" providerId="AD" clId="Web-{0E524FDB-1631-32BE-231A-71246D941B2B}" dt="2025-03-28T15:04:25.239" v="7"/>
          <ac:graphicFrameMkLst>
            <pc:docMk/>
            <pc:sldMk cId="2540521633" sldId="277"/>
            <ac:graphicFrameMk id="5" creationId="{3A7AE807-A30B-ADEB-873F-820764A9B108}"/>
          </ac:graphicFrameMkLst>
        </pc:graphicFrameChg>
        <pc:graphicFrameChg chg="add mod modGraphic">
          <ac:chgData name="Wilkins, Graham C" userId="S::bh5884is@go.minnstate.edu::d858373d-d4a5-4d5a-af0d-fcf67a33b3d5" providerId="AD" clId="Web-{0E524FDB-1631-32BE-231A-71246D941B2B}" dt="2025-03-28T15:13:40.340" v="519"/>
          <ac:graphicFrameMkLst>
            <pc:docMk/>
            <pc:sldMk cId="2540521633" sldId="277"/>
            <ac:graphicFrameMk id="6" creationId="{E8C4FCBE-AB17-F054-AA9D-2771819AF527}"/>
          </ac:graphicFrameMkLst>
        </pc:graphicFrameChg>
        <pc:graphicFrameChg chg="add mod modGraphic">
          <ac:chgData name="Wilkins, Graham C" userId="S::bh5884is@go.minnstate.edu::d858373d-d4a5-4d5a-af0d-fcf67a33b3d5" providerId="AD" clId="Web-{0E524FDB-1631-32BE-231A-71246D941B2B}" dt="2025-03-28T15:08:59.140" v="279" actId="1076"/>
          <ac:graphicFrameMkLst>
            <pc:docMk/>
            <pc:sldMk cId="2540521633" sldId="277"/>
            <ac:graphicFrameMk id="8" creationId="{05AFF212-916D-E3C5-F44B-025236DD3228}"/>
          </ac:graphicFrameMkLst>
        </pc:graphicFrameChg>
        <pc:picChg chg="del">
          <ac:chgData name="Wilkins, Graham C" userId="S::bh5884is@go.minnstate.edu::d858373d-d4a5-4d5a-af0d-fcf67a33b3d5" providerId="AD" clId="Web-{0E524FDB-1631-32BE-231A-71246D941B2B}" dt="2025-03-28T15:04:21.457" v="5"/>
          <ac:picMkLst>
            <pc:docMk/>
            <pc:sldMk cId="2540521633" sldId="277"/>
            <ac:picMk id="4" creationId="{BC2E42DD-5857-AB7B-3F6E-F1F138E59663}"/>
          </ac:picMkLst>
        </pc:picChg>
      </pc:sldChg>
    </pc:docChg>
  </pc:docChgLst>
  <pc:docChgLst>
    <pc:chgData name="Hjulberg, Andrew S" userId="55255bf8-79f2-42d3-80cc-139b63d0776c" providerId="ADAL" clId="{1989038E-5C00-4FFC-9F77-DABED97894AF}"/>
    <pc:docChg chg="custSel addSld delSld modSld sldOrd">
      <pc:chgData name="Hjulberg, Andrew S" userId="55255bf8-79f2-42d3-80cc-139b63d0776c" providerId="ADAL" clId="{1989038E-5C00-4FFC-9F77-DABED97894AF}" dt="2025-04-04T16:27:13.453" v="493" actId="20577"/>
      <pc:docMkLst>
        <pc:docMk/>
      </pc:docMkLst>
      <pc:sldChg chg="modSp">
        <pc:chgData name="Hjulberg, Andrew S" userId="55255bf8-79f2-42d3-80cc-139b63d0776c" providerId="ADAL" clId="{1989038E-5C00-4FFC-9F77-DABED97894AF}" dt="2025-04-04T15:30:04.289" v="0"/>
        <pc:sldMkLst>
          <pc:docMk/>
          <pc:sldMk cId="886379872" sldId="257"/>
        </pc:sldMkLst>
        <pc:graphicFrameChg chg="mod">
          <ac:chgData name="Hjulberg, Andrew S" userId="55255bf8-79f2-42d3-80cc-139b63d0776c" providerId="ADAL" clId="{1989038E-5C00-4FFC-9F77-DABED97894AF}" dt="2025-04-04T15:30:04.289" v="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 mod">
        <pc:chgData name="Hjulberg, Andrew S" userId="55255bf8-79f2-42d3-80cc-139b63d0776c" providerId="ADAL" clId="{1989038E-5C00-4FFC-9F77-DABED97894AF}" dt="2025-04-04T15:48:23.476" v="466" actId="255"/>
        <pc:sldMkLst>
          <pc:docMk/>
          <pc:sldMk cId="2639385583" sldId="260"/>
        </pc:sldMkLst>
        <pc:spChg chg="mod">
          <ac:chgData name="Hjulberg, Andrew S" userId="55255bf8-79f2-42d3-80cc-139b63d0776c" providerId="ADAL" clId="{1989038E-5C00-4FFC-9F77-DABED97894AF}" dt="2025-04-04T15:48:23.476" v="466" actId="255"/>
          <ac:spMkLst>
            <pc:docMk/>
            <pc:sldMk cId="2639385583" sldId="260"/>
            <ac:spMk id="2" creationId="{F2ECA33D-9372-9927-F8E7-2A49143B39C6}"/>
          </ac:spMkLst>
        </pc:spChg>
      </pc:sldChg>
      <pc:sldChg chg="modSp">
        <pc:chgData name="Hjulberg, Andrew S" userId="55255bf8-79f2-42d3-80cc-139b63d0776c" providerId="ADAL" clId="{1989038E-5C00-4FFC-9F77-DABED97894AF}" dt="2025-04-04T15:42:35.908" v="464"/>
        <pc:sldMkLst>
          <pc:docMk/>
          <pc:sldMk cId="1258313468" sldId="269"/>
        </pc:sldMkLst>
        <pc:graphicFrameChg chg="mod">
          <ac:chgData name="Hjulberg, Andrew S" userId="55255bf8-79f2-42d3-80cc-139b63d0776c" providerId="ADAL" clId="{1989038E-5C00-4FFC-9F77-DABED97894AF}" dt="2025-04-04T15:42:35.908" v="464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addSp delSp modSp mod">
        <pc:chgData name="Hjulberg, Andrew S" userId="55255bf8-79f2-42d3-80cc-139b63d0776c" providerId="ADAL" clId="{1989038E-5C00-4FFC-9F77-DABED97894AF}" dt="2025-04-04T15:36:10.958" v="302" actId="20577"/>
        <pc:sldMkLst>
          <pc:docMk/>
          <pc:sldMk cId="1656249528" sldId="273"/>
        </pc:sldMkLst>
        <pc:spChg chg="mod">
          <ac:chgData name="Hjulberg, Andrew S" userId="55255bf8-79f2-42d3-80cc-139b63d0776c" providerId="ADAL" clId="{1989038E-5C00-4FFC-9F77-DABED97894AF}" dt="2025-04-04T15:36:10.958" v="302" actId="20577"/>
          <ac:spMkLst>
            <pc:docMk/>
            <pc:sldMk cId="1656249528" sldId="273"/>
            <ac:spMk id="11" creationId="{FFA504A8-8380-1007-4C4B-6E97878B7344}"/>
          </ac:spMkLst>
        </pc:spChg>
        <pc:graphicFrameChg chg="add mod">
          <ac:chgData name="Hjulberg, Andrew S" userId="55255bf8-79f2-42d3-80cc-139b63d0776c" providerId="ADAL" clId="{1989038E-5C00-4FFC-9F77-DABED97894AF}" dt="2025-04-04T15:30:54.766" v="50" actId="1035"/>
          <ac:graphicFrameMkLst>
            <pc:docMk/>
            <pc:sldMk cId="1656249528" sldId="273"/>
            <ac:graphicFrameMk id="7" creationId="{14BD47D5-B20B-DB48-C6CB-CE6027817652}"/>
          </ac:graphicFrameMkLst>
        </pc:graphicFrameChg>
        <pc:graphicFrameChg chg="add mod">
          <ac:chgData name="Hjulberg, Andrew S" userId="55255bf8-79f2-42d3-80cc-139b63d0776c" providerId="ADAL" clId="{1989038E-5C00-4FFC-9F77-DABED97894AF}" dt="2025-04-04T15:31:14.749" v="52" actId="1076"/>
          <ac:graphicFrameMkLst>
            <pc:docMk/>
            <pc:sldMk cId="1656249528" sldId="273"/>
            <ac:graphicFrameMk id="8" creationId="{48A7AAB1-EBD5-E686-3497-D8ACE2787863}"/>
          </ac:graphicFrameMkLst>
        </pc:graphicFrameChg>
        <pc:picChg chg="del">
          <ac:chgData name="Hjulberg, Andrew S" userId="55255bf8-79f2-42d3-80cc-139b63d0776c" providerId="ADAL" clId="{1989038E-5C00-4FFC-9F77-DABED97894AF}" dt="2025-04-04T15:30:23.194" v="1" actId="21"/>
          <ac:picMkLst>
            <pc:docMk/>
            <pc:sldMk cId="1656249528" sldId="273"/>
            <ac:picMk id="4" creationId="{9D97BADF-57F1-970E-0764-ACAA77644D31}"/>
          </ac:picMkLst>
        </pc:picChg>
        <pc:picChg chg="add del mod">
          <ac:chgData name="Hjulberg, Andrew S" userId="55255bf8-79f2-42d3-80cc-139b63d0776c" providerId="ADAL" clId="{1989038E-5C00-4FFC-9F77-DABED97894AF}" dt="2025-04-04T15:30:35.621" v="3" actId="478"/>
          <ac:picMkLst>
            <pc:docMk/>
            <pc:sldMk cId="1656249528" sldId="273"/>
            <ac:picMk id="5" creationId="{3E90E8B8-C819-BC5F-38D9-D3804C22EE88}"/>
          </ac:picMkLst>
        </pc:picChg>
      </pc:sldChg>
      <pc:sldChg chg="del">
        <pc:chgData name="Hjulberg, Andrew S" userId="55255bf8-79f2-42d3-80cc-139b63d0776c" providerId="ADAL" clId="{1989038E-5C00-4FFC-9F77-DABED97894AF}" dt="2025-04-04T15:31:44.716" v="76" actId="47"/>
        <pc:sldMkLst>
          <pc:docMk/>
          <pc:sldMk cId="893194236" sldId="274"/>
        </pc:sldMkLst>
      </pc:sldChg>
      <pc:sldChg chg="ord">
        <pc:chgData name="Hjulberg, Andrew S" userId="55255bf8-79f2-42d3-80cc-139b63d0776c" providerId="ADAL" clId="{1989038E-5C00-4FFC-9F77-DABED97894AF}" dt="2025-04-04T15:37:06.872" v="304"/>
        <pc:sldMkLst>
          <pc:docMk/>
          <pc:sldMk cId="401840768" sldId="275"/>
        </pc:sldMkLst>
      </pc:sldChg>
      <pc:sldChg chg="delSp modSp mod">
        <pc:chgData name="Hjulberg, Andrew S" userId="55255bf8-79f2-42d3-80cc-139b63d0776c" providerId="ADAL" clId="{1989038E-5C00-4FFC-9F77-DABED97894AF}" dt="2025-04-04T16:00:45.617" v="482" actId="20577"/>
        <pc:sldMkLst>
          <pc:docMk/>
          <pc:sldMk cId="2540521633" sldId="277"/>
        </pc:sldMkLst>
        <pc:graphicFrameChg chg="modGraphic">
          <ac:chgData name="Hjulberg, Andrew S" userId="55255bf8-79f2-42d3-80cc-139b63d0776c" providerId="ADAL" clId="{1989038E-5C00-4FFC-9F77-DABED97894AF}" dt="2025-04-04T16:00:45.617" v="482" actId="20577"/>
          <ac:graphicFrameMkLst>
            <pc:docMk/>
            <pc:sldMk cId="2540521633" sldId="277"/>
            <ac:graphicFrameMk id="5" creationId="{16CBDFA9-66AB-1AE9-3361-56160F5DE90F}"/>
          </ac:graphicFrameMkLst>
        </pc:graphicFrameChg>
        <pc:graphicFrameChg chg="del">
          <ac:chgData name="Hjulberg, Andrew S" userId="55255bf8-79f2-42d3-80cc-139b63d0776c" providerId="ADAL" clId="{1989038E-5C00-4FFC-9F77-DABED97894AF}" dt="2025-04-04T15:31:52.488" v="77" actId="478"/>
          <ac:graphicFrameMkLst>
            <pc:docMk/>
            <pc:sldMk cId="2540521633" sldId="277"/>
            <ac:graphicFrameMk id="6" creationId="{E8C4FCBE-AB17-F054-AA9D-2771819AF527}"/>
          </ac:graphicFrameMkLst>
        </pc:graphicFrameChg>
        <pc:graphicFrameChg chg="del">
          <ac:chgData name="Hjulberg, Andrew S" userId="55255bf8-79f2-42d3-80cc-139b63d0776c" providerId="ADAL" clId="{1989038E-5C00-4FFC-9F77-DABED97894AF}" dt="2025-04-04T15:31:54.316" v="78" actId="478"/>
          <ac:graphicFrameMkLst>
            <pc:docMk/>
            <pc:sldMk cId="2540521633" sldId="277"/>
            <ac:graphicFrameMk id="8" creationId="{05AFF212-916D-E3C5-F44B-025236DD3228}"/>
          </ac:graphicFrameMkLst>
        </pc:graphicFrameChg>
      </pc:sldChg>
      <pc:sldChg chg="modSp add mod ord">
        <pc:chgData name="Hjulberg, Andrew S" userId="55255bf8-79f2-42d3-80cc-139b63d0776c" providerId="ADAL" clId="{1989038E-5C00-4FFC-9F77-DABED97894AF}" dt="2025-04-04T16:27:13.453" v="493" actId="20577"/>
        <pc:sldMkLst>
          <pc:docMk/>
          <pc:sldMk cId="3527744105" sldId="278"/>
        </pc:sldMkLst>
        <pc:spChg chg="mod">
          <ac:chgData name="Hjulberg, Andrew S" userId="55255bf8-79f2-42d3-80cc-139b63d0776c" providerId="ADAL" clId="{1989038E-5C00-4FFC-9F77-DABED97894AF}" dt="2025-04-04T16:02:27.776" v="492" actId="20577"/>
          <ac:spMkLst>
            <pc:docMk/>
            <pc:sldMk cId="3527744105" sldId="278"/>
            <ac:spMk id="2" creationId="{F7BB94F9-5458-6F7A-BC6A-DEE7EA0BE84A}"/>
          </ac:spMkLst>
        </pc:spChg>
        <pc:spChg chg="mod">
          <ac:chgData name="Hjulberg, Andrew S" userId="55255bf8-79f2-42d3-80cc-139b63d0776c" providerId="ADAL" clId="{1989038E-5C00-4FFC-9F77-DABED97894AF}" dt="2025-04-04T16:27:13.453" v="493" actId="20577"/>
          <ac:spMkLst>
            <pc:docMk/>
            <pc:sldMk cId="3527744105" sldId="278"/>
            <ac:spMk id="6" creationId="{0BCDEF71-B9B1-67A2-90AB-C0A2C812AA7E}"/>
          </ac:spMkLst>
        </pc:spChg>
      </pc:sldChg>
    </pc:docChg>
  </pc:docChgLst>
  <pc:docChgLst>
    <pc:chgData name="Srinivasa Reddy, Shashank reddy" userId="S::qn1833ep@go.minnstate.edu::5f8d5532-cbd8-40c0-aa18-97830f20e260" providerId="AD" clId="Web-{8BB57760-ABD9-19F0-F8C2-6E575545A090}"/>
    <pc:docChg chg="modSld">
      <pc:chgData name="Srinivasa Reddy, Shashank reddy" userId="S::qn1833ep@go.minnstate.edu::5f8d5532-cbd8-40c0-aa18-97830f20e260" providerId="AD" clId="Web-{8BB57760-ABD9-19F0-F8C2-6E575545A090}" dt="2025-04-11T16:23:25.584" v="220"/>
      <pc:docMkLst>
        <pc:docMk/>
      </pc:docMkLst>
      <pc:sldChg chg="modSp">
        <pc:chgData name="Srinivasa Reddy, Shashank reddy" userId="S::qn1833ep@go.minnstate.edu::5f8d5532-cbd8-40c0-aa18-97830f20e260" providerId="AD" clId="Web-{8BB57760-ABD9-19F0-F8C2-6E575545A090}" dt="2025-04-11T15:54:32.065" v="4" actId="20577"/>
        <pc:sldMkLst>
          <pc:docMk/>
          <pc:sldMk cId="1258313468" sldId="269"/>
        </pc:sldMkLst>
        <pc:spChg chg="mod">
          <ac:chgData name="Srinivasa Reddy, Shashank reddy" userId="S::qn1833ep@go.minnstate.edu::5f8d5532-cbd8-40c0-aa18-97830f20e260" providerId="AD" clId="Web-{8BB57760-ABD9-19F0-F8C2-6E575545A090}" dt="2025-04-11T15:54:32.065" v="4" actId="20577"/>
          <ac:spMkLst>
            <pc:docMk/>
            <pc:sldMk cId="1258313468" sldId="269"/>
            <ac:spMk id="6" creationId="{F460C7CA-C74A-47C3-E8E1-675A2D2DFD09}"/>
          </ac:spMkLst>
        </pc:spChg>
      </pc:sldChg>
      <pc:sldChg chg="addSp delSp modSp">
        <pc:chgData name="Srinivasa Reddy, Shashank reddy" userId="S::qn1833ep@go.minnstate.edu::5f8d5532-cbd8-40c0-aa18-97830f20e260" providerId="AD" clId="Web-{8BB57760-ABD9-19F0-F8C2-6E575545A090}" dt="2025-04-11T16:04:06.754" v="180"/>
        <pc:sldMkLst>
          <pc:docMk/>
          <pc:sldMk cId="401840768" sldId="275"/>
        </pc:sldMkLst>
        <pc:spChg chg="mo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2" creationId="{3EB6FC04-BAAA-F161-D2CC-CF6F439C9A15}"/>
          </ac:spMkLst>
        </pc:spChg>
        <pc:spChg chg="mod">
          <ac:chgData name="Srinivasa Reddy, Shashank reddy" userId="S::qn1833ep@go.minnstate.edu::5f8d5532-cbd8-40c0-aa18-97830f20e260" providerId="AD" clId="Web-{8BB57760-ABD9-19F0-F8C2-6E575545A090}" dt="2025-04-11T15:54:26.659" v="2" actId="20577"/>
          <ac:spMkLst>
            <pc:docMk/>
            <pc:sldMk cId="401840768" sldId="275"/>
            <ac:spMk id="3" creationId="{28EC074C-A5CF-98CF-574C-DC35FC12E44B}"/>
          </ac:spMkLst>
        </pc:spChg>
        <pc:spChg chg="del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37" creationId="{4E78424C-6FD0-41F8-9CAA-5DC19C42359F}"/>
          </ac:spMkLst>
        </pc:spChg>
        <pc:spChg chg="del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39" creationId="{DD136760-57DC-4301-8BEA-B71AD2D13905}"/>
          </ac:spMkLst>
        </pc:spChg>
        <pc:spChg chg="del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41" creationId="{BDC58DEA-1307-4F44-AD47-E613D8B76A89}"/>
          </ac:spMkLst>
        </pc:spChg>
        <pc:spChg chg="del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43" creationId="{C99B912D-1E4B-42AF-A2BE-CFEFEC916EE7}"/>
          </ac:spMkLst>
        </pc:spChg>
        <pc:spChg chg="ad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45" creationId="{9348F0CB-4904-4DEF-BDD4-ADEC2DCCCBD7}"/>
          </ac:spMkLst>
        </pc:spChg>
        <pc:spChg chg="ad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48" creationId="{47AEA421-5F29-4BA7-9360-2501B5987921}"/>
          </ac:spMkLst>
        </pc:spChg>
        <pc:spChg chg="ad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52" creationId="{1583E1B8-79B3-49BB-8704-58E4AB1AF213}"/>
          </ac:spMkLst>
        </pc:spChg>
        <pc:spChg chg="add">
          <ac:chgData name="Srinivasa Reddy, Shashank reddy" userId="S::qn1833ep@go.minnstate.edu::5f8d5532-cbd8-40c0-aa18-97830f20e260" providerId="AD" clId="Web-{8BB57760-ABD9-19F0-F8C2-6E575545A090}" dt="2025-04-11T16:04:06.754" v="180"/>
          <ac:spMkLst>
            <pc:docMk/>
            <pc:sldMk cId="401840768" sldId="275"/>
            <ac:spMk id="54" creationId="{7BB34D5F-2B87-438E-8236-69C6068D47A4}"/>
          </ac:spMkLst>
        </pc:spChg>
        <pc:graphicFrameChg chg="mod modGraphic">
          <ac:chgData name="Srinivasa Reddy, Shashank reddy" userId="S::qn1833ep@go.minnstate.edu::5f8d5532-cbd8-40c0-aa18-97830f20e260" providerId="AD" clId="Web-{8BB57760-ABD9-19F0-F8C2-6E575545A090}" dt="2025-04-11T16:04:06.754" v="180"/>
          <ac:graphicFrameMkLst>
            <pc:docMk/>
            <pc:sldMk cId="401840768" sldId="275"/>
            <ac:graphicFrameMk id="32" creationId="{30A8635A-E7E5-1E6F-F2BA-A213A75CB5F7}"/>
          </ac:graphicFrameMkLst>
        </pc:graphicFrameChg>
      </pc:sldChg>
      <pc:sldChg chg="modSp">
        <pc:chgData name="Srinivasa Reddy, Shashank reddy" userId="S::qn1833ep@go.minnstate.edu::5f8d5532-cbd8-40c0-aa18-97830f20e260" providerId="AD" clId="Web-{8BB57760-ABD9-19F0-F8C2-6E575545A090}" dt="2025-04-11T16:23:25.584" v="220"/>
        <pc:sldMkLst>
          <pc:docMk/>
          <pc:sldMk cId="1520249469" sldId="280"/>
        </pc:sldMkLst>
        <pc:graphicFrameChg chg="mod modGraphic">
          <ac:chgData name="Srinivasa Reddy, Shashank reddy" userId="S::qn1833ep@go.minnstate.edu::5f8d5532-cbd8-40c0-aa18-97830f20e260" providerId="AD" clId="Web-{8BB57760-ABD9-19F0-F8C2-6E575545A090}" dt="2025-04-11T16:23:25.584" v="220"/>
          <ac:graphicFrameMkLst>
            <pc:docMk/>
            <pc:sldMk cId="1520249469" sldId="280"/>
            <ac:graphicFrameMk id="5" creationId="{7DE467A1-480A-FDED-EE63-634DF0E151AC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9FEA75D6-2E57-8A5D-906F-0FD5885D31A6}"/>
    <pc:docChg chg="delSld modSld">
      <pc:chgData name="Lakku, Sai Keertana R" userId="S::kb7924tj@go.minnstate.edu::aa713373-d62e-42be-a5fb-296135668942" providerId="AD" clId="Web-{9FEA75D6-2E57-8A5D-906F-0FD5885D31A6}" dt="2025-02-21T17:28:40.671" v="12" actId="14100"/>
      <pc:docMkLst>
        <pc:docMk/>
      </pc:docMkLst>
      <pc:sldChg chg="addSp delSp modSp">
        <pc:chgData name="Lakku, Sai Keertana R" userId="S::kb7924tj@go.minnstate.edu::aa713373-d62e-42be-a5fb-296135668942" providerId="AD" clId="Web-{9FEA75D6-2E57-8A5D-906F-0FD5885D31A6}" dt="2025-02-21T17:21:38.592" v="9" actId="14100"/>
        <pc:sldMkLst>
          <pc:docMk/>
          <pc:sldMk cId="886379872" sldId="257"/>
        </pc:sldMkLst>
        <pc:graphicFrameChg chg="add del mod">
          <ac:chgData name="Lakku, Sai Keertana R" userId="S::kb7924tj@go.minnstate.edu::aa713373-d62e-42be-a5fb-296135668942" providerId="AD" clId="Web-{9FEA75D6-2E57-8A5D-906F-0FD5885D31A6}" dt="2025-02-21T17:21:38.592" v="9" actId="1410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Lakku, Sai Keertana R" userId="S::kb7924tj@go.minnstate.edu::aa713373-d62e-42be-a5fb-296135668942" providerId="AD" clId="Web-{9FEA75D6-2E57-8A5D-906F-0FD5885D31A6}" dt="2025-02-21T17:28:14.935" v="11" actId="1076"/>
        <pc:sldMkLst>
          <pc:docMk/>
          <pc:sldMk cId="38658698" sldId="258"/>
        </pc:sldMkLst>
        <pc:graphicFrameChg chg="mod">
          <ac:chgData name="Lakku, Sai Keertana R" userId="S::kb7924tj@go.minnstate.edu::aa713373-d62e-42be-a5fb-296135668942" providerId="AD" clId="Web-{9FEA75D6-2E57-8A5D-906F-0FD5885D31A6}" dt="2025-02-21T17:28:14.935" v="11" actId="1076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del">
        <pc:chgData name="Lakku, Sai Keertana R" userId="S::kb7924tj@go.minnstate.edu::aa713373-d62e-42be-a5fb-296135668942" providerId="AD" clId="Web-{9FEA75D6-2E57-8A5D-906F-0FD5885D31A6}" dt="2025-02-21T16:44:48.527" v="8"/>
        <pc:sldMkLst>
          <pc:docMk/>
          <pc:sldMk cId="1105610437" sldId="268"/>
        </pc:sldMkLst>
      </pc:sldChg>
      <pc:sldChg chg="modSp">
        <pc:chgData name="Lakku, Sai Keertana R" userId="S::kb7924tj@go.minnstate.edu::aa713373-d62e-42be-a5fb-296135668942" providerId="AD" clId="Web-{9FEA75D6-2E57-8A5D-906F-0FD5885D31A6}" dt="2025-02-21T17:28:40.671" v="12" actId="14100"/>
        <pc:sldMkLst>
          <pc:docMk/>
          <pc:sldMk cId="3503842829" sldId="272"/>
        </pc:sldMkLst>
        <pc:picChg chg="mod">
          <ac:chgData name="Lakku, Sai Keertana R" userId="S::kb7924tj@go.minnstate.edu::aa713373-d62e-42be-a5fb-296135668942" providerId="AD" clId="Web-{9FEA75D6-2E57-8A5D-906F-0FD5885D31A6}" dt="2025-02-21T17:28:40.671" v="12" actId="14100"/>
          <ac:picMkLst>
            <pc:docMk/>
            <pc:sldMk cId="3503842829" sldId="272"/>
            <ac:picMk id="4" creationId="{65AAB778-E52C-C44C-F751-5FC55CDB838D}"/>
          </ac:picMkLst>
        </pc:picChg>
      </pc:sldChg>
    </pc:docChg>
  </pc:docChgLst>
  <pc:docChgLst>
    <pc:chgData name="Hjulberg, Andrew S" userId="S::hi6397ef@go.minnstate.edu::55255bf8-79f2-42d3-80cc-139b63d0776c" providerId="AD" clId="Web-{CA170FDB-E2D6-5117-7551-84E91AB3FA72}"/>
    <pc:docChg chg="modSld">
      <pc:chgData name="Hjulberg, Andrew S" userId="S::hi6397ef@go.minnstate.edu::55255bf8-79f2-42d3-80cc-139b63d0776c" providerId="AD" clId="Web-{CA170FDB-E2D6-5117-7551-84E91AB3FA72}" dt="2025-04-04T15:29:09.504" v="32" actId="20577"/>
      <pc:docMkLst>
        <pc:docMk/>
      </pc:docMkLst>
      <pc:sldChg chg="modSp">
        <pc:chgData name="Hjulberg, Andrew S" userId="S::hi6397ef@go.minnstate.edu::55255bf8-79f2-42d3-80cc-139b63d0776c" providerId="AD" clId="Web-{CA170FDB-E2D6-5117-7551-84E91AB3FA72}" dt="2025-04-04T15:29:09.504" v="32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CA170FDB-E2D6-5117-7551-84E91AB3FA72}" dt="2025-04-04T15:29:09.504" v="32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16D0C6C2-4CD6-F137-D7E2-ADF60FF368C4}"/>
    <pc:docChg chg="modSld">
      <pc:chgData name="Lakku, Sai Keertana R" userId="S::kb7924tj@go.minnstate.edu::aa713373-d62e-42be-a5fb-296135668942" providerId="AD" clId="Web-{16D0C6C2-4CD6-F137-D7E2-ADF60FF368C4}" dt="2025-03-19T15:59:28.084" v="0"/>
      <pc:docMkLst>
        <pc:docMk/>
      </pc:docMkLst>
      <pc:sldChg chg="delSp">
        <pc:chgData name="Lakku, Sai Keertana R" userId="S::kb7924tj@go.minnstate.edu::aa713373-d62e-42be-a5fb-296135668942" providerId="AD" clId="Web-{16D0C6C2-4CD6-F137-D7E2-ADF60FF368C4}" dt="2025-03-19T15:59:28.084" v="0"/>
        <pc:sldMkLst>
          <pc:docMk/>
          <pc:sldMk cId="1656249528" sldId="273"/>
        </pc:sldMkLst>
        <pc:picChg chg="del">
          <ac:chgData name="Lakku, Sai Keertana R" userId="S::kb7924tj@go.minnstate.edu::aa713373-d62e-42be-a5fb-296135668942" providerId="AD" clId="Web-{16D0C6C2-4CD6-F137-D7E2-ADF60FF368C4}" dt="2025-03-19T15:59:28.084" v="0"/>
          <ac:picMkLst>
            <pc:docMk/>
            <pc:sldMk cId="1656249528" sldId="273"/>
            <ac:picMk id="4" creationId="{3CE9554B-8A7F-5658-1146-1B2D8E79C2FD}"/>
          </ac:picMkLst>
        </pc:picChg>
      </pc:sldChg>
    </pc:docChg>
  </pc:docChgLst>
  <pc:docChgLst>
    <pc:chgData name="Hjulberg, Andrew S" userId="S::hi6397ef@go.minnstate.edu::55255bf8-79f2-42d3-80cc-139b63d0776c" providerId="AD" clId="Web-{5AA759CE-D215-3DBF-664F-1109CD46F206}"/>
    <pc:docChg chg="modSld">
      <pc:chgData name="Hjulberg, Andrew S" userId="S::hi6397ef@go.minnstate.edu::55255bf8-79f2-42d3-80cc-139b63d0776c" providerId="AD" clId="Web-{5AA759CE-D215-3DBF-664F-1109CD46F206}" dt="2025-03-19T18:56:10.115" v="348" actId="20577"/>
      <pc:docMkLst>
        <pc:docMk/>
      </pc:docMkLst>
      <pc:sldChg chg="modSp">
        <pc:chgData name="Hjulberg, Andrew S" userId="S::hi6397ef@go.minnstate.edu::55255bf8-79f2-42d3-80cc-139b63d0776c" providerId="AD" clId="Web-{5AA759CE-D215-3DBF-664F-1109CD46F206}" dt="2025-03-19T15:13:45.181" v="9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5AA759CE-D215-3DBF-664F-1109CD46F206}" dt="2025-03-19T15:13:45.181" v="9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Hjulberg, Andrew S" userId="S::hi6397ef@go.minnstate.edu::55255bf8-79f2-42d3-80cc-139b63d0776c" providerId="AD" clId="Web-{5AA759CE-D215-3DBF-664F-1109CD46F206}" dt="2025-03-19T15:49:09.258" v="340" actId="14100"/>
        <pc:sldMkLst>
          <pc:docMk/>
          <pc:sldMk cId="886379872" sldId="257"/>
        </pc:sldMkLst>
        <pc:graphicFrameChg chg="mod modGraphic">
          <ac:chgData name="Hjulberg, Andrew S" userId="S::hi6397ef@go.minnstate.edu::55255bf8-79f2-42d3-80cc-139b63d0776c" providerId="AD" clId="Web-{5AA759CE-D215-3DBF-664F-1109CD46F206}" dt="2025-03-19T15:49:09.258" v="340" actId="1410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S::hi6397ef@go.minnstate.edu::55255bf8-79f2-42d3-80cc-139b63d0776c" providerId="AD" clId="Web-{5AA759CE-D215-3DBF-664F-1109CD46F206}" dt="2025-03-19T15:23:42.105" v="33" actId="20577"/>
        <pc:sldMkLst>
          <pc:docMk/>
          <pc:sldMk cId="1987320157" sldId="267"/>
        </pc:sldMkLst>
        <pc:spChg chg="mod">
          <ac:chgData name="Hjulberg, Andrew S" userId="S::hi6397ef@go.minnstate.edu::55255bf8-79f2-42d3-80cc-139b63d0776c" providerId="AD" clId="Web-{5AA759CE-D215-3DBF-664F-1109CD46F206}" dt="2025-03-19T15:23:42.105" v="33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addSp delSp modSp">
        <pc:chgData name="Hjulberg, Andrew S" userId="S::hi6397ef@go.minnstate.edu::55255bf8-79f2-42d3-80cc-139b63d0776c" providerId="AD" clId="Web-{5AA759CE-D215-3DBF-664F-1109CD46F206}" dt="2025-03-19T15:29:25.913" v="339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5AA759CE-D215-3DBF-664F-1109CD46F206}" dt="2025-03-19T15:27:33.409" v="337"/>
          <ac:graphicFrameMkLst>
            <pc:docMk/>
            <pc:sldMk cId="1258313468" sldId="269"/>
            <ac:graphicFrameMk id="5" creationId="{635C2A7D-A2CA-3FC7-C810-CE0225A50F5B}"/>
          </ac:graphicFrameMkLst>
        </pc:graphicFrameChg>
        <pc:picChg chg="add del mod">
          <ac:chgData name="Hjulberg, Andrew S" userId="S::hi6397ef@go.minnstate.edu::55255bf8-79f2-42d3-80cc-139b63d0776c" providerId="AD" clId="Web-{5AA759CE-D215-3DBF-664F-1109CD46F206}" dt="2025-03-19T15:29:25.913" v="339"/>
          <ac:picMkLst>
            <pc:docMk/>
            <pc:sldMk cId="1258313468" sldId="269"/>
            <ac:picMk id="1639" creationId="{D8992D32-5282-EF45-CBEA-25E38DC22578}"/>
          </ac:picMkLst>
        </pc:picChg>
      </pc:sldChg>
      <pc:sldChg chg="modSp">
        <pc:chgData name="Hjulberg, Andrew S" userId="S::hi6397ef@go.minnstate.edu::55255bf8-79f2-42d3-80cc-139b63d0776c" providerId="AD" clId="Web-{5AA759CE-D215-3DBF-664F-1109CD46F206}" dt="2025-03-19T18:56:10.115" v="348" actId="2057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5AA759CE-D215-3DBF-664F-1109CD46F206}" dt="2025-03-19T18:56:10.115" v="348" actId="20577"/>
          <ac:spMkLst>
            <pc:docMk/>
            <pc:sldMk cId="893194236" sldId="274"/>
            <ac:spMk id="3" creationId="{C5BA3A65-7E07-E196-7479-E250D272D1AE}"/>
          </ac:spMkLst>
        </pc:spChg>
      </pc:sldChg>
      <pc:sldChg chg="modSp">
        <pc:chgData name="Hjulberg, Andrew S" userId="S::hi6397ef@go.minnstate.edu::55255bf8-79f2-42d3-80cc-139b63d0776c" providerId="AD" clId="Web-{5AA759CE-D215-3DBF-664F-1109CD46F206}" dt="2025-03-19T15:23:50.668" v="39" actId="20577"/>
        <pc:sldMkLst>
          <pc:docMk/>
          <pc:sldMk cId="3273053664" sldId="277"/>
        </pc:sldMkLst>
        <pc:spChg chg="mod">
          <ac:chgData name="Hjulberg, Andrew S" userId="S::hi6397ef@go.minnstate.edu::55255bf8-79f2-42d3-80cc-139b63d0776c" providerId="AD" clId="Web-{5AA759CE-D215-3DBF-664F-1109CD46F206}" dt="2025-03-19T15:23:50.668" v="39" actId="20577"/>
          <ac:spMkLst>
            <pc:docMk/>
            <pc:sldMk cId="3273053664" sldId="277"/>
            <ac:spMk id="2" creationId="{2F10C5DD-05A8-2437-33E3-AED0D9720D3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E4F11-B5CA-431B-A843-3E591B366411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69538-DCC8-4800-8157-CCE6C805D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8450A-CE35-4E52-A39E-02D1523F11D6}" type="datetime1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9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FBBED-D673-4AE7-A8E2-82F853D23B4D}" type="datetime1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1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A619-A5FD-4CC4-A94C-0F2D279BFCC1}" type="datetime1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5A1C-5E1D-4097-BF51-932E7C27C02A}" type="datetime1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52F42-8EDC-4568-BD72-B0A8788DD091}" type="datetime1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19FD-BE5F-46CF-B495-7438AC321EE4}" type="datetime1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6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16DB-8EF2-4CE7-B234-23696E50AB6A}" type="datetime1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11DBF-A95D-474B-99AE-32C1D634354B}" type="datetime1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9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2D43-93CD-4C99-A85D-7A5DB4FF4561}" type="datetime1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BEA3-9389-4237-B77E-0884DB9A956B}" type="datetime1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7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7DCE9-F265-479B-A45E-05B7DC7F0DE9}" type="datetime1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83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4883-6331-437B-8C61-E01D82442D84}" type="datetime1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33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233C-BE84-40DB-BEEC-B4CC0B76B46E}" type="datetime1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61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977A-455B-4708-8D90-48D2C7C95D2B}" type="datetime1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35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65100-AD36-4E16-9834-B408245468FF}" type="datetime1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203B-8FFD-4F69-AA7E-002F8448E102}" type="datetime1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78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209C8-0164-460F-A507-F37915019906}" type="datetime1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6035E93-BCE5-4C5E-AAE6-A7A824B4CA7B}" type="datetime1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51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087643" cy="404164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err="1">
                <a:solidFill>
                  <a:srgbClr val="FFFFFF"/>
                </a:solidFill>
                <a:latin typeface="Century Schoolbook"/>
              </a:rPr>
              <a:t>Intuilize</a:t>
            </a:r>
            <a:r>
              <a:rPr lang="en-US" sz="4400">
                <a:solidFill>
                  <a:srgbClr val="FFFFFF"/>
                </a:solidFill>
                <a:latin typeface="Century Schoolbook"/>
              </a:rPr>
              <a:t> – Cluster Commanders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Customer Segmentation &amp; Prediction 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Weekly Meeting 4/23/2025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BFBFBF"/>
                </a:solidFill>
                <a:latin typeface="Century Schoolbook"/>
              </a:rPr>
              <a:t>Andy, Graham, Keertana, &amp; Shashank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F9164-7817-52B3-E8AB-968DD3B4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7BEE-0CC5-93A6-E221-8066FAB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07757D-9A61-C17B-6695-738B0FAB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A66DC6-B15D-F636-3521-C5D6A8D79904}"/>
              </a:ext>
            </a:extLst>
          </p:cNvPr>
          <p:cNvSpPr txBox="1"/>
          <p:nvPr/>
        </p:nvSpPr>
        <p:spPr>
          <a:xfrm>
            <a:off x="2419353" y="496739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03BDD9-CE3A-6749-97AA-6DFBEAEE1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1519518"/>
            <a:ext cx="9702678" cy="4728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T-Mobile Example – Suggestions?</a:t>
            </a:r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/>
              <a:t>Markov-Chain input and output.</a:t>
            </a:r>
          </a:p>
          <a:p>
            <a:pPr marL="0" indent="0">
              <a:buClr>
                <a:srgbClr val="8AD0D6"/>
              </a:buClr>
              <a:buNone/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/>
              <a:t>Previous progress document was completed and sent.</a:t>
            </a:r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/>
              <a:t>Client evaluation will be sent Friday.</a:t>
            </a:r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/>
              <a:t>Fall 25 project scoping</a:t>
            </a:r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n-US"/>
              <a:t>Email was sent asking you and Nelson to select a project to continue into the next semester.</a:t>
            </a:r>
          </a:p>
          <a:p>
            <a:pPr>
              <a:buClr>
                <a:srgbClr val="8AD0D6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249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220A-DEF1-FFEB-FB70-ECAB1A06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E52F4-C085-03C3-BA74-873AF33E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36EC50-0CF4-C89B-B842-7E334FE73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955" y="1365388"/>
            <a:ext cx="8581611" cy="503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23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3219F7-A379-762F-AE86-8EBAD8D5AC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4842" y="152314"/>
            <a:ext cx="8818499" cy="65589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98918-D77B-D320-ADF7-519625FB0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13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A33D-9372-9927-F8E7-2A49143B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958" y="2593703"/>
            <a:ext cx="4931955" cy="1340076"/>
          </a:xfrm>
        </p:spPr>
        <p:txBody>
          <a:bodyPr/>
          <a:lstStyle/>
          <a:p>
            <a:pPr algn="ctr"/>
            <a:r>
              <a:rPr lang="en-US" sz="6000" b="1"/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7AA1C3-D07C-64CF-7189-5DC9C418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85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Ion</vt:lpstr>
      <vt:lpstr>Intuilize – Cluster Commanders Customer Segmentation &amp; Prediction  Weekly Meeting 4/23/2025</vt:lpstr>
      <vt:lpstr>Questions</vt:lpstr>
      <vt:lpstr>Questions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2025-01-29T16:03:38Z</dcterms:created>
  <dcterms:modified xsi:type="dcterms:W3CDTF">2025-04-23T16:11:11Z</dcterms:modified>
</cp:coreProperties>
</file>