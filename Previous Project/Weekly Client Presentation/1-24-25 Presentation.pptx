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B3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4678F-9109-C5E6-2FB3-91DA53DCCBA3}" v="57" dt="2025-02-02T20:58:09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kins, Graham C" userId="S::bh5884is@go.minnstate.edu::d858373d-d4a5-4d5a-af0d-fcf67a33b3d5" providerId="AD" clId="Web-{81CF9AE6-48EE-9160-053B-3D504C83E177}"/>
    <pc:docChg chg="modSld">
      <pc:chgData name="Wilkins, Graham C" userId="S::bh5884is@go.minnstate.edu::d858373d-d4a5-4d5a-af0d-fcf67a33b3d5" providerId="AD" clId="Web-{81CF9AE6-48EE-9160-053B-3D504C83E177}" dt="2025-01-29T16:07:21.248" v="289" actId="20577"/>
      <pc:docMkLst>
        <pc:docMk/>
      </pc:docMkLst>
      <pc:sldChg chg="modSp">
        <pc:chgData name="Wilkins, Graham C" userId="S::bh5884is@go.minnstate.edu::d858373d-d4a5-4d5a-af0d-fcf67a33b3d5" providerId="AD" clId="Web-{81CF9AE6-48EE-9160-053B-3D504C83E177}" dt="2025-01-29T16:07:21.248" v="289" actId="20577"/>
        <pc:sldMkLst>
          <pc:docMk/>
          <pc:sldMk cId="109857222" sldId="256"/>
        </pc:sldMkLst>
        <pc:spChg chg="mod">
          <ac:chgData name="Wilkins, Graham C" userId="S::bh5884is@go.minnstate.edu::d858373d-d4a5-4d5a-af0d-fcf67a33b3d5" providerId="AD" clId="Web-{81CF9AE6-48EE-9160-053B-3D504C83E177}" dt="2025-01-29T16:07:21.248" v="28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Wilkins, Graham C" userId="S::bh5884is@go.minnstate.edu::d858373d-d4a5-4d5a-af0d-fcf67a33b3d5" providerId="AD" clId="Web-{81CF9AE6-48EE-9160-053B-3D504C83E177}" dt="2025-01-22T17:36:44.447" v="286"/>
        <pc:sldMkLst>
          <pc:docMk/>
          <pc:sldMk cId="2586011061" sldId="260"/>
        </pc:sldMkLst>
        <pc:graphicFrameChg chg="add del mod">
          <ac:chgData name="Wilkins, Graham C" userId="S::bh5884is@go.minnstate.edu::d858373d-d4a5-4d5a-af0d-fcf67a33b3d5" providerId="AD" clId="Web-{81CF9AE6-48EE-9160-053B-3D504C83E177}" dt="2025-01-22T17:36:16.322" v="274"/>
          <ac:graphicFrameMkLst>
            <pc:docMk/>
            <pc:sldMk cId="2586011061" sldId="260"/>
            <ac:graphicFrameMk id="5" creationId="{EEF3130C-45F1-4D3D-9C8D-5AE6F866F4E9}"/>
          </ac:graphicFrameMkLst>
        </pc:graphicFrameChg>
        <pc:graphicFrameChg chg="mod modGraphic">
          <ac:chgData name="Wilkins, Graham C" userId="S::bh5884is@go.minnstate.edu::d858373d-d4a5-4d5a-af0d-fcf67a33b3d5" providerId="AD" clId="Web-{81CF9AE6-48EE-9160-053B-3D504C83E177}" dt="2025-01-22T17:36:44.447" v="286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  <pc:sldChg chg="modSp">
        <pc:chgData name="Wilkins, Graham C" userId="S::bh5884is@go.minnstate.edu::d858373d-d4a5-4d5a-af0d-fcf67a33b3d5" providerId="AD" clId="Web-{81CF9AE6-48EE-9160-053B-3D504C83E177}" dt="2025-01-22T17:31:29.090" v="66" actId="20577"/>
        <pc:sldMkLst>
          <pc:docMk/>
          <pc:sldMk cId="1803681995" sldId="262"/>
        </pc:sldMkLst>
        <pc:spChg chg="mod">
          <ac:chgData name="Wilkins, Graham C" userId="S::bh5884is@go.minnstate.edu::d858373d-d4a5-4d5a-af0d-fcf67a33b3d5" providerId="AD" clId="Web-{81CF9AE6-48EE-9160-053B-3D504C83E177}" dt="2025-01-22T17:30:59.809" v="15" actId="20577"/>
          <ac:spMkLst>
            <pc:docMk/>
            <pc:sldMk cId="1803681995" sldId="262"/>
            <ac:spMk id="2" creationId="{20F4ACF5-4134-511C-4C8B-445B8C0E0194}"/>
          </ac:spMkLst>
        </pc:spChg>
        <pc:spChg chg="mod">
          <ac:chgData name="Wilkins, Graham C" userId="S::bh5884is@go.minnstate.edu::d858373d-d4a5-4d5a-af0d-fcf67a33b3d5" providerId="AD" clId="Web-{81CF9AE6-48EE-9160-053B-3D504C83E177}" dt="2025-01-22T17:31:29.090" v="66" actId="20577"/>
          <ac:spMkLst>
            <pc:docMk/>
            <pc:sldMk cId="1803681995" sldId="262"/>
            <ac:spMk id="3" creationId="{6001324B-3FE7-9307-CDFD-53B5E296E44A}"/>
          </ac:spMkLst>
        </pc:spChg>
      </pc:sldChg>
    </pc:docChg>
  </pc:docChgLst>
  <pc:docChgLst>
    <pc:chgData name="Lakku, Sai Keertana R" userId="S::kb7924tj@go.minnstate.edu::aa713373-d62e-42be-a5fb-296135668942" providerId="AD" clId="Web-{9D2B40AF-01D8-E9F2-AB1A-B13FFA7DF1FA}"/>
    <pc:docChg chg="modSld">
      <pc:chgData name="Lakku, Sai Keertana R" userId="S::kb7924tj@go.minnstate.edu::aa713373-d62e-42be-a5fb-296135668942" providerId="AD" clId="Web-{9D2B40AF-01D8-E9F2-AB1A-B13FFA7DF1FA}" dt="2025-01-22T17:48:09.613" v="4"/>
      <pc:docMkLst>
        <pc:docMk/>
      </pc:docMkLst>
      <pc:sldChg chg="addSp delSp modSp">
        <pc:chgData name="Lakku, Sai Keertana R" userId="S::kb7924tj@go.minnstate.edu::aa713373-d62e-42be-a5fb-296135668942" providerId="AD" clId="Web-{9D2B40AF-01D8-E9F2-AB1A-B13FFA7DF1FA}" dt="2025-01-22T17:48:09.613" v="4"/>
        <pc:sldMkLst>
          <pc:docMk/>
          <pc:sldMk cId="2586011061" sldId="260"/>
        </pc:sldMkLst>
        <pc:spChg chg="add del">
          <ac:chgData name="Lakku, Sai Keertana R" userId="S::kb7924tj@go.minnstate.edu::aa713373-d62e-42be-a5fb-296135668942" providerId="AD" clId="Web-{9D2B40AF-01D8-E9F2-AB1A-B13FFA7DF1FA}" dt="2025-01-22T17:47:12.220" v="2"/>
          <ac:spMkLst>
            <pc:docMk/>
            <pc:sldMk cId="2586011061" sldId="260"/>
            <ac:spMk id="3" creationId="{6D5931FE-ECF1-E591-F116-F3C6D55CEAFC}"/>
          </ac:spMkLst>
        </pc:spChg>
        <pc:spChg chg="add del">
          <ac:chgData name="Lakku, Sai Keertana R" userId="S::kb7924tj@go.minnstate.edu::aa713373-d62e-42be-a5fb-296135668942" providerId="AD" clId="Web-{9D2B40AF-01D8-E9F2-AB1A-B13FFA7DF1FA}" dt="2025-01-22T17:48:09.613" v="4"/>
          <ac:spMkLst>
            <pc:docMk/>
            <pc:sldMk cId="2586011061" sldId="260"/>
            <ac:spMk id="5" creationId="{E736710F-5EEC-CB2A-F856-7C83E95516A9}"/>
          </ac:spMkLst>
        </pc:spChg>
        <pc:graphicFrameChg chg="modGraphic">
          <ac:chgData name="Lakku, Sai Keertana R" userId="S::kb7924tj@go.minnstate.edu::aa713373-d62e-42be-a5fb-296135668942" providerId="AD" clId="Web-{9D2B40AF-01D8-E9F2-AB1A-B13FFA7DF1FA}" dt="2025-01-22T17:46:45.469" v="0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</pc:docChg>
  </pc:docChgLst>
  <pc:docChgLst>
    <pc:chgData name="Hjulberg, Andrew S" userId="55255bf8-79f2-42d3-80cc-139b63d0776c" providerId="ADAL" clId="{575D2E7A-81B1-47D0-AF29-F39CC32E142F}"/>
    <pc:docChg chg="undo custSel modSld">
      <pc:chgData name="Hjulberg, Andrew S" userId="55255bf8-79f2-42d3-80cc-139b63d0776c" providerId="ADAL" clId="{575D2E7A-81B1-47D0-AF29-F39CC32E142F}" dt="2025-01-22T21:23:29.846" v="388" actId="20577"/>
      <pc:docMkLst>
        <pc:docMk/>
      </pc:docMkLst>
      <pc:sldChg chg="modSp mod">
        <pc:chgData name="Hjulberg, Andrew S" userId="55255bf8-79f2-42d3-80cc-139b63d0776c" providerId="ADAL" clId="{575D2E7A-81B1-47D0-AF29-F39CC32E142F}" dt="2025-01-22T21:23:29.846" v="388" actId="20577"/>
        <pc:sldMkLst>
          <pc:docMk/>
          <pc:sldMk cId="2586011061" sldId="260"/>
        </pc:sldMkLst>
        <pc:graphicFrameChg chg="mod modGraphic">
          <ac:chgData name="Hjulberg, Andrew S" userId="55255bf8-79f2-42d3-80cc-139b63d0776c" providerId="ADAL" clId="{575D2E7A-81B1-47D0-AF29-F39CC32E142F}" dt="2025-01-22T21:23:29.846" v="388" actId="20577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5764678F-9109-C5E6-2FB3-91DA53DCCBA3}"/>
    <pc:docChg chg="modSld">
      <pc:chgData name="Lakku, Sai Keertana R" userId="S::kb7924tj@go.minnstate.edu::aa713373-d62e-42be-a5fb-296135668942" providerId="AD" clId="Web-{5764678F-9109-C5E6-2FB3-91DA53DCCBA3}" dt="2025-02-02T20:58:09.349" v="16"/>
      <pc:docMkLst>
        <pc:docMk/>
      </pc:docMkLst>
      <pc:sldChg chg="addSp modSp">
        <pc:chgData name="Lakku, Sai Keertana R" userId="S::kb7924tj@go.minnstate.edu::aa713373-d62e-42be-a5fb-296135668942" providerId="AD" clId="Web-{5764678F-9109-C5E6-2FB3-91DA53DCCBA3}" dt="2025-02-02T20:58:09.349" v="16"/>
        <pc:sldMkLst>
          <pc:docMk/>
          <pc:sldMk cId="2586011061" sldId="260"/>
        </pc:sldMkLst>
        <pc:graphicFrameChg chg="add mod modGraphic">
          <ac:chgData name="Lakku, Sai Keertana R" userId="S::kb7924tj@go.minnstate.edu::aa713373-d62e-42be-a5fb-296135668942" providerId="AD" clId="Web-{5764678F-9109-C5E6-2FB3-91DA53DCCBA3}" dt="2025-02-02T20:58:09.349" v="16"/>
          <ac:graphicFrameMkLst>
            <pc:docMk/>
            <pc:sldMk cId="2586011061" sldId="260"/>
            <ac:graphicFrameMk id="5" creationId="{BD976145-992D-53D9-DC46-7110C5DF723F}"/>
          </ac:graphicFrameMkLst>
        </pc:graphicFrameChg>
        <pc:graphicFrameChg chg="mod modGraphic">
          <ac:chgData name="Lakku, Sai Keertana R" userId="S::kb7924tj@go.minnstate.edu::aa713373-d62e-42be-a5fb-296135668942" providerId="AD" clId="Web-{5764678F-9109-C5E6-2FB3-91DA53DCCBA3}" dt="2025-02-02T20:57:53.895" v="13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16EA9FD6-CE01-48FC-010A-3DE0D4D26C6E}"/>
    <pc:docChg chg="modSld">
      <pc:chgData name="Lakku, Sai Keertana R" userId="S::kb7924tj@go.minnstate.edu::aa713373-d62e-42be-a5fb-296135668942" providerId="AD" clId="Web-{16EA9FD6-CE01-48FC-010A-3DE0D4D26C6E}" dt="2025-01-23T20:30:33.648" v="41"/>
      <pc:docMkLst>
        <pc:docMk/>
      </pc:docMkLst>
      <pc:sldChg chg="modSp">
        <pc:chgData name="Lakku, Sai Keertana R" userId="S::kb7924tj@go.minnstate.edu::aa713373-d62e-42be-a5fb-296135668942" providerId="AD" clId="Web-{16EA9FD6-CE01-48FC-010A-3DE0D4D26C6E}" dt="2025-01-22T17:51:44.976" v="11" actId="20577"/>
        <pc:sldMkLst>
          <pc:docMk/>
          <pc:sldMk cId="109857222" sldId="256"/>
        </pc:sldMkLst>
        <pc:spChg chg="mod">
          <ac:chgData name="Lakku, Sai Keertana R" userId="S::kb7924tj@go.minnstate.edu::aa713373-d62e-42be-a5fb-296135668942" providerId="AD" clId="Web-{16EA9FD6-CE01-48FC-010A-3DE0D4D26C6E}" dt="2025-01-22T17:51:44.976" v="1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Lakku, Sai Keertana R" userId="S::kb7924tj@go.minnstate.edu::aa713373-d62e-42be-a5fb-296135668942" providerId="AD" clId="Web-{16EA9FD6-CE01-48FC-010A-3DE0D4D26C6E}" dt="2025-01-23T20:30:33.648" v="41"/>
        <pc:sldMkLst>
          <pc:docMk/>
          <pc:sldMk cId="2586011061" sldId="260"/>
        </pc:sldMkLst>
        <pc:graphicFrameChg chg="mod modGraphic">
          <ac:chgData name="Lakku, Sai Keertana R" userId="S::kb7924tj@go.minnstate.edu::aa713373-d62e-42be-a5fb-296135668942" providerId="AD" clId="Web-{16EA9FD6-CE01-48FC-010A-3DE0D4D26C6E}" dt="2025-01-23T20:30:33.648" v="41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</pc:docChg>
  </pc:docChgLst>
  <pc:docChgLst>
    <pc:chgData name="Wilkins, Graham C" userId="d858373d-d4a5-4d5a-af0d-fcf67a33b3d5" providerId="ADAL" clId="{F4CEC760-B901-458C-A958-4FCC146FB159}"/>
    <pc:docChg chg="undo custSel modSld">
      <pc:chgData name="Wilkins, Graham C" userId="d858373d-d4a5-4d5a-af0d-fcf67a33b3d5" providerId="ADAL" clId="{F4CEC760-B901-458C-A958-4FCC146FB159}" dt="2025-01-22T17:43:04.136" v="15" actId="20577"/>
      <pc:docMkLst>
        <pc:docMk/>
      </pc:docMkLst>
      <pc:sldChg chg="modSp mod">
        <pc:chgData name="Wilkins, Graham C" userId="d858373d-d4a5-4d5a-af0d-fcf67a33b3d5" providerId="ADAL" clId="{F4CEC760-B901-458C-A958-4FCC146FB159}" dt="2025-01-22T17:40:34.274" v="10" actId="14734"/>
        <pc:sldMkLst>
          <pc:docMk/>
          <pc:sldMk cId="2586011061" sldId="260"/>
        </pc:sldMkLst>
        <pc:graphicFrameChg chg="mod modGraphic">
          <ac:chgData name="Wilkins, Graham C" userId="d858373d-d4a5-4d5a-af0d-fcf67a33b3d5" providerId="ADAL" clId="{F4CEC760-B901-458C-A958-4FCC146FB159}" dt="2025-01-22T17:40:34.274" v="10" actId="14734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  <pc:sldChg chg="modSp mod">
        <pc:chgData name="Wilkins, Graham C" userId="d858373d-d4a5-4d5a-af0d-fcf67a33b3d5" providerId="ADAL" clId="{F4CEC760-B901-458C-A958-4FCC146FB159}" dt="2025-01-22T17:43:04.136" v="15" actId="20577"/>
        <pc:sldMkLst>
          <pc:docMk/>
          <pc:sldMk cId="1803681995" sldId="262"/>
        </pc:sldMkLst>
        <pc:spChg chg="mod">
          <ac:chgData name="Wilkins, Graham C" userId="d858373d-d4a5-4d5a-af0d-fcf67a33b3d5" providerId="ADAL" clId="{F4CEC760-B901-458C-A958-4FCC146FB159}" dt="2025-01-22T17:43:04.136" v="15" actId="20577"/>
          <ac:spMkLst>
            <pc:docMk/>
            <pc:sldMk cId="1803681995" sldId="262"/>
            <ac:spMk id="3" creationId="{6001324B-3FE7-9307-CDFD-53B5E296E44A}"/>
          </ac:spMkLst>
        </pc:spChg>
      </pc:sldChg>
    </pc:docChg>
  </pc:docChgLst>
  <pc:docChgLst>
    <pc:chgData name="Srinivasa Reddy, Shashank reddy" userId="S::qn1833ep@go.minnstate.edu::5f8d5532-cbd8-40c0-aa18-97830f20e260" providerId="AD" clId="Web-{919F35A2-0993-6376-FB73-E2772B5B541D}"/>
    <pc:docChg chg="addSld delSld modSld modMainMaster">
      <pc:chgData name="Srinivasa Reddy, Shashank reddy" userId="S::qn1833ep@go.minnstate.edu::5f8d5532-cbd8-40c0-aa18-97830f20e260" providerId="AD" clId="Web-{919F35A2-0993-6376-FB73-E2772B5B541D}" dt="2025-01-22T17:40:46.770" v="316" actId="20577"/>
      <pc:docMkLst>
        <pc:docMk/>
      </pc:docMkLst>
      <pc:sldChg chg="addSp modSp">
        <pc:chgData name="Srinivasa Reddy, Shashank reddy" userId="S::qn1833ep@go.minnstate.edu::5f8d5532-cbd8-40c0-aa18-97830f20e260" providerId="AD" clId="Web-{919F35A2-0993-6376-FB73-E2772B5B541D}" dt="2025-01-22T16:50:45.153" v="5"/>
        <pc:sldMkLst>
          <pc:docMk/>
          <pc:sldMk cId="109857222" sldId="256"/>
        </pc:sldMkLst>
        <pc:spChg chg="add mod">
          <ac:chgData name="Srinivasa Reddy, Shashank reddy" userId="S::qn1833ep@go.minnstate.edu::5f8d5532-cbd8-40c0-aa18-97830f20e260" providerId="AD" clId="Web-{919F35A2-0993-6376-FB73-E2772B5B541D}" dt="2025-01-22T16:50:45.153" v="5"/>
          <ac:spMkLst>
            <pc:docMk/>
            <pc:sldMk cId="109857222" sldId="256"/>
            <ac:spMk id="4" creationId="{5F4AD95A-8747-17BA-F78E-6CF2EFC5414F}"/>
          </ac:spMkLst>
        </pc:spChg>
      </pc:sldChg>
      <pc:sldChg chg="addSp delSp modSp new add del mod setBg setClrOvrMap">
        <pc:chgData name="Srinivasa Reddy, Shashank reddy" userId="S::qn1833ep@go.minnstate.edu::5f8d5532-cbd8-40c0-aa18-97830f20e260" providerId="AD" clId="Web-{919F35A2-0993-6376-FB73-E2772B5B541D}" dt="2025-01-22T17:33:32.841" v="290"/>
        <pc:sldMkLst>
          <pc:docMk/>
          <pc:sldMk cId="3672733973" sldId="257"/>
        </pc:sldMkLst>
        <pc:spChg chg="mod">
          <ac:chgData name="Srinivasa Reddy, Shashank reddy" userId="S::qn1833ep@go.minnstate.edu::5f8d5532-cbd8-40c0-aa18-97830f20e260" providerId="AD" clId="Web-{919F35A2-0993-6376-FB73-E2772B5B541D}" dt="2025-01-22T17:30:50.891" v="278"/>
          <ac:spMkLst>
            <pc:docMk/>
            <pc:sldMk cId="3672733973" sldId="257"/>
            <ac:spMk id="2" creationId="{EF4D31CF-B8B0-F9FE-1641-73275812D70F}"/>
          </ac:spMkLst>
        </pc:spChg>
        <pc:spChg chg="del mod">
          <ac:chgData name="Srinivasa Reddy, Shashank reddy" userId="S::qn1833ep@go.minnstate.edu::5f8d5532-cbd8-40c0-aa18-97830f20e260" providerId="AD" clId="Web-{919F35A2-0993-6376-FB73-E2772B5B541D}" dt="2025-01-22T16:58:41.067" v="87"/>
          <ac:spMkLst>
            <pc:docMk/>
            <pc:sldMk cId="3672733973" sldId="257"/>
            <ac:spMk id="3" creationId="{5E37881B-1B78-97B7-B908-99BBC73124F8}"/>
          </ac:spMkLst>
        </pc:spChg>
        <pc:spChg chg="add mod">
          <ac:chgData name="Srinivasa Reddy, Shashank reddy" userId="S::qn1833ep@go.minnstate.edu::5f8d5532-cbd8-40c0-aa18-97830f20e260" providerId="AD" clId="Web-{919F35A2-0993-6376-FB73-E2772B5B541D}" dt="2025-01-22T16:58:41.067" v="87"/>
          <ac:spMkLst>
            <pc:docMk/>
            <pc:sldMk cId="3672733973" sldId="257"/>
            <ac:spMk id="4" creationId="{72595BDE-6AC3-9575-6B5F-77A938C27B0E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922" v="279"/>
          <ac:spMkLst>
            <pc:docMk/>
            <pc:sldMk cId="3672733973" sldId="257"/>
            <ac:spMk id="10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922" v="279"/>
          <ac:spMkLst>
            <pc:docMk/>
            <pc:sldMk cId="3672733973" sldId="257"/>
            <ac:spMk id="12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922" v="279"/>
          <ac:spMkLst>
            <pc:docMk/>
            <pc:sldMk cId="3672733973" sldId="257"/>
            <ac:spMk id="14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922" v="279"/>
          <ac:spMkLst>
            <pc:docMk/>
            <pc:sldMk cId="3672733973" sldId="257"/>
            <ac:spMk id="16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891" v="278"/>
          <ac:spMkLst>
            <pc:docMk/>
            <pc:sldMk cId="3672733973" sldId="257"/>
            <ac:spMk id="21" creationId="{ABE6F9A3-300E-47F5-B41C-C8C5E758DE7C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891" v="278"/>
          <ac:spMkLst>
            <pc:docMk/>
            <pc:sldMk cId="3672733973" sldId="257"/>
            <ac:spMk id="23" creationId="{61B4701B-39FE-43B8-86AA-D6B8789C2207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891" v="278"/>
          <ac:spMkLst>
            <pc:docMk/>
            <pc:sldMk cId="3672733973" sldId="257"/>
            <ac:spMk id="25" creationId="{E9A7EF13-49FA-4355-971A-34B065F35022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0:50.891" v="278"/>
          <ac:spMkLst>
            <pc:docMk/>
            <pc:sldMk cId="3672733973" sldId="257"/>
            <ac:spMk id="27" creationId="{92CF3C3E-0F7B-4F0C-8EBD-BDD38E9C66F5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29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30" creationId="{D80CFA21-AB7C-4BEB-9BFF-05764FBBF3C6}"/>
          </ac:spMkLst>
        </pc:spChg>
        <pc:spChg chg="add del mod modVis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31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32" creationId="{10B541F0-7F6E-402E-84D8-CF96EACA5FBC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37" creationId="{F747F1B4-B831-4277-8AB0-32767F7EB7BF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39" creationId="{D80CFA21-AB7C-4BEB-9BFF-05764FBBF3C6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41" creationId="{12F7E335-851A-4CAE-B09F-E657819D4600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33:32.841" v="290"/>
          <ac:spMkLst>
            <pc:docMk/>
            <pc:sldMk cId="3672733973" sldId="257"/>
            <ac:spMk id="43" creationId="{10B541F0-7F6E-402E-84D8-CF96EACA5FBC}"/>
          </ac:spMkLst>
        </pc:spChg>
        <pc:spChg chg="add del mod">
          <ac:chgData name="Srinivasa Reddy, Shashank reddy" userId="S::qn1833ep@go.minnstate.edu::5f8d5532-cbd8-40c0-aa18-97830f20e260" providerId="AD" clId="Web-{919F35A2-0993-6376-FB73-E2772B5B541D}" dt="2025-01-22T17:30:28.563" v="275"/>
          <ac:spMkLst>
            <pc:docMk/>
            <pc:sldMk cId="3672733973" sldId="257"/>
            <ac:spMk id="414" creationId="{F3DB13E2-0670-A31F-FAED-9DC4F8051D3C}"/>
          </ac:spMkLst>
        </pc:spChg>
        <pc:spChg chg="add del mod">
          <ac:chgData name="Srinivasa Reddy, Shashank reddy" userId="S::qn1833ep@go.minnstate.edu::5f8d5532-cbd8-40c0-aa18-97830f20e260" providerId="AD" clId="Web-{919F35A2-0993-6376-FB73-E2772B5B541D}" dt="2025-01-22T17:31:44.874" v="283"/>
          <ac:spMkLst>
            <pc:docMk/>
            <pc:sldMk cId="3672733973" sldId="257"/>
            <ac:spMk id="468" creationId="{43F36B5C-D7F0-C384-3B9E-A7DABA03F255}"/>
          </ac:spMkLst>
        </pc:spChg>
        <pc:graphicFrameChg chg="add del mod modVis modGraphic">
          <ac:chgData name="Srinivasa Reddy, Shashank reddy" userId="S::qn1833ep@go.minnstate.edu::5f8d5532-cbd8-40c0-aa18-97830f20e260" providerId="AD" clId="Web-{919F35A2-0993-6376-FB73-E2772B5B541D}" dt="2025-01-22T17:33:32.841" v="290"/>
          <ac:graphicFrameMkLst>
            <pc:docMk/>
            <pc:sldMk cId="3672733973" sldId="257"/>
            <ac:graphicFrameMk id="6" creationId="{6DDE55CE-C35A-E58E-04E2-60BB8FC0ED7F}"/>
          </ac:graphicFrameMkLst>
        </pc:graphicFrameChg>
        <pc:picChg chg="add del mod">
          <ac:chgData name="Srinivasa Reddy, Shashank reddy" userId="S::qn1833ep@go.minnstate.edu::5f8d5532-cbd8-40c0-aa18-97830f20e260" providerId="AD" clId="Web-{919F35A2-0993-6376-FB73-E2772B5B541D}" dt="2025-01-22T17:30:42.641" v="276"/>
          <ac:picMkLst>
            <pc:docMk/>
            <pc:sldMk cId="3672733973" sldId="257"/>
            <ac:picMk id="412" creationId="{6F6354A3-CBE3-4E8F-CD10-1A980E0E3EDF}"/>
          </ac:picMkLst>
        </pc:picChg>
      </pc:sldChg>
      <pc:sldChg chg="addSp modSp new mod setBg setClrOvrMap">
        <pc:chgData name="Srinivasa Reddy, Shashank reddy" userId="S::qn1833ep@go.minnstate.edu::5f8d5532-cbd8-40c0-aa18-97830f20e260" providerId="AD" clId="Web-{919F35A2-0993-6376-FB73-E2772B5B541D}" dt="2025-01-22T16:58:25.442" v="86"/>
        <pc:sldMkLst>
          <pc:docMk/>
          <pc:sldMk cId="4217747938" sldId="258"/>
        </pc:sldMkLst>
        <pc:spChg chg="mod or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2" creationId="{179C0E9F-ADCD-BFCE-CAA9-EFDB5BD872FB}"/>
          </ac:spMkLst>
        </pc:spChg>
        <pc:spChg chg="mo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3" creationId="{C9C02332-59B8-223D-2A46-D346865A1CE2}"/>
          </ac:spMkLst>
        </pc:spChg>
        <pc:spChg chg="mo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4" creationId="{7C336899-FC28-7A9E-D506-D93F4BACC3EF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13" creationId="{4FA533C5-33E3-4611-AF9F-72811D8B26A6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19" creationId="{87F0FDC4-AD8C-47D9-9131-623C98ADB0AE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21" creationId="{DE27238C-8EAF-4098-86E6-7723B7DAE601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23" creationId="{992F97B1-1891-4FCC-9E5F-BA97EDB48F89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25" creationId="{78C6C821-FEE1-4EB6-9590-C021440C77DE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6:58:25.442" v="86"/>
          <ac:spMkLst>
            <pc:docMk/>
            <pc:sldMk cId="4217747938" sldId="258"/>
            <ac:spMk id="27" creationId="{B61A74B3-E247-44D4-8C48-FAE8E2056401}"/>
          </ac:spMkLst>
        </pc:spChg>
        <pc:picChg chg="add">
          <ac:chgData name="Srinivasa Reddy, Shashank reddy" userId="S::qn1833ep@go.minnstate.edu::5f8d5532-cbd8-40c0-aa18-97830f20e260" providerId="AD" clId="Web-{919F35A2-0993-6376-FB73-E2772B5B541D}" dt="2025-01-22T16:58:25.442" v="86"/>
          <ac:picMkLst>
            <pc:docMk/>
            <pc:sldMk cId="4217747938" sldId="258"/>
            <ac:picMk id="11" creationId="{2AE609E2-8522-44E4-9077-980E5BCF3E14}"/>
          </ac:picMkLst>
        </pc:picChg>
      </pc:sldChg>
      <pc:sldChg chg="modSp new">
        <pc:chgData name="Srinivasa Reddy, Shashank reddy" userId="S::qn1833ep@go.minnstate.edu::5f8d5532-cbd8-40c0-aa18-97830f20e260" providerId="AD" clId="Web-{919F35A2-0993-6376-FB73-E2772B5B541D}" dt="2025-01-22T17:23:52.133" v="180"/>
        <pc:sldMkLst>
          <pc:docMk/>
          <pc:sldMk cId="1372789936" sldId="259"/>
        </pc:sldMkLst>
        <pc:spChg chg="mod">
          <ac:chgData name="Srinivasa Reddy, Shashank reddy" userId="S::qn1833ep@go.minnstate.edu::5f8d5532-cbd8-40c0-aa18-97830f20e260" providerId="AD" clId="Web-{919F35A2-0993-6376-FB73-E2772B5B541D}" dt="2025-01-22T17:23:10.774" v="176" actId="20577"/>
          <ac:spMkLst>
            <pc:docMk/>
            <pc:sldMk cId="1372789936" sldId="259"/>
            <ac:spMk id="2" creationId="{BE518DEE-A14F-649F-AEC3-6D5BD9322141}"/>
          </ac:spMkLst>
        </pc:spChg>
        <pc:graphicFrameChg chg="mod modGraphic">
          <ac:chgData name="Srinivasa Reddy, Shashank reddy" userId="S::qn1833ep@go.minnstate.edu::5f8d5532-cbd8-40c0-aa18-97830f20e260" providerId="AD" clId="Web-{919F35A2-0993-6376-FB73-E2772B5B541D}" dt="2025-01-22T17:23:52.133" v="180"/>
          <ac:graphicFrameMkLst>
            <pc:docMk/>
            <pc:sldMk cId="1372789936" sldId="259"/>
            <ac:graphicFrameMk id="6" creationId="{695202D8-A10A-3B70-51FB-E98DE9E619D4}"/>
          </ac:graphicFrameMkLst>
        </pc:graphicFrameChg>
      </pc:sldChg>
      <pc:sldChg chg="modSp new">
        <pc:chgData name="Srinivasa Reddy, Shashank reddy" userId="S::qn1833ep@go.minnstate.edu::5f8d5532-cbd8-40c0-aa18-97830f20e260" providerId="AD" clId="Web-{919F35A2-0993-6376-FB73-E2772B5B541D}" dt="2025-01-22T17:09:22.758" v="125"/>
        <pc:sldMkLst>
          <pc:docMk/>
          <pc:sldMk cId="2586011061" sldId="260"/>
        </pc:sldMkLst>
        <pc:spChg chg="mod">
          <ac:chgData name="Srinivasa Reddy, Shashank reddy" userId="S::qn1833ep@go.minnstate.edu::5f8d5532-cbd8-40c0-aa18-97830f20e260" providerId="AD" clId="Web-{919F35A2-0993-6376-FB73-E2772B5B541D}" dt="2025-01-22T16:52:47.964" v="45" actId="20577"/>
          <ac:spMkLst>
            <pc:docMk/>
            <pc:sldMk cId="2586011061" sldId="260"/>
            <ac:spMk id="2" creationId="{8AABEBA5-C2C5-FEE5-57BD-1ACD4736020D}"/>
          </ac:spMkLst>
        </pc:spChg>
        <pc:graphicFrameChg chg="mod modGraphic">
          <ac:chgData name="Srinivasa Reddy, Shashank reddy" userId="S::qn1833ep@go.minnstate.edu::5f8d5532-cbd8-40c0-aa18-97830f20e260" providerId="AD" clId="Web-{919F35A2-0993-6376-FB73-E2772B5B541D}" dt="2025-01-22T17:09:22.758" v="125"/>
          <ac:graphicFrameMkLst>
            <pc:docMk/>
            <pc:sldMk cId="2586011061" sldId="260"/>
            <ac:graphicFrameMk id="13" creationId="{4C2E5894-3381-1DA5-45AB-28CFF0FB9F5E}"/>
          </ac:graphicFrameMkLst>
        </pc:graphicFrameChg>
        <pc:picChg chg="mod modCrop">
          <ac:chgData name="Srinivasa Reddy, Shashank reddy" userId="S::qn1833ep@go.minnstate.edu::5f8d5532-cbd8-40c0-aa18-97830f20e260" providerId="AD" clId="Web-{919F35A2-0993-6376-FB73-E2772B5B541D}" dt="2025-01-22T17:01:21.095" v="89"/>
          <ac:picMkLst>
            <pc:docMk/>
            <pc:sldMk cId="2586011061" sldId="260"/>
            <ac:picMk id="7" creationId="{15EEDDA7-8FD5-740C-FF42-9A6A373D28A6}"/>
          </ac:picMkLst>
        </pc:picChg>
      </pc:sldChg>
      <pc:sldChg chg="addSp delSp modSp new mod setBg">
        <pc:chgData name="Srinivasa Reddy, Shashank reddy" userId="S::qn1833ep@go.minnstate.edu::5f8d5532-cbd8-40c0-aa18-97830f20e260" providerId="AD" clId="Web-{919F35A2-0993-6376-FB73-E2772B5B541D}" dt="2025-01-22T17:40:46.770" v="316" actId="20577"/>
        <pc:sldMkLst>
          <pc:docMk/>
          <pc:sldMk cId="3552284549" sldId="261"/>
        </pc:sldMkLst>
        <pc:spChg chg="mod">
          <ac:chgData name="Srinivasa Reddy, Shashank reddy" userId="S::qn1833ep@go.minnstate.edu::5f8d5532-cbd8-40c0-aa18-97830f20e260" providerId="AD" clId="Web-{919F35A2-0993-6376-FB73-E2772B5B541D}" dt="2025-01-22T17:40:46.770" v="316" actId="20577"/>
          <ac:spMkLst>
            <pc:docMk/>
            <pc:sldMk cId="3552284549" sldId="261"/>
            <ac:spMk id="2" creationId="{20F4ACF5-4134-511C-4C8B-445B8C0E0194}"/>
          </ac:spMkLst>
        </pc:spChg>
        <pc:spChg chg="mod ord">
          <ac:chgData name="Srinivasa Reddy, Shashank reddy" userId="S::qn1833ep@go.minnstate.edu::5f8d5532-cbd8-40c0-aa18-97830f20e260" providerId="AD" clId="Web-{919F35A2-0993-6376-FB73-E2772B5B541D}" dt="2025-01-22T17:40:39.192" v="312" actId="20577"/>
          <ac:spMkLst>
            <pc:docMk/>
            <pc:sldMk cId="3552284549" sldId="261"/>
            <ac:spMk id="3" creationId="{6001324B-3FE7-9307-CDFD-53B5E296E44A}"/>
          </ac:spMkLst>
        </pc:spChg>
        <pc:spChg chg="mod">
          <ac:chgData name="Srinivasa Reddy, Shashank reddy" userId="S::qn1833ep@go.minnstate.edu::5f8d5532-cbd8-40c0-aa18-97830f20e260" providerId="AD" clId="Web-{919F35A2-0993-6376-FB73-E2772B5B541D}" dt="2025-01-22T17:40:09.130" v="308"/>
          <ac:spMkLst>
            <pc:docMk/>
            <pc:sldMk cId="3552284549" sldId="261"/>
            <ac:spMk id="4" creationId="{10032245-C698-3702-397D-499B7E952D7C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40:09.130" v="308"/>
          <ac:spMkLst>
            <pc:docMk/>
            <pc:sldMk cId="3552284549" sldId="261"/>
            <ac:spMk id="14" creationId="{BF916B6A-4A1E-4A48-8BC8-1E4776E0360E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40:09.130" v="308"/>
          <ac:spMkLst>
            <pc:docMk/>
            <pc:sldMk cId="3552284549" sldId="261"/>
            <ac:spMk id="16" creationId="{1C5D755C-6A9E-4780-8524-22F98BAC1A3D}"/>
          </ac:spMkLst>
        </pc:spChg>
        <pc:spChg chg="add">
          <ac:chgData name="Srinivasa Reddy, Shashank reddy" userId="S::qn1833ep@go.minnstate.edu::5f8d5532-cbd8-40c0-aa18-97830f20e260" providerId="AD" clId="Web-{919F35A2-0993-6376-FB73-E2772B5B541D}" dt="2025-01-22T17:40:09.130" v="308"/>
          <ac:spMkLst>
            <pc:docMk/>
            <pc:sldMk cId="3552284549" sldId="261"/>
            <ac:spMk id="18" creationId="{D8AC099B-3614-4184-BF57-F5447D1541E4}"/>
          </ac:spMkLst>
        </pc:spChg>
        <pc:picChg chg="add del mod">
          <ac:chgData name="Srinivasa Reddy, Shashank reddy" userId="S::qn1833ep@go.minnstate.edu::5f8d5532-cbd8-40c0-aa18-97830f20e260" providerId="AD" clId="Web-{919F35A2-0993-6376-FB73-E2772B5B541D}" dt="2025-01-22T17:39:58.146" v="305"/>
          <ac:picMkLst>
            <pc:docMk/>
            <pc:sldMk cId="3552284549" sldId="261"/>
            <ac:picMk id="5" creationId="{EAD0AAC8-CCCA-FF82-5957-CBF4871A1528}"/>
          </ac:picMkLst>
        </pc:picChg>
        <pc:picChg chg="add mod ord">
          <ac:chgData name="Srinivasa Reddy, Shashank reddy" userId="S::qn1833ep@go.minnstate.edu::5f8d5532-cbd8-40c0-aa18-97830f20e260" providerId="AD" clId="Web-{919F35A2-0993-6376-FB73-E2772B5B541D}" dt="2025-01-22T17:40:09.130" v="308"/>
          <ac:picMkLst>
            <pc:docMk/>
            <pc:sldMk cId="3552284549" sldId="261"/>
            <ac:picMk id="6" creationId="{DCBCDF93-F1F4-6439-2D32-461DD7E7F20C}"/>
          </ac:picMkLst>
        </pc:picChg>
        <pc:picChg chg="add mod">
          <ac:chgData name="Srinivasa Reddy, Shashank reddy" userId="S::qn1833ep@go.minnstate.edu::5f8d5532-cbd8-40c0-aa18-97830f20e260" providerId="AD" clId="Web-{919F35A2-0993-6376-FB73-E2772B5B541D}" dt="2025-01-22T17:40:09.130" v="308"/>
          <ac:picMkLst>
            <pc:docMk/>
            <pc:sldMk cId="3552284549" sldId="261"/>
            <ac:picMk id="7" creationId="{680D0C64-C0AB-0EDB-5761-AE3063DC9336}"/>
          </ac:picMkLst>
        </pc:picChg>
        <pc:picChg chg="add mod ord">
          <ac:chgData name="Srinivasa Reddy, Shashank reddy" userId="S::qn1833ep@go.minnstate.edu::5f8d5532-cbd8-40c0-aa18-97830f20e260" providerId="AD" clId="Web-{919F35A2-0993-6376-FB73-E2772B5B541D}" dt="2025-01-22T17:40:09.130" v="308"/>
          <ac:picMkLst>
            <pc:docMk/>
            <pc:sldMk cId="3552284549" sldId="261"/>
            <ac:picMk id="8" creationId="{6DDDCDB1-2813-FA5B-33A4-3D28E76AC0F9}"/>
          </ac:picMkLst>
        </pc:picChg>
        <pc:picChg chg="add mod">
          <ac:chgData name="Srinivasa Reddy, Shashank reddy" userId="S::qn1833ep@go.minnstate.edu::5f8d5532-cbd8-40c0-aa18-97830f20e260" providerId="AD" clId="Web-{919F35A2-0993-6376-FB73-E2772B5B541D}" dt="2025-01-22T17:40:09.130" v="308"/>
          <ac:picMkLst>
            <pc:docMk/>
            <pc:sldMk cId="3552284549" sldId="261"/>
            <ac:picMk id="9" creationId="{FC263AD4-884F-915E-D33C-B9A45CF0A09C}"/>
          </ac:picMkLst>
        </pc:picChg>
      </pc:sldChg>
      <pc:sldMasterChg chg="mod modSldLayout">
        <pc:chgData name="Srinivasa Reddy, Shashank reddy" userId="S::qn1833ep@go.minnstate.edu::5f8d5532-cbd8-40c0-aa18-97830f20e260" providerId="AD" clId="Web-{919F35A2-0993-6376-FB73-E2772B5B541D}" dt="2025-01-22T16:50:48.513" v="6"/>
        <pc:sldMasterMkLst>
          <pc:docMk/>
          <pc:sldMasterMk cId="70334122" sldId="2147483672"/>
        </pc:sldMasterMkLst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1093728414" sldId="2147483673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1193919552" sldId="2147483674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516963239" sldId="2147483675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2853942286" sldId="2147483676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576671977" sldId="2147483677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2181034884" sldId="2147483678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526938637" sldId="2147483679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2826993406" sldId="2147483680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2852894446" sldId="2147483681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1919977873" sldId="2147483682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1747427707" sldId="2147483683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452273928" sldId="2147483684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920110689" sldId="2147483685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530813961" sldId="2147483686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3855715195" sldId="2147483687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1475476490" sldId="2147483688"/>
          </pc:sldLayoutMkLst>
        </pc:sldLayoutChg>
        <pc:sldLayoutChg chg="mod">
          <pc:chgData name="Srinivasa Reddy, Shashank reddy" userId="S::qn1833ep@go.minnstate.edu::5f8d5532-cbd8-40c0-aa18-97830f20e260" providerId="AD" clId="Web-{919F35A2-0993-6376-FB73-E2772B5B541D}" dt="2025-01-22T16:50:48.513" v="6"/>
          <pc:sldLayoutMkLst>
            <pc:docMk/>
            <pc:sldMasterMk cId="70334122" sldId="2147483672"/>
            <pc:sldLayoutMk cId="2413999403" sldId="2147483689"/>
          </pc:sldLayoutMkLst>
        </pc:sldLayoutChg>
      </pc:sldMasterChg>
    </pc:docChg>
  </pc:docChgLst>
  <pc:docChgLst>
    <pc:chgData name="Wilkins, Graham C" userId="S::bh5884is@go.minnstate.edu::d858373d-d4a5-4d5a-af0d-fcf67a33b3d5" providerId="AD" clId="Web-{FF6F8D17-A7DB-D9DC-40ED-30FD38D982D8}"/>
    <pc:docChg chg="addSld modSld addMainMaster delMainMaster">
      <pc:chgData name="Wilkins, Graham C" userId="S::bh5884is@go.minnstate.edu::d858373d-d4a5-4d5a-af0d-fcf67a33b3d5" providerId="AD" clId="Web-{FF6F8D17-A7DB-D9DC-40ED-30FD38D982D8}" dt="2025-01-22T17:29:59.177" v="293"/>
      <pc:docMkLst>
        <pc:docMk/>
      </pc:docMkLst>
      <pc:sldChg chg="modSp mod modClrScheme chgLayout">
        <pc:chgData name="Wilkins, Graham C" userId="S::bh5884is@go.minnstate.edu::d858373d-d4a5-4d5a-af0d-fcf67a33b3d5" providerId="AD" clId="Web-{FF6F8D17-A7DB-D9DC-40ED-30FD38D982D8}" dt="2025-01-22T16:53:58.368" v="96" actId="20577"/>
        <pc:sldMkLst>
          <pc:docMk/>
          <pc:sldMk cId="109857222" sldId="256"/>
        </pc:sldMkLst>
        <pc:spChg chg="mod ord">
          <ac:chgData name="Wilkins, Graham C" userId="S::bh5884is@go.minnstate.edu::d858373d-d4a5-4d5a-af0d-fcf67a33b3d5" providerId="AD" clId="Web-{FF6F8D17-A7DB-D9DC-40ED-30FD38D982D8}" dt="2025-01-22T16:53:58.368" v="96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Wilkins, Graham C" userId="S::bh5884is@go.minnstate.edu::d858373d-d4a5-4d5a-af0d-fcf67a33b3d5" providerId="AD" clId="Web-{FF6F8D17-A7DB-D9DC-40ED-30FD38D982D8}" dt="2025-01-22T16:50:46.758" v="68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Wilkins, Graham C" userId="S::bh5884is@go.minnstate.edu::d858373d-d4a5-4d5a-af0d-fcf67a33b3d5" providerId="AD" clId="Web-{FF6F8D17-A7DB-D9DC-40ED-30FD38D982D8}" dt="2025-01-22T16:51:40.055" v="74" actId="20577"/>
        <pc:sldMkLst>
          <pc:docMk/>
          <pc:sldMk cId="3672733973" sldId="257"/>
        </pc:sldMkLst>
        <pc:spChg chg="mod">
          <ac:chgData name="Wilkins, Graham C" userId="S::bh5884is@go.minnstate.edu::d858373d-d4a5-4d5a-af0d-fcf67a33b3d5" providerId="AD" clId="Web-{FF6F8D17-A7DB-D9DC-40ED-30FD38D982D8}" dt="2025-01-22T16:51:40.055" v="74" actId="20577"/>
          <ac:spMkLst>
            <pc:docMk/>
            <pc:sldMk cId="3672733973" sldId="257"/>
            <ac:spMk id="3" creationId="{5E37881B-1B78-97B7-B908-99BBC73124F8}"/>
          </ac:spMkLst>
        </pc:spChg>
      </pc:sldChg>
      <pc:sldChg chg="modSp">
        <pc:chgData name="Wilkins, Graham C" userId="S::bh5884is@go.minnstate.edu::d858373d-d4a5-4d5a-af0d-fcf67a33b3d5" providerId="AD" clId="Web-{FF6F8D17-A7DB-D9DC-40ED-30FD38D982D8}" dt="2025-01-22T17:23:59.597" v="232"/>
        <pc:sldMkLst>
          <pc:docMk/>
          <pc:sldMk cId="1372789936" sldId="259"/>
        </pc:sldMkLst>
        <pc:graphicFrameChg chg="mod modGraphic">
          <ac:chgData name="Wilkins, Graham C" userId="S::bh5884is@go.minnstate.edu::d858373d-d4a5-4d5a-af0d-fcf67a33b3d5" providerId="AD" clId="Web-{FF6F8D17-A7DB-D9DC-40ED-30FD38D982D8}" dt="2025-01-22T17:23:59.597" v="232"/>
          <ac:graphicFrameMkLst>
            <pc:docMk/>
            <pc:sldMk cId="1372789936" sldId="259"/>
            <ac:graphicFrameMk id="6" creationId="{695202D8-A10A-3B70-51FB-E98DE9E619D4}"/>
          </ac:graphicFrameMkLst>
        </pc:graphicFrameChg>
      </pc:sldChg>
      <pc:sldChg chg="addSp delSp modSp">
        <pc:chgData name="Wilkins, Graham C" userId="S::bh5884is@go.minnstate.edu::d858373d-d4a5-4d5a-af0d-fcf67a33b3d5" providerId="AD" clId="Web-{FF6F8D17-A7DB-D9DC-40ED-30FD38D982D8}" dt="2025-01-22T17:27:45.177" v="292"/>
        <pc:sldMkLst>
          <pc:docMk/>
          <pc:sldMk cId="2586011061" sldId="260"/>
        </pc:sldMkLst>
        <pc:graphicFrameChg chg="add del mod modGraphic">
          <ac:chgData name="Wilkins, Graham C" userId="S::bh5884is@go.minnstate.edu::d858373d-d4a5-4d5a-af0d-fcf67a33b3d5" providerId="AD" clId="Web-{FF6F8D17-A7DB-D9DC-40ED-30FD38D982D8}" dt="2025-01-22T17:26:30.364" v="238"/>
          <ac:graphicFrameMkLst>
            <pc:docMk/>
            <pc:sldMk cId="2586011061" sldId="260"/>
            <ac:graphicFrameMk id="5" creationId="{734CB657-DFC8-F3FB-1C06-DA4C252EDCC4}"/>
          </ac:graphicFrameMkLst>
        </pc:graphicFrameChg>
        <pc:graphicFrameChg chg="mod modGraphic">
          <ac:chgData name="Wilkins, Graham C" userId="S::bh5884is@go.minnstate.edu::d858373d-d4a5-4d5a-af0d-fcf67a33b3d5" providerId="AD" clId="Web-{FF6F8D17-A7DB-D9DC-40ED-30FD38D982D8}" dt="2025-01-22T17:27:45.177" v="292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  <pc:sldChg chg="add replId">
        <pc:chgData name="Wilkins, Graham C" userId="S::bh5884is@go.minnstate.edu::d858373d-d4a5-4d5a-af0d-fcf67a33b3d5" providerId="AD" clId="Web-{FF6F8D17-A7DB-D9DC-40ED-30FD38D982D8}" dt="2025-01-22T17:29:59.177" v="293"/>
        <pc:sldMkLst>
          <pc:docMk/>
          <pc:sldMk cId="1803681995" sldId="262"/>
        </pc:sldMkLst>
      </pc:sldChg>
      <pc:sldMasterChg chg="del delSldLayout">
        <pc:chgData name="Wilkins, Graham C" userId="S::bh5884is@go.minnstate.edu::d858373d-d4a5-4d5a-af0d-fcf67a33b3d5" providerId="AD" clId="Web-{FF6F8D17-A7DB-D9DC-40ED-30FD38D982D8}" dt="2025-01-22T16:48:01.554" v="0"/>
        <pc:sldMasterMkLst>
          <pc:docMk/>
          <pc:sldMasterMk cId="2460954070" sldId="2147483660"/>
        </pc:sldMasterMkLst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Wilkins, Graham C" userId="S::bh5884is@go.minnstate.edu::d858373d-d4a5-4d5a-af0d-fcf67a33b3d5" providerId="AD" clId="Web-{FF6F8D17-A7DB-D9DC-40ED-30FD38D982D8}" dt="2025-01-22T16:48:01.554" v="0"/>
        <pc:sldMasterMkLst>
          <pc:docMk/>
          <pc:sldMasterMk cId="70334122" sldId="2147483672"/>
        </pc:sldMasterMkLst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1093728414" sldId="2147483673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1193919552" sldId="2147483674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516963239" sldId="2147483675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2853942286" sldId="2147483676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576671977" sldId="2147483677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2181034884" sldId="2147483678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526938637" sldId="2147483679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2826993406" sldId="2147483680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2852894446" sldId="2147483681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1919977873" sldId="2147483682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1747427707" sldId="2147483683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452273928" sldId="2147483684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920110689" sldId="2147483685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530813961" sldId="2147483686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3855715195" sldId="2147483687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1475476490" sldId="2147483688"/>
          </pc:sldLayoutMkLst>
        </pc:sldLayoutChg>
        <pc:sldLayoutChg chg="add mod replId">
          <pc:chgData name="Wilkins, Graham C" userId="S::bh5884is@go.minnstate.edu::d858373d-d4a5-4d5a-af0d-fcf67a33b3d5" providerId="AD" clId="Web-{FF6F8D17-A7DB-D9DC-40ED-30FD38D982D8}" dt="2025-01-22T16:48:01.554" v="0"/>
          <pc:sldLayoutMkLst>
            <pc:docMk/>
            <pc:sldMasterMk cId="70334122" sldId="2147483672"/>
            <pc:sldLayoutMk cId="2413999403" sldId="2147483689"/>
          </pc:sldLayoutMkLst>
        </pc:sldLayoutChg>
      </pc:sldMasterChg>
    </pc:docChg>
  </pc:docChgLst>
  <pc:docChgLst>
    <pc:chgData name="Lakku, Sai Keertana R" userId="S::kb7924tj@go.minnstate.edu::aa713373-d62e-42be-a5fb-296135668942" providerId="AD" clId="Web-{187389FF-F320-9D22-D5A4-03F38CCEFCC6}"/>
    <pc:docChg chg="delSld modSld">
      <pc:chgData name="Lakku, Sai Keertana R" userId="S::kb7924tj@go.minnstate.edu::aa713373-d62e-42be-a5fb-296135668942" providerId="AD" clId="Web-{187389FF-F320-9D22-D5A4-03F38CCEFCC6}" dt="2025-01-22T17:45:34.206" v="716" actId="1076"/>
      <pc:docMkLst>
        <pc:docMk/>
      </pc:docMkLst>
      <pc:sldChg chg="addSp delSp modSp del">
        <pc:chgData name="Lakku, Sai Keertana R" userId="S::kb7924tj@go.minnstate.edu::aa713373-d62e-42be-a5fb-296135668942" providerId="AD" clId="Web-{187389FF-F320-9D22-D5A4-03F38CCEFCC6}" dt="2025-01-22T17:40:14.175" v="431"/>
        <pc:sldMkLst>
          <pc:docMk/>
          <pc:sldMk cId="1372789936" sldId="259"/>
        </pc:sldMkLst>
        <pc:spChg chg="mod">
          <ac:chgData name="Lakku, Sai Keertana R" userId="S::kb7924tj@go.minnstate.edu::aa713373-d62e-42be-a5fb-296135668942" providerId="AD" clId="Web-{187389FF-F320-9D22-D5A4-03F38CCEFCC6}" dt="2025-01-22T17:01:28.194" v="18" actId="14100"/>
          <ac:spMkLst>
            <pc:docMk/>
            <pc:sldMk cId="1372789936" sldId="259"/>
            <ac:spMk id="2" creationId="{BE518DEE-A14F-649F-AEC3-6D5BD9322141}"/>
          </ac:spMkLst>
        </pc:spChg>
        <pc:spChg chg="del">
          <ac:chgData name="Lakku, Sai Keertana R" userId="S::kb7924tj@go.minnstate.edu::aa713373-d62e-42be-a5fb-296135668942" providerId="AD" clId="Web-{187389FF-F320-9D22-D5A4-03F38CCEFCC6}" dt="2025-01-22T17:00:57.538" v="13"/>
          <ac:spMkLst>
            <pc:docMk/>
            <pc:sldMk cId="1372789936" sldId="259"/>
            <ac:spMk id="3" creationId="{9747772C-625D-1E76-1650-0F17BD9E31BE}"/>
          </ac:spMkLst>
        </pc:spChg>
        <pc:graphicFrameChg chg="add mod ord modGraphic">
          <ac:chgData name="Lakku, Sai Keertana R" userId="S::kb7924tj@go.minnstate.edu::aa713373-d62e-42be-a5fb-296135668942" providerId="AD" clId="Web-{187389FF-F320-9D22-D5A4-03F38CCEFCC6}" dt="2025-01-22T17:22:13.614" v="163"/>
          <ac:graphicFrameMkLst>
            <pc:docMk/>
            <pc:sldMk cId="1372789936" sldId="259"/>
            <ac:graphicFrameMk id="6" creationId="{695202D8-A10A-3B70-51FB-E98DE9E619D4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187389FF-F320-9D22-D5A4-03F38CCEFCC6}" dt="2025-01-22T17:45:34.206" v="716" actId="1076"/>
        <pc:sldMkLst>
          <pc:docMk/>
          <pc:sldMk cId="2586011061" sldId="260"/>
        </pc:sldMkLst>
        <pc:spChg chg="del mod">
          <ac:chgData name="Lakku, Sai Keertana R" userId="S::kb7924tj@go.minnstate.edu::aa713373-d62e-42be-a5fb-296135668942" providerId="AD" clId="Web-{187389FF-F320-9D22-D5A4-03F38CCEFCC6}" dt="2025-01-22T17:00:18.053" v="12"/>
          <ac:spMkLst>
            <pc:docMk/>
            <pc:sldMk cId="2586011061" sldId="260"/>
            <ac:spMk id="3" creationId="{446B7E3D-A924-8405-C744-612648AA3F4F}"/>
          </ac:spMkLst>
        </pc:spChg>
        <pc:spChg chg="add del mod">
          <ac:chgData name="Lakku, Sai Keertana R" userId="S::kb7924tj@go.minnstate.edu::aa713373-d62e-42be-a5fb-296135668942" providerId="AD" clId="Web-{187389FF-F320-9D22-D5A4-03F38CCEFCC6}" dt="2025-01-22T16:57:53.319" v="7"/>
          <ac:spMkLst>
            <pc:docMk/>
            <pc:sldMk cId="2586011061" sldId="260"/>
            <ac:spMk id="5" creationId="{F4D18192-CB5A-D663-7CAC-245491BD4D30}"/>
          </ac:spMkLst>
        </pc:spChg>
        <pc:spChg chg="add del mod">
          <ac:chgData name="Lakku, Sai Keertana R" userId="S::kb7924tj@go.minnstate.edu::aa713373-d62e-42be-a5fb-296135668942" providerId="AD" clId="Web-{187389FF-F320-9D22-D5A4-03F38CCEFCC6}" dt="2025-01-22T16:59:11.741" v="11"/>
          <ac:spMkLst>
            <pc:docMk/>
            <pc:sldMk cId="2586011061" sldId="260"/>
            <ac:spMk id="6" creationId="{7D32F046-CD16-6B6C-567B-FA3AABB74A2B}"/>
          </ac:spMkLst>
        </pc:spChg>
        <pc:spChg chg="add del mod">
          <ac:chgData name="Lakku, Sai Keertana R" userId="S::kb7924tj@go.minnstate.edu::aa713373-d62e-42be-a5fb-296135668942" providerId="AD" clId="Web-{187389FF-F320-9D22-D5A4-03F38CCEFCC6}" dt="2025-01-22T17:03:29.303" v="27"/>
          <ac:spMkLst>
            <pc:docMk/>
            <pc:sldMk cId="2586011061" sldId="260"/>
            <ac:spMk id="9" creationId="{88D4FC10-A6F8-CB06-BCA6-6BE2989375AC}"/>
          </ac:spMkLst>
        </pc:spChg>
        <pc:spChg chg="add del mod">
          <ac:chgData name="Lakku, Sai Keertana R" userId="S::kb7924tj@go.minnstate.edu::aa713373-d62e-42be-a5fb-296135668942" providerId="AD" clId="Web-{187389FF-F320-9D22-D5A4-03F38CCEFCC6}" dt="2025-01-22T17:03:59.647" v="29"/>
          <ac:spMkLst>
            <pc:docMk/>
            <pc:sldMk cId="2586011061" sldId="260"/>
            <ac:spMk id="11" creationId="{4E1B6796-5F5A-DEF3-5109-F172DBD74A60}"/>
          </ac:spMkLst>
        </pc:spChg>
        <pc:graphicFrameChg chg="add del mod modGraphic">
          <ac:chgData name="Lakku, Sai Keertana R" userId="S::kb7924tj@go.minnstate.edu::aa713373-d62e-42be-a5fb-296135668942" providerId="AD" clId="Web-{187389FF-F320-9D22-D5A4-03F38CCEFCC6}" dt="2025-01-22T17:28:33.145" v="194"/>
          <ac:graphicFrameMkLst>
            <pc:docMk/>
            <pc:sldMk cId="2586011061" sldId="260"/>
            <ac:graphicFrameMk id="6" creationId="{AEE4CF8D-C07D-1A49-7BF0-88DDF90D33D1}"/>
          </ac:graphicFrameMkLst>
        </pc:graphicFrameChg>
        <pc:graphicFrameChg chg="add mod ord modGraphic">
          <ac:chgData name="Lakku, Sai Keertana R" userId="S::kb7924tj@go.minnstate.edu::aa713373-d62e-42be-a5fb-296135668942" providerId="AD" clId="Web-{187389FF-F320-9D22-D5A4-03F38CCEFCC6}" dt="2025-01-22T17:45:34.206" v="716" actId="1076"/>
          <ac:graphicFrameMkLst>
            <pc:docMk/>
            <pc:sldMk cId="2586011061" sldId="260"/>
            <ac:graphicFrameMk id="13" creationId="{4C2E5894-3381-1DA5-45AB-28CFF0FB9F5E}"/>
          </ac:graphicFrameMkLst>
        </pc:graphicFrameChg>
        <pc:picChg chg="add del mod ord">
          <ac:chgData name="Lakku, Sai Keertana R" userId="S::kb7924tj@go.minnstate.edu::aa713373-d62e-42be-a5fb-296135668942" providerId="AD" clId="Web-{187389FF-F320-9D22-D5A4-03F38CCEFCC6}" dt="2025-01-22T17:03:58.053" v="28"/>
          <ac:picMkLst>
            <pc:docMk/>
            <pc:sldMk cId="2586011061" sldId="260"/>
            <ac:picMk id="7" creationId="{15EEDDA7-8FD5-740C-FF42-9A6A373D28A6}"/>
          </ac:picMkLst>
        </pc:picChg>
      </pc:sldChg>
    </pc:docChg>
  </pc:docChgLst>
  <pc:docChgLst>
    <pc:chgData name="Srinivasa Reddy, Shashank reddy" userId="S::qn1833ep@go.minnstate.edu::5f8d5532-cbd8-40c0-aa18-97830f20e260" providerId="AD" clId="Web-{8A95CC34-7C12-7570-B12F-9D747667C1FD}"/>
    <pc:docChg chg="modSld">
      <pc:chgData name="Srinivasa Reddy, Shashank reddy" userId="S::qn1833ep@go.minnstate.edu::5f8d5532-cbd8-40c0-aa18-97830f20e260" providerId="AD" clId="Web-{8A95CC34-7C12-7570-B12F-9D747667C1FD}" dt="2025-01-22T17:42:55.622" v="3"/>
      <pc:docMkLst>
        <pc:docMk/>
      </pc:docMkLst>
      <pc:sldChg chg="modSp">
        <pc:chgData name="Srinivasa Reddy, Shashank reddy" userId="S::qn1833ep@go.minnstate.edu::5f8d5532-cbd8-40c0-aa18-97830f20e260" providerId="AD" clId="Web-{8A95CC34-7C12-7570-B12F-9D747667C1FD}" dt="2025-01-22T17:42:55.622" v="3"/>
        <pc:sldMkLst>
          <pc:docMk/>
          <pc:sldMk cId="2586011061" sldId="260"/>
        </pc:sldMkLst>
        <pc:graphicFrameChg chg="mod modGraphic">
          <ac:chgData name="Srinivasa Reddy, Shashank reddy" userId="S::qn1833ep@go.minnstate.edu::5f8d5532-cbd8-40c0-aa18-97830f20e260" providerId="AD" clId="Web-{8A95CC34-7C12-7570-B12F-9D747667C1FD}" dt="2025-01-22T17:42:55.622" v="3"/>
          <ac:graphicFrameMkLst>
            <pc:docMk/>
            <pc:sldMk cId="2586011061" sldId="260"/>
            <ac:graphicFrameMk id="13" creationId="{4C2E5894-3381-1DA5-45AB-28CFF0FB9F5E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65C524-2BCB-45A0-B693-19CE894F041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1AE709F-C1C8-4CB5-8972-E533AAA3DEE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Timeline and Milestones</a:t>
          </a:r>
        </a:p>
      </dgm:t>
    </dgm:pt>
    <dgm:pt modelId="{4BB819A6-D700-4593-83F1-F98701721259}" type="parTrans" cxnId="{89393BD5-4A12-4C6F-A8D6-4A7EFB7AF377}">
      <dgm:prSet/>
      <dgm:spPr/>
      <dgm:t>
        <a:bodyPr/>
        <a:lstStyle/>
        <a:p>
          <a:endParaRPr lang="en-US"/>
        </a:p>
      </dgm:t>
    </dgm:pt>
    <dgm:pt modelId="{91E09E30-3D1F-4320-8E5F-1C0B872FEF54}" type="sibTrans" cxnId="{89393BD5-4A12-4C6F-A8D6-4A7EFB7AF377}">
      <dgm:prSet/>
      <dgm:spPr/>
      <dgm:t>
        <a:bodyPr/>
        <a:lstStyle/>
        <a:p>
          <a:endParaRPr lang="en-US"/>
        </a:p>
      </dgm:t>
    </dgm:pt>
    <dgm:pt modelId="{75BDC347-B032-4DD4-A702-C44F3EAEB0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Tools</a:t>
          </a:r>
        </a:p>
      </dgm:t>
    </dgm:pt>
    <dgm:pt modelId="{BB68D478-65E2-4D21-AD9E-E3C2DD4D14E1}" type="parTrans" cxnId="{E38728D5-C1A8-42E5-BC42-0F6979DC0F96}">
      <dgm:prSet/>
      <dgm:spPr/>
      <dgm:t>
        <a:bodyPr/>
        <a:lstStyle/>
        <a:p>
          <a:endParaRPr lang="en-US"/>
        </a:p>
      </dgm:t>
    </dgm:pt>
    <dgm:pt modelId="{DD1DD035-72F0-4C01-83D4-FA6B94104BAB}" type="sibTrans" cxnId="{E38728D5-C1A8-42E5-BC42-0F6979DC0F96}">
      <dgm:prSet/>
      <dgm:spPr/>
      <dgm:t>
        <a:bodyPr/>
        <a:lstStyle/>
        <a:p>
          <a:endParaRPr lang="en-US"/>
        </a:p>
      </dgm:t>
    </dgm:pt>
    <dgm:pt modelId="{56ABD973-DDC6-4A28-8A20-BC649B618DC1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Version Control &amp; Project Board</a:t>
          </a:r>
        </a:p>
      </dgm:t>
    </dgm:pt>
    <dgm:pt modelId="{D3ED847E-1A54-4E1B-8B29-C00F15AF5D8D}" type="parTrans" cxnId="{CDCC3ECF-47FA-4990-A377-40011D5BCDFC}">
      <dgm:prSet/>
      <dgm:spPr/>
    </dgm:pt>
    <dgm:pt modelId="{CC13DFA4-C09D-4941-8EBB-F7F62F8AA893}" type="sibTrans" cxnId="{CDCC3ECF-47FA-4990-A377-40011D5BCDFC}">
      <dgm:prSet/>
      <dgm:spPr/>
      <dgm:t>
        <a:bodyPr/>
        <a:lstStyle/>
        <a:p>
          <a:endParaRPr lang="en-US"/>
        </a:p>
      </dgm:t>
    </dgm:pt>
    <dgm:pt modelId="{1B41432F-E4A1-4EEA-A912-141FA84A559B}" type="pres">
      <dgm:prSet presAssocID="{6B65C524-2BCB-45A0-B693-19CE894F041C}" presName="root" presStyleCnt="0">
        <dgm:presLayoutVars>
          <dgm:dir/>
          <dgm:resizeHandles val="exact"/>
        </dgm:presLayoutVars>
      </dgm:prSet>
      <dgm:spPr/>
    </dgm:pt>
    <dgm:pt modelId="{62DD2F40-8E08-4A2F-8F81-159955868CD6}" type="pres">
      <dgm:prSet presAssocID="{11AE709F-C1C8-4CB5-8972-E533AAA3DEEE}" presName="compNode" presStyleCnt="0"/>
      <dgm:spPr/>
    </dgm:pt>
    <dgm:pt modelId="{F2B1D092-0F04-495B-A0F7-C549661D329C}" type="pres">
      <dgm:prSet presAssocID="{11AE709F-C1C8-4CB5-8972-E533AAA3DEEE}" presName="iconBgRect" presStyleLbl="bgShp" presStyleIdx="0" presStyleCnt="3"/>
      <dgm:spPr/>
    </dgm:pt>
    <dgm:pt modelId="{09C1DD32-18BF-4B2F-B19A-4E75CE2F8D3E}" type="pres">
      <dgm:prSet presAssocID="{11AE709F-C1C8-4CB5-8972-E533AAA3DE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47BBB30-CF58-4F2A-BDF5-8D59E738B9DF}" type="pres">
      <dgm:prSet presAssocID="{11AE709F-C1C8-4CB5-8972-E533AAA3DEEE}" presName="spaceRect" presStyleCnt="0"/>
      <dgm:spPr/>
    </dgm:pt>
    <dgm:pt modelId="{6E9E0ACB-A0C1-49B1-A0D5-6AE2AAFD9D94}" type="pres">
      <dgm:prSet presAssocID="{11AE709F-C1C8-4CB5-8972-E533AAA3DEEE}" presName="textRect" presStyleLbl="revTx" presStyleIdx="0" presStyleCnt="3">
        <dgm:presLayoutVars>
          <dgm:chMax val="1"/>
          <dgm:chPref val="1"/>
        </dgm:presLayoutVars>
      </dgm:prSet>
      <dgm:spPr/>
    </dgm:pt>
    <dgm:pt modelId="{CF9278AA-145A-437A-8449-D4EEA23CF0AE}" type="pres">
      <dgm:prSet presAssocID="{91E09E30-3D1F-4320-8E5F-1C0B872FEF54}" presName="sibTrans" presStyleCnt="0"/>
      <dgm:spPr/>
    </dgm:pt>
    <dgm:pt modelId="{F043F007-9FAE-474E-A0D9-2CBB864C1D2E}" type="pres">
      <dgm:prSet presAssocID="{75BDC347-B032-4DD4-A702-C44F3EAEB0F3}" presName="compNode" presStyleCnt="0"/>
      <dgm:spPr/>
    </dgm:pt>
    <dgm:pt modelId="{09B501C0-9637-46F7-A025-494260A79146}" type="pres">
      <dgm:prSet presAssocID="{75BDC347-B032-4DD4-A702-C44F3EAEB0F3}" presName="iconBgRect" presStyleLbl="bgShp" presStyleIdx="1" presStyleCnt="3"/>
      <dgm:spPr/>
    </dgm:pt>
    <dgm:pt modelId="{D26EFFB4-AF05-4D54-A22C-8F1118B15F77}" type="pres">
      <dgm:prSet presAssocID="{75BDC347-B032-4DD4-A702-C44F3EAEB0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911E57A-8633-4DFE-B254-3FA3E37422F6}" type="pres">
      <dgm:prSet presAssocID="{75BDC347-B032-4DD4-A702-C44F3EAEB0F3}" presName="spaceRect" presStyleCnt="0"/>
      <dgm:spPr/>
    </dgm:pt>
    <dgm:pt modelId="{4D748C1F-A751-4A04-A0E6-981F8BCC910F}" type="pres">
      <dgm:prSet presAssocID="{75BDC347-B032-4DD4-A702-C44F3EAEB0F3}" presName="textRect" presStyleLbl="revTx" presStyleIdx="1" presStyleCnt="3">
        <dgm:presLayoutVars>
          <dgm:chMax val="1"/>
          <dgm:chPref val="1"/>
        </dgm:presLayoutVars>
      </dgm:prSet>
      <dgm:spPr/>
    </dgm:pt>
    <dgm:pt modelId="{5336C262-0D93-4688-BB32-B961B2AEC6F6}" type="pres">
      <dgm:prSet presAssocID="{DD1DD035-72F0-4C01-83D4-FA6B94104BAB}" presName="sibTrans" presStyleCnt="0"/>
      <dgm:spPr/>
    </dgm:pt>
    <dgm:pt modelId="{DB290B59-975D-4FF4-B1A2-8BD93D8B693D}" type="pres">
      <dgm:prSet presAssocID="{56ABD973-DDC6-4A28-8A20-BC649B618DC1}" presName="compNode" presStyleCnt="0"/>
      <dgm:spPr/>
    </dgm:pt>
    <dgm:pt modelId="{A3F60BDC-EA1C-4027-B742-4E3845B2520A}" type="pres">
      <dgm:prSet presAssocID="{56ABD973-DDC6-4A28-8A20-BC649B618DC1}" presName="iconBgRect" presStyleLbl="bgShp" presStyleIdx="2" presStyleCnt="3"/>
      <dgm:spPr/>
    </dgm:pt>
    <dgm:pt modelId="{EDB06F9F-B284-438C-8C7A-1FC7CB9CCFB6}" type="pres">
      <dgm:prSet presAssocID="{56ABD973-DDC6-4A28-8A20-BC649B618D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1DF6981-F59A-4307-A21D-35E88C93B23C}" type="pres">
      <dgm:prSet presAssocID="{56ABD973-DDC6-4A28-8A20-BC649B618DC1}" presName="spaceRect" presStyleCnt="0"/>
      <dgm:spPr/>
    </dgm:pt>
    <dgm:pt modelId="{5EA62337-711D-4954-B57D-8C4495F3A862}" type="pres">
      <dgm:prSet presAssocID="{56ABD973-DDC6-4A28-8A20-BC649B618D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20758BB-0AE0-4B31-B541-40AF2C2DFE2A}" type="presOf" srcId="{6B65C524-2BCB-45A0-B693-19CE894F041C}" destId="{1B41432F-E4A1-4EEA-A912-141FA84A559B}" srcOrd="0" destOrd="0" presId="urn:microsoft.com/office/officeart/2018/5/layout/IconCircleLabelList"/>
    <dgm:cxn modelId="{855A13BC-7EBB-4E5E-8194-6072D812036C}" type="presOf" srcId="{56ABD973-DDC6-4A28-8A20-BC649B618DC1}" destId="{5EA62337-711D-4954-B57D-8C4495F3A862}" srcOrd="0" destOrd="0" presId="urn:microsoft.com/office/officeart/2018/5/layout/IconCircleLabelList"/>
    <dgm:cxn modelId="{CDCC3ECF-47FA-4990-A377-40011D5BCDFC}" srcId="{6B65C524-2BCB-45A0-B693-19CE894F041C}" destId="{56ABD973-DDC6-4A28-8A20-BC649B618DC1}" srcOrd="2" destOrd="0" parTransId="{D3ED847E-1A54-4E1B-8B29-C00F15AF5D8D}" sibTransId="{CC13DFA4-C09D-4941-8EBB-F7F62F8AA893}"/>
    <dgm:cxn modelId="{E38728D5-C1A8-42E5-BC42-0F6979DC0F96}" srcId="{6B65C524-2BCB-45A0-B693-19CE894F041C}" destId="{75BDC347-B032-4DD4-A702-C44F3EAEB0F3}" srcOrd="1" destOrd="0" parTransId="{BB68D478-65E2-4D21-AD9E-E3C2DD4D14E1}" sibTransId="{DD1DD035-72F0-4C01-83D4-FA6B94104BAB}"/>
    <dgm:cxn modelId="{89393BD5-4A12-4C6F-A8D6-4A7EFB7AF377}" srcId="{6B65C524-2BCB-45A0-B693-19CE894F041C}" destId="{11AE709F-C1C8-4CB5-8972-E533AAA3DEEE}" srcOrd="0" destOrd="0" parTransId="{4BB819A6-D700-4593-83F1-F98701721259}" sibTransId="{91E09E30-3D1F-4320-8E5F-1C0B872FEF54}"/>
    <dgm:cxn modelId="{BBEC7ADD-7292-4A50-BB87-87B2CDD0D05D}" type="presOf" srcId="{11AE709F-C1C8-4CB5-8972-E533AAA3DEEE}" destId="{6E9E0ACB-A0C1-49B1-A0D5-6AE2AAFD9D94}" srcOrd="0" destOrd="0" presId="urn:microsoft.com/office/officeart/2018/5/layout/IconCircleLabelList"/>
    <dgm:cxn modelId="{453053E6-DADE-4EF1-94D2-FCF09BCEE645}" type="presOf" srcId="{75BDC347-B032-4DD4-A702-C44F3EAEB0F3}" destId="{4D748C1F-A751-4A04-A0E6-981F8BCC910F}" srcOrd="0" destOrd="0" presId="urn:microsoft.com/office/officeart/2018/5/layout/IconCircleLabelList"/>
    <dgm:cxn modelId="{06A05043-9B17-42FA-B876-9BA0E564E803}" type="presParOf" srcId="{1B41432F-E4A1-4EEA-A912-141FA84A559B}" destId="{62DD2F40-8E08-4A2F-8F81-159955868CD6}" srcOrd="0" destOrd="0" presId="urn:microsoft.com/office/officeart/2018/5/layout/IconCircleLabelList"/>
    <dgm:cxn modelId="{CF27DB0D-B471-4B5A-AFF6-E1FAEE803095}" type="presParOf" srcId="{62DD2F40-8E08-4A2F-8F81-159955868CD6}" destId="{F2B1D092-0F04-495B-A0F7-C549661D329C}" srcOrd="0" destOrd="0" presId="urn:microsoft.com/office/officeart/2018/5/layout/IconCircleLabelList"/>
    <dgm:cxn modelId="{A629C376-8E41-4F67-B26A-1F4D24D4C110}" type="presParOf" srcId="{62DD2F40-8E08-4A2F-8F81-159955868CD6}" destId="{09C1DD32-18BF-4B2F-B19A-4E75CE2F8D3E}" srcOrd="1" destOrd="0" presId="urn:microsoft.com/office/officeart/2018/5/layout/IconCircleLabelList"/>
    <dgm:cxn modelId="{0FE3DA57-58FB-426D-89BA-B0FE1B51A52E}" type="presParOf" srcId="{62DD2F40-8E08-4A2F-8F81-159955868CD6}" destId="{F47BBB30-CF58-4F2A-BDF5-8D59E738B9DF}" srcOrd="2" destOrd="0" presId="urn:microsoft.com/office/officeart/2018/5/layout/IconCircleLabelList"/>
    <dgm:cxn modelId="{D08C846F-D898-4D12-82B2-942B27A65EA9}" type="presParOf" srcId="{62DD2F40-8E08-4A2F-8F81-159955868CD6}" destId="{6E9E0ACB-A0C1-49B1-A0D5-6AE2AAFD9D94}" srcOrd="3" destOrd="0" presId="urn:microsoft.com/office/officeart/2018/5/layout/IconCircleLabelList"/>
    <dgm:cxn modelId="{DA6D59F1-7450-43DA-B25C-D12157AC76AC}" type="presParOf" srcId="{1B41432F-E4A1-4EEA-A912-141FA84A559B}" destId="{CF9278AA-145A-437A-8449-D4EEA23CF0AE}" srcOrd="1" destOrd="0" presId="urn:microsoft.com/office/officeart/2018/5/layout/IconCircleLabelList"/>
    <dgm:cxn modelId="{FAD94827-9671-4C78-828B-AB981F0D1E05}" type="presParOf" srcId="{1B41432F-E4A1-4EEA-A912-141FA84A559B}" destId="{F043F007-9FAE-474E-A0D9-2CBB864C1D2E}" srcOrd="2" destOrd="0" presId="urn:microsoft.com/office/officeart/2018/5/layout/IconCircleLabelList"/>
    <dgm:cxn modelId="{C1569BEE-6B5B-4E4B-AFB4-0CBFA914C427}" type="presParOf" srcId="{F043F007-9FAE-474E-A0D9-2CBB864C1D2E}" destId="{09B501C0-9637-46F7-A025-494260A79146}" srcOrd="0" destOrd="0" presId="urn:microsoft.com/office/officeart/2018/5/layout/IconCircleLabelList"/>
    <dgm:cxn modelId="{83D8FDBE-F59C-46A1-AA3B-C47E8D7E74A7}" type="presParOf" srcId="{F043F007-9FAE-474E-A0D9-2CBB864C1D2E}" destId="{D26EFFB4-AF05-4D54-A22C-8F1118B15F77}" srcOrd="1" destOrd="0" presId="urn:microsoft.com/office/officeart/2018/5/layout/IconCircleLabelList"/>
    <dgm:cxn modelId="{378D4349-92EF-46D3-8563-0890600DA857}" type="presParOf" srcId="{F043F007-9FAE-474E-A0D9-2CBB864C1D2E}" destId="{1911E57A-8633-4DFE-B254-3FA3E37422F6}" srcOrd="2" destOrd="0" presId="urn:microsoft.com/office/officeart/2018/5/layout/IconCircleLabelList"/>
    <dgm:cxn modelId="{0DE0D33E-F312-4099-A5DF-86858BB116BD}" type="presParOf" srcId="{F043F007-9FAE-474E-A0D9-2CBB864C1D2E}" destId="{4D748C1F-A751-4A04-A0E6-981F8BCC910F}" srcOrd="3" destOrd="0" presId="urn:microsoft.com/office/officeart/2018/5/layout/IconCircleLabelList"/>
    <dgm:cxn modelId="{3B49DC98-ABD2-4BFA-A022-420FC97B1A8E}" type="presParOf" srcId="{1B41432F-E4A1-4EEA-A912-141FA84A559B}" destId="{5336C262-0D93-4688-BB32-B961B2AEC6F6}" srcOrd="3" destOrd="0" presId="urn:microsoft.com/office/officeart/2018/5/layout/IconCircleLabelList"/>
    <dgm:cxn modelId="{461FF00A-62B1-4CF7-B0D8-098C677F7BFD}" type="presParOf" srcId="{1B41432F-E4A1-4EEA-A912-141FA84A559B}" destId="{DB290B59-975D-4FF4-B1A2-8BD93D8B693D}" srcOrd="4" destOrd="0" presId="urn:microsoft.com/office/officeart/2018/5/layout/IconCircleLabelList"/>
    <dgm:cxn modelId="{8EDD3FD1-FB6E-4C30-A40A-18FB9C8CD073}" type="presParOf" srcId="{DB290B59-975D-4FF4-B1A2-8BD93D8B693D}" destId="{A3F60BDC-EA1C-4027-B742-4E3845B2520A}" srcOrd="0" destOrd="0" presId="urn:microsoft.com/office/officeart/2018/5/layout/IconCircleLabelList"/>
    <dgm:cxn modelId="{95BD15B4-9EB1-4482-BC5D-2083EACA4D42}" type="presParOf" srcId="{DB290B59-975D-4FF4-B1A2-8BD93D8B693D}" destId="{EDB06F9F-B284-438C-8C7A-1FC7CB9CCFB6}" srcOrd="1" destOrd="0" presId="urn:microsoft.com/office/officeart/2018/5/layout/IconCircleLabelList"/>
    <dgm:cxn modelId="{E0410FC7-2B11-4B92-B846-98CA0308B8FC}" type="presParOf" srcId="{DB290B59-975D-4FF4-B1A2-8BD93D8B693D}" destId="{C1DF6981-F59A-4307-A21D-35E88C93B23C}" srcOrd="2" destOrd="0" presId="urn:microsoft.com/office/officeart/2018/5/layout/IconCircleLabelList"/>
    <dgm:cxn modelId="{A33F8A83-EF70-4031-8A9E-1245753F8BFB}" type="presParOf" srcId="{DB290B59-975D-4FF4-B1A2-8BD93D8B693D}" destId="{5EA62337-711D-4954-B57D-8C4495F3A86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1D092-0F04-495B-A0F7-C549661D329C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1DD32-18BF-4B2F-B19A-4E75CE2F8D3E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E0ACB-A0C1-49B1-A0D5-6AE2AAFD9D94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Timeline and Milestones</a:t>
          </a:r>
        </a:p>
      </dsp:txBody>
      <dsp:txXfrm>
        <a:off x="77216" y="2624638"/>
        <a:ext cx="3206250" cy="720000"/>
      </dsp:txXfrm>
    </dsp:sp>
    <dsp:sp modelId="{09B501C0-9637-46F7-A025-494260A79146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EFFB4-AF05-4D54-A22C-8F1118B15F77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48C1F-A751-4A04-A0E6-981F8BCC910F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Tools</a:t>
          </a:r>
        </a:p>
      </dsp:txBody>
      <dsp:txXfrm>
        <a:off x="3844559" y="2624638"/>
        <a:ext cx="3206250" cy="720000"/>
      </dsp:txXfrm>
    </dsp:sp>
    <dsp:sp modelId="{A3F60BDC-EA1C-4027-B742-4E3845B2520A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B06F9F-B284-438C-8C7A-1FC7CB9CCFB6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2337-711D-4954-B57D-8C4495F3A862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Century Gothic" panose="020B0502020202020204"/>
            </a:rPr>
            <a:t>Version Control &amp; Project Board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2841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195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632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4228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719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3488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3863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34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9444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7787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2770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27392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1068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1396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1519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7649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9940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AndrewHjulberg/projects/2" TargetMode="External"/><Relationship Id="rId2" Type="http://schemas.openxmlformats.org/officeDocument/2006/relationships/hyperlink" Target="https://github.com/AndrewHjulberg/Intuilize-Cluster-Commander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9509216" cy="3329581"/>
          </a:xfrm>
        </p:spPr>
        <p:txBody>
          <a:bodyPr/>
          <a:lstStyle/>
          <a:p>
            <a:r>
              <a:rPr lang="en-US" sz="4000" err="1"/>
              <a:t>Intuilize</a:t>
            </a:r>
            <a:r>
              <a:rPr lang="en-US" sz="4000"/>
              <a:t> – Cluster Commanders</a:t>
            </a:r>
            <a:br>
              <a:rPr lang="en-US" sz="4000"/>
            </a:br>
            <a:r>
              <a:rPr lang="en-US" sz="4000"/>
              <a:t>Customer Segmentation &amp; Prediction </a:t>
            </a:r>
            <a:br>
              <a:rPr lang="en-US" sz="4000"/>
            </a:br>
            <a:r>
              <a:rPr lang="en-US" sz="4000"/>
              <a:t>Weekly Meeting 1/24/2025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Andy, Graham, Keertana, &amp; Shashank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AD95A-8747-17BA-F78E-6CF2EFC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D31CF-B8B0-F9FE-1641-73275812D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95BDE-6AC3-9575-6B5F-77A938C27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DDE55CE-C35A-E58E-04E2-60BB8FC0ED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83173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2733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EBA5-C2C5-FEE5-57BD-1ACD4736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and Milestones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777EB-0405-79E0-D357-7B28F787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3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4C2E5894-3381-1DA5-45AB-28CFF0FB9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781734"/>
              </p:ext>
            </p:extLst>
          </p:nvPr>
        </p:nvGraphicFramePr>
        <p:xfrm>
          <a:off x="626322" y="1318591"/>
          <a:ext cx="10786458" cy="51013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71699">
                  <a:extLst>
                    <a:ext uri="{9D8B030D-6E8A-4147-A177-3AD203B41FA5}">
                      <a16:colId xmlns:a16="http://schemas.microsoft.com/office/drawing/2014/main" val="3507047487"/>
                    </a:ext>
                  </a:extLst>
                </a:gridCol>
                <a:gridCol w="1535264">
                  <a:extLst>
                    <a:ext uri="{9D8B030D-6E8A-4147-A177-3AD203B41FA5}">
                      <a16:colId xmlns:a16="http://schemas.microsoft.com/office/drawing/2014/main" val="3590763062"/>
                    </a:ext>
                  </a:extLst>
                </a:gridCol>
                <a:gridCol w="1332940">
                  <a:extLst>
                    <a:ext uri="{9D8B030D-6E8A-4147-A177-3AD203B41FA5}">
                      <a16:colId xmlns:a16="http://schemas.microsoft.com/office/drawing/2014/main" val="933291048"/>
                    </a:ext>
                  </a:extLst>
                </a:gridCol>
                <a:gridCol w="1175649">
                  <a:extLst>
                    <a:ext uri="{9D8B030D-6E8A-4147-A177-3AD203B41FA5}">
                      <a16:colId xmlns:a16="http://schemas.microsoft.com/office/drawing/2014/main" val="2580510523"/>
                    </a:ext>
                  </a:extLst>
                </a:gridCol>
                <a:gridCol w="1170506">
                  <a:extLst>
                    <a:ext uri="{9D8B030D-6E8A-4147-A177-3AD203B41FA5}">
                      <a16:colId xmlns:a16="http://schemas.microsoft.com/office/drawing/2014/main" val="274661629"/>
                    </a:ext>
                  </a:extLst>
                </a:gridCol>
                <a:gridCol w="1479940">
                  <a:extLst>
                    <a:ext uri="{9D8B030D-6E8A-4147-A177-3AD203B41FA5}">
                      <a16:colId xmlns:a16="http://schemas.microsoft.com/office/drawing/2014/main" val="3177325580"/>
                    </a:ext>
                  </a:extLst>
                </a:gridCol>
                <a:gridCol w="1120326">
                  <a:extLst>
                    <a:ext uri="{9D8B030D-6E8A-4147-A177-3AD203B41FA5}">
                      <a16:colId xmlns:a16="http://schemas.microsoft.com/office/drawing/2014/main" val="2301269700"/>
                    </a:ext>
                  </a:extLst>
                </a:gridCol>
                <a:gridCol w="1300134">
                  <a:extLst>
                    <a:ext uri="{9D8B030D-6E8A-4147-A177-3AD203B41FA5}">
                      <a16:colId xmlns:a16="http://schemas.microsoft.com/office/drawing/2014/main" val="3864584182"/>
                    </a:ext>
                  </a:extLst>
                </a:gridCol>
              </a:tblGrid>
              <a:tr h="391426">
                <a:tc gridSpan="4">
                  <a:txBody>
                    <a:bodyPr/>
                    <a:lstStyle/>
                    <a:p>
                      <a:pPr marR="0" algn="ctr" rtl="0" fontAlgn="ctr"/>
                      <a:r>
                        <a:rPr lang="en-US" sz="1000" b="1" dirty="0">
                          <a:latin typeface="Montserrat"/>
                        </a:rPr>
                        <a:t>Q1</a:t>
                      </a:r>
                    </a:p>
                  </a:txBody>
                  <a:tcPr anchor="ctr">
                    <a:lnT w="28575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Q2</a:t>
                      </a:r>
                    </a:p>
                  </a:txBody>
                  <a:tcPr marT="91440" marB="91440" anchor="ctr"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82955"/>
                  </a:ext>
                </a:extLst>
              </a:tr>
              <a:tr h="39142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2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3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4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5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6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7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/>
                      <a:r>
                        <a:rPr lang="en-US" sz="1000" b="1" dirty="0">
                          <a:latin typeface="Montserrat"/>
                        </a:rPr>
                        <a:t>Week 8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06966"/>
                  </a:ext>
                </a:extLst>
              </a:tr>
              <a:tr h="112911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Git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Coach Meeting Plan, Project Learning Plan, &amp; Team Contract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Project Learning Plan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1Q Presentation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Montserrat"/>
                        </a:rPr>
                        <a:t>Data model and design plan document</a:t>
                      </a:r>
                    </a:p>
                    <a:p>
                      <a:pPr marL="0" marR="0" indent="0" algn="l" rtl="0" fontAlgn="ctr"/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Code Review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/>
                          <a:ea typeface="Montserrat" panose="00000500000000000000" pitchFamily="2" charset="0"/>
                          <a:cs typeface="Montserrat" panose="00000500000000000000" pitchFamily="2" charset="0"/>
                        </a:rPr>
                        <a:t>Midterm Presentation</a:t>
                      </a:r>
                      <a:endParaRPr lang="en-US" sz="1000" b="0" i="0" u="none" strike="noStrike" dirty="0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531426"/>
                  </a:ext>
                </a:extLst>
              </a:tr>
              <a:tr h="5698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Anaconda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RAD Document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Python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Data Science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r>
                        <a:rPr lang="en-US" sz="1000" dirty="0">
                          <a:latin typeface="Montserrat"/>
                        </a:rPr>
                        <a:t>Machine Learning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609907"/>
                  </a:ext>
                </a:extLst>
              </a:tr>
              <a:tr h="421537">
                <a:tc gridSpan="4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Q3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Q4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770076"/>
                  </a:ext>
                </a:extLst>
              </a:tr>
              <a:tr h="45164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9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10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11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12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13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14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15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1" dirty="0">
                          <a:latin typeface="Montserrat"/>
                        </a:rPr>
                        <a:t>Week 16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83295"/>
                  </a:ext>
                </a:extLst>
              </a:tr>
              <a:tr h="75274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Segmentation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Modeling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Code Freeze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Handover Documentation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Final Presentation</a:t>
                      </a: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76B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015676"/>
                  </a:ext>
                </a:extLst>
              </a:tr>
              <a:tr h="57208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>
                      <a:solidFill>
                        <a:srgbClr val="FFFFFF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28575">
                      <a:solidFill>
                        <a:srgbClr val="FFFFFF"/>
                      </a:solidFill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Summary of Findings</a:t>
                      </a:r>
                    </a:p>
                  </a:txBody>
                  <a:tcPr marT="91440" marB="9144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1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dirty="0">
                          <a:latin typeface="Montserrat"/>
                        </a:rPr>
                        <a:t>Final Handover Package</a:t>
                      </a:r>
                    </a:p>
                  </a:txBody>
                  <a:tcPr marT="91440" marB="9144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167264"/>
                  </a:ext>
                </a:extLst>
              </a:tr>
              <a:tr h="4215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/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b="0" i="0" u="none" strike="noStrike">
                        <a:effectLst/>
                        <a:latin typeface="Montserrat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dirty="0">
                        <a:latin typeface="Montserrat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dirty="0">
                        <a:latin typeface="Montserrat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/>
                      <a:endParaRPr lang="en-US" sz="1000" dirty="0">
                        <a:latin typeface="Montserrat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6658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976145-992D-53D9-DC46-7110C5DF7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11784"/>
              </p:ext>
            </p:extLst>
          </p:nvPr>
        </p:nvGraphicFramePr>
        <p:xfrm>
          <a:off x="6858000" y="399142"/>
          <a:ext cx="5070908" cy="5433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70507">
                  <a:extLst>
                    <a:ext uri="{9D8B030D-6E8A-4147-A177-3AD203B41FA5}">
                      <a16:colId xmlns:a16="http://schemas.microsoft.com/office/drawing/2014/main" val="4122084846"/>
                    </a:ext>
                  </a:extLst>
                </a:gridCol>
                <a:gridCol w="1444486">
                  <a:extLst>
                    <a:ext uri="{9D8B030D-6E8A-4147-A177-3AD203B41FA5}">
                      <a16:colId xmlns:a16="http://schemas.microsoft.com/office/drawing/2014/main" val="1929417884"/>
                    </a:ext>
                  </a:extLst>
                </a:gridCol>
                <a:gridCol w="1155781">
                  <a:extLst>
                    <a:ext uri="{9D8B030D-6E8A-4147-A177-3AD203B41FA5}">
                      <a16:colId xmlns:a16="http://schemas.microsoft.com/office/drawing/2014/main" val="110526710"/>
                    </a:ext>
                  </a:extLst>
                </a:gridCol>
                <a:gridCol w="1300134">
                  <a:extLst>
                    <a:ext uri="{9D8B030D-6E8A-4147-A177-3AD203B41FA5}">
                      <a16:colId xmlns:a16="http://schemas.microsoft.com/office/drawing/2014/main" val="2401242649"/>
                    </a:ext>
                  </a:extLst>
                </a:gridCol>
              </a:tblGrid>
              <a:tr h="543319">
                <a:tc>
                  <a:txBody>
                    <a:bodyPr/>
                    <a:lstStyle/>
                    <a:p>
                      <a:pPr rtl="0" fontAlgn="base">
                        <a:lnSpc>
                          <a:spcPts val="900"/>
                        </a:lnSpc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Key: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5723" marR="65723" marT="65723" marB="65723" anchor="ctr">
                    <a:lnL w="205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5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9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Client 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5723" marR="65723" marT="65723" marB="6572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5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C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9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Course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5723" marR="65723" marT="65723" marB="6572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5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E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9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Learning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5723" marR="65723" marT="65723" marB="6572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5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453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01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ACF5-4134-511C-4C8B-445B8C0E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447799"/>
            <a:ext cx="3105075" cy="1444750"/>
          </a:xfrm>
        </p:spPr>
        <p:txBody>
          <a:bodyPr anchor="b">
            <a:normAutofit/>
          </a:bodyPr>
          <a:lstStyle/>
          <a:p>
            <a:r>
              <a:rPr lang="en-US" sz="4000"/>
              <a:t>Tools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F916B6A-4A1E-4A48-8BC8-1E4776E03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1C5D755C-6A9E-4780-8524-22F98BAC1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C099B-3614-4184-BF57-F5447D154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2245-C698-3702-397D-499B7E95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324B-3FE7-9307-CDFD-53B5E296E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088493"/>
            <a:ext cx="3104751" cy="29313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Jupyter</a:t>
            </a:r>
            <a:r>
              <a:rPr lang="en-US"/>
              <a:t> notebook</a:t>
            </a:r>
          </a:p>
          <a:p>
            <a:pPr>
              <a:buClr>
                <a:srgbClr val="8AD0D6"/>
              </a:buClr>
            </a:pPr>
            <a:r>
              <a:rPr lang="en-US" err="1"/>
              <a:t>Numpy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Pandas</a:t>
            </a:r>
          </a:p>
          <a:p>
            <a:pPr>
              <a:buClr>
                <a:srgbClr val="8AD0D6"/>
              </a:buClr>
            </a:pPr>
            <a:r>
              <a:rPr lang="en-US"/>
              <a:t>Seaborn</a:t>
            </a:r>
          </a:p>
          <a:p>
            <a:pPr>
              <a:buClr>
                <a:srgbClr val="8AD0D6"/>
              </a:buClr>
            </a:pPr>
            <a:endParaRPr lang="en-US" sz="1600"/>
          </a:p>
        </p:txBody>
      </p:sp>
      <p:pic>
        <p:nvPicPr>
          <p:cNvPr id="7" name="Picture 6" descr="File:Jupyter logo.svg - Wikipedia">
            <a:extLst>
              <a:ext uri="{FF2B5EF4-FFF2-40B4-BE49-F238E27FC236}">
                <a16:creationId xmlns:a16="http://schemas.microsoft.com/office/drawing/2014/main" id="{680D0C64-C0AB-0EDB-5761-AE3063DC9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671" y="1447799"/>
            <a:ext cx="1887584" cy="2188504"/>
          </a:xfrm>
          <a:prstGeom prst="rect">
            <a:avLst/>
          </a:prstGeom>
          <a:effectLst/>
        </p:spPr>
      </p:pic>
      <p:pic>
        <p:nvPicPr>
          <p:cNvPr id="9" name="Graphic 8" descr="Numpy Vector Logo - Download Free SVG Icon | Worldvectorlogo">
            <a:extLst>
              <a:ext uri="{FF2B5EF4-FFF2-40B4-BE49-F238E27FC236}">
                <a16:creationId xmlns:a16="http://schemas.microsoft.com/office/drawing/2014/main" id="{FC263AD4-884F-915E-D33C-B9A45CF0A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5633" y="1447799"/>
            <a:ext cx="2044938" cy="2188504"/>
          </a:xfrm>
          <a:prstGeom prst="rect">
            <a:avLst/>
          </a:prstGeom>
          <a:effectLst/>
        </p:spPr>
      </p:pic>
      <p:pic>
        <p:nvPicPr>
          <p:cNvPr id="8" name="Graphic 7" descr="Seaborn Vector Logo - Download Free SVG Icon | Worldvectorlogo">
            <a:extLst>
              <a:ext uri="{FF2B5EF4-FFF2-40B4-BE49-F238E27FC236}">
                <a16:creationId xmlns:a16="http://schemas.microsoft.com/office/drawing/2014/main" id="{6DDDCDB1-2813-FA5B-33A4-3D28E76AC0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8211" y="3831296"/>
            <a:ext cx="2188504" cy="2188504"/>
          </a:xfrm>
          <a:prstGeom prst="rect">
            <a:avLst/>
          </a:prstGeom>
          <a:effectLst/>
        </p:spPr>
      </p:pic>
      <p:pic>
        <p:nvPicPr>
          <p:cNvPr id="6" name="Picture 5" descr="File:Pandas logo.svg - Wikipedia">
            <a:extLst>
              <a:ext uri="{FF2B5EF4-FFF2-40B4-BE49-F238E27FC236}">
                <a16:creationId xmlns:a16="http://schemas.microsoft.com/office/drawing/2014/main" id="{DCBCDF93-F1F4-6439-2D32-461DD7E7F2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091" y="4288074"/>
            <a:ext cx="3148022" cy="12749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52284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ACF5-4134-511C-4C8B-445B8C0E0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Control &amp; Project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324B-3FE7-9307-CDFD-53B5E296E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827269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Using GitHub for version control &amp; our project board</a:t>
            </a: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  <a:hlinkClick r:id="rId2"/>
              </a:rPr>
              <a:t>Repository</a:t>
            </a: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hlinkClick r:id="rId3"/>
              </a:rPr>
              <a:t>Project Board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2245-C698-3702-397D-499B7E95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8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2332-59B8-223D-2A46-D346865A1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4777380"/>
            <a:ext cx="6974911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0" i="0" kern="120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C0E9F-ADCD-BFCE-CAA9-EFDB5BD8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697491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6899-FC28-7A9E-D506-D93F4BAC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Aft>
                <a:spcPts val="600"/>
              </a:spcAft>
            </a:pPr>
            <a:fld id="{D57F1E4F-1CFF-5643-939E-02111984F565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6</a:t>
            </a:fld>
            <a:endParaRPr lang="en-US" b="0" i="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747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</vt:lpstr>
      <vt:lpstr>Intuilize – Cluster Commanders Customer Segmentation &amp; Prediction  Weekly Meeting 1/24/2025</vt:lpstr>
      <vt:lpstr>Agenda</vt:lpstr>
      <vt:lpstr>Timeline and Milestones</vt:lpstr>
      <vt:lpstr>Tools</vt:lpstr>
      <vt:lpstr>Version Control &amp; Project Board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</cp:revision>
  <dcterms:created xsi:type="dcterms:W3CDTF">2025-01-22T16:39:10Z</dcterms:created>
  <dcterms:modified xsi:type="dcterms:W3CDTF">2025-02-02T20:58:11Z</dcterms:modified>
</cp:coreProperties>
</file>